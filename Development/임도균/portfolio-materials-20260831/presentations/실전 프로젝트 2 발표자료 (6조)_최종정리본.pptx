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e43b1c31b9409a" /><Relationship Type="http://schemas.openxmlformats.org/officeDocument/2006/relationships/extended-properties" Target="/docProps/app.xml" Id="R6bae6b3e4bab45c4" /><Relationship Type="http://schemas.openxmlformats.org/officeDocument/2006/relationships/officeDocument" Target="/ppt/presentation.xml" Id="Rf23de4424ddc495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60290c4aba446f0"/>
  </p:sldMasterIdLst>
  <p:notesMasterIdLst>
    <p:notesMasterId xmlns:r="http://schemas.openxmlformats.org/officeDocument/2006/relationships" r:id="R798078524e744797"/>
  </p:notesMasterIdLst>
  <p:sldIdLst>
    <p:sldId xmlns:r="http://schemas.openxmlformats.org/officeDocument/2006/relationships" id="256" r:id="R90e6705baecd4b3d"/>
    <p:sldId xmlns:r="http://schemas.openxmlformats.org/officeDocument/2006/relationships" id="257" r:id="R2a4357d01b2d4d89"/>
    <p:sldId xmlns:r="http://schemas.openxmlformats.org/officeDocument/2006/relationships" id="258" r:id="R544360010c09470e"/>
    <p:sldId xmlns:r="http://schemas.openxmlformats.org/officeDocument/2006/relationships" id="259" r:id="R1c3adeca0bdb4e3d"/>
    <p:sldId xmlns:r="http://schemas.openxmlformats.org/officeDocument/2006/relationships" id="260" r:id="Rfb44dd3ba1b14afc"/>
    <p:sldId xmlns:r="http://schemas.openxmlformats.org/officeDocument/2006/relationships" id="261" r:id="R27f172fe95d64675"/>
    <p:sldId xmlns:r="http://schemas.openxmlformats.org/officeDocument/2006/relationships" id="262" r:id="Rb7191d27abaf4952"/>
    <p:sldId xmlns:r="http://schemas.openxmlformats.org/officeDocument/2006/relationships" id="263" r:id="Reab92131dbdc4208"/>
    <p:sldId xmlns:r="http://schemas.openxmlformats.org/officeDocument/2006/relationships" id="264" r:id="R8b91ebdbd9e940c7"/>
    <p:sldId xmlns:r="http://schemas.openxmlformats.org/officeDocument/2006/relationships" id="265" r:id="Rd23a22bdec2c4c8d"/>
    <p:sldId xmlns:r="http://schemas.openxmlformats.org/officeDocument/2006/relationships" id="266" r:id="Re70bdd421fec481e"/>
    <p:sldId xmlns:r="http://schemas.openxmlformats.org/officeDocument/2006/relationships" id="267" r:id="R566574a2d7e347cf"/>
    <p:sldId xmlns:r="http://schemas.openxmlformats.org/officeDocument/2006/relationships" id="268" r:id="R167b35c28209491b"/>
    <p:sldId xmlns:r="http://schemas.openxmlformats.org/officeDocument/2006/relationships" id="269" r:id="R01a541dee2e24051"/>
    <p:sldId xmlns:r="http://schemas.openxmlformats.org/officeDocument/2006/relationships" id="270" r:id="Re58a38d7f32f495c"/>
    <p:sldId xmlns:r="http://schemas.openxmlformats.org/officeDocument/2006/relationships" id="271" r:id="Rfabd652d85c14712"/>
    <p:sldId xmlns:r="http://schemas.openxmlformats.org/officeDocument/2006/relationships" id="272" r:id="R142d992f114549f4"/>
    <p:sldId xmlns:r="http://schemas.openxmlformats.org/officeDocument/2006/relationships" id="273" r:id="R9fd65b92859742d3"/>
    <p:sldId xmlns:r="http://schemas.openxmlformats.org/officeDocument/2006/relationships" id="274" r:id="Rb8111e113cd1410f"/>
    <p:sldId xmlns:r="http://schemas.openxmlformats.org/officeDocument/2006/relationships" id="275" r:id="R6f9a30418ea44671"/>
    <p:sldId xmlns:r="http://schemas.openxmlformats.org/officeDocument/2006/relationships" id="276" r:id="R442dca7ab8294b5f"/>
    <p:sldId xmlns:r="http://schemas.openxmlformats.org/officeDocument/2006/relationships" id="277" r:id="Rca4ee240aae54218"/>
    <p:sldId xmlns:r="http://schemas.openxmlformats.org/officeDocument/2006/relationships" id="278" r:id="R391f17962fab4ee4"/>
    <p:sldId xmlns:r="http://schemas.openxmlformats.org/officeDocument/2006/relationships" id="279" r:id="Ra171ae353b9e45da"/>
    <p:sldId xmlns:r="http://schemas.openxmlformats.org/officeDocument/2006/relationships" id="280" r:id="R2f668d4222ab472e"/>
    <p:sldId xmlns:r="http://schemas.openxmlformats.org/officeDocument/2006/relationships" id="281" r:id="Rf0558a03a667495f"/>
    <p:sldId xmlns:r="http://schemas.openxmlformats.org/officeDocument/2006/relationships" id="282" r:id="R4dfb546c742d41df"/>
    <p:sldId xmlns:r="http://schemas.openxmlformats.org/officeDocument/2006/relationships" id="283" r:id="R5eed2413b8c14f56"/>
    <p:sldId xmlns:r="http://schemas.openxmlformats.org/officeDocument/2006/relationships" id="284" r:id="Re6d50edb3d1a4818"/>
  </p:sldIdLst>
  <p:sldSz cx="18288000" cy="10287000"/>
  <p:notesSz cx="6858000" cy="9144000"/>
  <p:embeddedFontLst>
    <p:embeddedFont>
      <p:font typeface="JASO Sans"/>
      <p:regular xmlns:r="http://schemas.openxmlformats.org/officeDocument/2006/relationships" r:id="Raac1fe53c35a4be0"/>
    </p:embeddedFont>
    <p:embeddedFont>
      <p:font typeface="JASO Sans Bold"/>
      <p:regular xmlns:r="http://schemas.openxmlformats.org/officeDocument/2006/relationships" r:id="Ra43c25b572664ccd"/>
    </p:embeddedFont>
    <p:embeddedFont>
      <p:font typeface="Tlab 돋움 미디움"/>
      <p:regular xmlns:r="http://schemas.openxmlformats.org/officeDocument/2006/relationships" r:id="R3c4f1a425180449d"/>
    </p:embeddedFont>
    <p:embeddedFont>
      <p:font typeface="Calibri (MS)"/>
      <p:regular xmlns:r="http://schemas.openxmlformats.org/officeDocument/2006/relationships" r:id="Rcd97361c961c460e"/>
    </p:embeddedFont>
    <p:embeddedFont>
      <p:font typeface="Calibri (MS) Bold"/>
      <p:regular xmlns:r="http://schemas.openxmlformats.org/officeDocument/2006/relationships" r:id="R980db1a813f24b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61b11d1415a48dc" /><Relationship Type="http://schemas.openxmlformats.org/officeDocument/2006/relationships/slideMaster" Target="/ppt/slideMasters/slideMaster1.xml" Id="Rb60290c4aba446f0" /><Relationship Type="http://schemas.openxmlformats.org/officeDocument/2006/relationships/notesMaster" Target="/ppt/notesMasters/notesMaster1.xml" Id="R798078524e744797" /><Relationship Type="http://schemas.openxmlformats.org/officeDocument/2006/relationships/presProps" Target="/ppt/presProps.xml" Id="Rb742616cc9144208" /><Relationship Type="http://schemas.openxmlformats.org/officeDocument/2006/relationships/viewProps" Target="/ppt/viewProps.xml" Id="R4631c3104d484bd1" /><Relationship Type="http://schemas.openxmlformats.org/officeDocument/2006/relationships/tableStyles" Target="/ppt/tableStyles.xml" Id="R9b067e24269b478a" /><Relationship Type="http://schemas.openxmlformats.org/officeDocument/2006/relationships/font" Target="/ppt/fonts/font.dat" Id="Raac1fe53c35a4be0" /><Relationship Type="http://schemas.openxmlformats.org/officeDocument/2006/relationships/font" Target="/ppt/fonts/font2.dat" Id="Ra43c25b572664ccd" /><Relationship Type="http://schemas.openxmlformats.org/officeDocument/2006/relationships/font" Target="/ppt/fonts/font3.dat" Id="R3c4f1a425180449d" /><Relationship Type="http://schemas.openxmlformats.org/officeDocument/2006/relationships/font" Target="/ppt/fonts/font4.dat" Id="Rcd97361c961c460e" /><Relationship Type="http://schemas.openxmlformats.org/officeDocument/2006/relationships/font" Target="/ppt/fonts/font5.dat" Id="R980db1a813f24bce" /><Relationship Type="http://schemas.openxmlformats.org/officeDocument/2006/relationships/slide" Target="/ppt/slides/slide1.xml" Id="R90e6705baecd4b3d" /><Relationship Type="http://schemas.openxmlformats.org/officeDocument/2006/relationships/slide" Target="/ppt/slides/slide2.xml" Id="R2a4357d01b2d4d89" /><Relationship Type="http://schemas.openxmlformats.org/officeDocument/2006/relationships/slide" Target="/ppt/slides/slide3.xml" Id="R544360010c09470e" /><Relationship Type="http://schemas.openxmlformats.org/officeDocument/2006/relationships/slide" Target="/ppt/slides/slide4.xml" Id="R1c3adeca0bdb4e3d" /><Relationship Type="http://schemas.openxmlformats.org/officeDocument/2006/relationships/slide" Target="/ppt/slides/slide5.xml" Id="Rfb44dd3ba1b14afc" /><Relationship Type="http://schemas.openxmlformats.org/officeDocument/2006/relationships/slide" Target="/ppt/slides/slide6.xml" Id="R27f172fe95d64675" /><Relationship Type="http://schemas.openxmlformats.org/officeDocument/2006/relationships/slide" Target="/ppt/slides/slide7.xml" Id="Rb7191d27abaf4952" /><Relationship Type="http://schemas.openxmlformats.org/officeDocument/2006/relationships/slide" Target="/ppt/slides/slide8.xml" Id="Reab92131dbdc4208" /><Relationship Type="http://schemas.openxmlformats.org/officeDocument/2006/relationships/slide" Target="/ppt/slides/slide9.xml" Id="R8b91ebdbd9e940c7" /><Relationship Type="http://schemas.openxmlformats.org/officeDocument/2006/relationships/slide" Target="/ppt/slides/slide10.xml" Id="Rd23a22bdec2c4c8d" /><Relationship Type="http://schemas.openxmlformats.org/officeDocument/2006/relationships/slide" Target="/ppt/slides/slide11.xml" Id="Re70bdd421fec481e" /><Relationship Type="http://schemas.openxmlformats.org/officeDocument/2006/relationships/slide" Target="/ppt/slides/slide12.xml" Id="R566574a2d7e347cf" /><Relationship Type="http://schemas.openxmlformats.org/officeDocument/2006/relationships/slide" Target="/ppt/slides/slide13.xml" Id="R167b35c28209491b" /><Relationship Type="http://schemas.openxmlformats.org/officeDocument/2006/relationships/slide" Target="/ppt/slides/slide14.xml" Id="R01a541dee2e24051" /><Relationship Type="http://schemas.openxmlformats.org/officeDocument/2006/relationships/slide" Target="/ppt/slides/slide15.xml" Id="Re58a38d7f32f495c" /><Relationship Type="http://schemas.openxmlformats.org/officeDocument/2006/relationships/slide" Target="/ppt/slides/slide16.xml" Id="Rfabd652d85c14712" /><Relationship Type="http://schemas.openxmlformats.org/officeDocument/2006/relationships/slide" Target="/ppt/slides/slide17.xml" Id="R142d992f114549f4" /><Relationship Type="http://schemas.openxmlformats.org/officeDocument/2006/relationships/slide" Target="/ppt/slides/slide18.xml" Id="R9fd65b92859742d3" /><Relationship Type="http://schemas.openxmlformats.org/officeDocument/2006/relationships/slide" Target="/ppt/slides/slide19.xml" Id="Rb8111e113cd1410f" /><Relationship Type="http://schemas.openxmlformats.org/officeDocument/2006/relationships/slide" Target="/ppt/slides/slide20.xml" Id="R6f9a30418ea44671" /><Relationship Type="http://schemas.openxmlformats.org/officeDocument/2006/relationships/slide" Target="/ppt/slides/slide21.xml" Id="R442dca7ab8294b5f" /><Relationship Type="http://schemas.openxmlformats.org/officeDocument/2006/relationships/slide" Target="/ppt/slides/slide22.xml" Id="Rca4ee240aae54218" /><Relationship Type="http://schemas.openxmlformats.org/officeDocument/2006/relationships/slide" Target="/ppt/slides/slide23.xml" Id="R391f17962fab4ee4" /><Relationship Type="http://schemas.openxmlformats.org/officeDocument/2006/relationships/slide" Target="/ppt/slides/slide24.xml" Id="Ra171ae353b9e45da" /><Relationship Type="http://schemas.openxmlformats.org/officeDocument/2006/relationships/slide" Target="/ppt/slides/slide25.xml" Id="R2f668d4222ab472e" /><Relationship Type="http://schemas.openxmlformats.org/officeDocument/2006/relationships/slide" Target="/ppt/slides/slide26.xml" Id="Rf0558a03a667495f" /><Relationship Type="http://schemas.openxmlformats.org/officeDocument/2006/relationships/slide" Target="/ppt/slides/slide27.xml" Id="R4dfb546c742d41df" /><Relationship Type="http://schemas.openxmlformats.org/officeDocument/2006/relationships/slide" Target="/ppt/slides/slide28.xml" Id="R5eed2413b8c14f56" /><Relationship Type="http://schemas.openxmlformats.org/officeDocument/2006/relationships/slide" Target="/ppt/slides/slide29.xml" Id="Re6d50edb3d1a48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d963e4fc4f4d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2cc6dd603640ab" /><Relationship Type="http://schemas.openxmlformats.org/officeDocument/2006/relationships/notesMaster" Target="/ppt/notesMasters/notesMaster1.xml" Id="R2c027386f4054a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f735dab09442ce" /><Relationship Type="http://schemas.openxmlformats.org/officeDocument/2006/relationships/notesMaster" Target="/ppt/notesMasters/notesMaster1.xml" Id="R5c9fb3bb07d84a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4dae7f23c34f5e" /><Relationship Type="http://schemas.openxmlformats.org/officeDocument/2006/relationships/notesMaster" Target="/ppt/notesMasters/notesMaster1.xml" Id="Re52859ec3b8546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adc86b49b94461" /><Relationship Type="http://schemas.openxmlformats.org/officeDocument/2006/relationships/notesMaster" Target="/ppt/notesMasters/notesMaster1.xml" Id="R5351c1d0537448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e76db36b114f78" /><Relationship Type="http://schemas.openxmlformats.org/officeDocument/2006/relationships/notesMaster" Target="/ppt/notesMasters/notesMaster1.xml" Id="R7ae72d10007248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90d739c2b94578" /><Relationship Type="http://schemas.openxmlformats.org/officeDocument/2006/relationships/notesMaster" Target="/ppt/notesMasters/notesMaster1.xml" Id="R972404874d354b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fa228b9ccc494a" /><Relationship Type="http://schemas.openxmlformats.org/officeDocument/2006/relationships/notesMaster" Target="/ppt/notesMasters/notesMaster1.xml" Id="R0034df0467aa49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68f3652ee64367" /><Relationship Type="http://schemas.openxmlformats.org/officeDocument/2006/relationships/notesMaster" Target="/ppt/notesMasters/notesMaster1.xml" Id="R8eb28f407c4347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9a34aeb1a543c3" /><Relationship Type="http://schemas.openxmlformats.org/officeDocument/2006/relationships/notesMaster" Target="/ppt/notesMasters/notesMaster1.xml" Id="R4858cb0e18d648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a339f758b147c9" /><Relationship Type="http://schemas.openxmlformats.org/officeDocument/2006/relationships/notesMaster" Target="/ppt/notesMasters/notesMaster1.xml" Id="Re0a0cbe4ad3c48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aa5e84cf2844e6" /><Relationship Type="http://schemas.openxmlformats.org/officeDocument/2006/relationships/notesMaster" Target="/ppt/notesMasters/notesMaster1.xml" Id="Rdfd53bbf836d47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7eb9f207874dde" /><Relationship Type="http://schemas.openxmlformats.org/officeDocument/2006/relationships/notesMaster" Target="/ppt/notesMasters/notesMaster1.xml" Id="R389ab467202c4f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3f9de16dd7441c" /><Relationship Type="http://schemas.openxmlformats.org/officeDocument/2006/relationships/notesMaster" Target="/ppt/notesMasters/notesMaster1.xml" Id="R0b3ccee5a5964c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1f8cf4c8e54ebd" /><Relationship Type="http://schemas.openxmlformats.org/officeDocument/2006/relationships/notesMaster" Target="/ppt/notesMasters/notesMaster1.xml" Id="Re3bb9c18415f46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274a0175594598" /><Relationship Type="http://schemas.openxmlformats.org/officeDocument/2006/relationships/notesMaster" Target="/ppt/notesMasters/notesMaster1.xml" Id="Rc6df79c8fcb949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fdfa8112c44aca" /><Relationship Type="http://schemas.openxmlformats.org/officeDocument/2006/relationships/notesMaster" Target="/ppt/notesMasters/notesMaster1.xml" Id="Rf54818169c6a40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6a64a155c54f54" /><Relationship Type="http://schemas.openxmlformats.org/officeDocument/2006/relationships/notesMaster" Target="/ppt/notesMasters/notesMaster1.xml" Id="R42e59d9657b044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21763fe5eac4098" /><Relationship Type="http://schemas.openxmlformats.org/officeDocument/2006/relationships/notesMaster" Target="/ppt/notesMasters/notesMaster1.xml" Id="R494f3dd689624a4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a394821e07c4197" /><Relationship Type="http://schemas.openxmlformats.org/officeDocument/2006/relationships/notesMaster" Target="/ppt/notesMasters/notesMaster1.xml" Id="R85ec4e21308444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15cfa98acc4c91" /><Relationship Type="http://schemas.openxmlformats.org/officeDocument/2006/relationships/notesMaster" Target="/ppt/notesMasters/notesMaster1.xml" Id="Rd3dec36fbafe46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aad6fa436e245d0" /><Relationship Type="http://schemas.openxmlformats.org/officeDocument/2006/relationships/notesMaster" Target="/ppt/notesMasters/notesMaster1.xml" Id="R8d9e159def6c4d5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33d23150b44f8e" /><Relationship Type="http://schemas.openxmlformats.org/officeDocument/2006/relationships/notesMaster" Target="/ppt/notesMasters/notesMaster1.xml" Id="Rc855947571604af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55bd495cc44bee" /><Relationship Type="http://schemas.openxmlformats.org/officeDocument/2006/relationships/notesMaster" Target="/ppt/notesMasters/notesMaster1.xml" Id="Raf2e93a797c34c7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a44f3079b94dad" /><Relationship Type="http://schemas.openxmlformats.org/officeDocument/2006/relationships/notesMaster" Target="/ppt/notesMasters/notesMaster1.xml" Id="R4c32e40d7e604a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506d3f53e74ae1" /><Relationship Type="http://schemas.openxmlformats.org/officeDocument/2006/relationships/notesMaster" Target="/ppt/notesMasters/notesMaster1.xml" Id="Rd52ede76ed6446b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6a7813b99b04c07" /><Relationship Type="http://schemas.openxmlformats.org/officeDocument/2006/relationships/notesMaster" Target="/ppt/notesMasters/notesMaster1.xml" Id="Rde61aadd120646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06db2e046e8496c" /><Relationship Type="http://schemas.openxmlformats.org/officeDocument/2006/relationships/notesMaster" Target="/ppt/notesMasters/notesMaster1.xml" Id="Rec89bc35673841f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1ee0e26751e4ca9" /><Relationship Type="http://schemas.openxmlformats.org/officeDocument/2006/relationships/notesMaster" Target="/ppt/notesMasters/notesMaster1.xml" Id="R9843ee76e116492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544ef4d128e46ae" /><Relationship Type="http://schemas.openxmlformats.org/officeDocument/2006/relationships/notesMaster" Target="/ppt/notesMasters/notesMaster1.xml" Id="Ra48364642ac84c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화면에서는 사용자가 무엇을 질문해야 할지 고민하지 않도록 전체 자주 묻는 질문 TOP 5를 먼저 보여 줍니다. 질문을 직접 입력할 수도 있고, FAQ를 선택해 바로 대화를 시작할 수도 있습니다. 반복 질의는 FAQ로 빠르게 연결해 사용자 입력 부담과 생성형 답변 호출 부담을 함께 줄이는 구조입니다.</a:t>
            </a:r>
          </a:p>
          <a:p xmlns:a="http://schemas.openxmlformats.org/drawingml/2006/main"/>
          <a:p xmlns:a="http://schemas.openxmlformats.org/drawingml/2006/main">
            <a:r>
              <a:t>[Sources]</a:t>
            </a:r>
          </a:p>
          <a:p xmlns:a="http://schemas.openxmlformats.org/drawingml/2006/main">
            <a:r>
              <a:t>- 사용자 제공 프로토타입 1 챗봇 스크린샷: 첫화면, 자주묻는 질문.png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의도 설정은 필수 입력이 아닙니다. 사용자가 선택하지 않으면 챗봇이 질문 문맥을 바탕으로 정보 안내, 신청·처리, 현황 안내 중 의도를 자동 분류합니다. 자동 분류 결과가 사용자의 목적과 다를 경우에는 버튼으로 직접 보정할 수 있습니다.</a:t>
            </a:r>
          </a:p>
          <a:p xmlns:a="http://schemas.openxmlformats.org/drawingml/2006/main"/>
          <a:p xmlns:a="http://schemas.openxmlformats.org/drawingml/2006/main">
            <a:r>
              <a:t>[Sources]</a:t>
            </a:r>
          </a:p>
          <a:p xmlns:a="http://schemas.openxmlformats.org/drawingml/2006/main">
            <a:r>
              <a:t>- 사용자 제공 프로토타입 1 챗봇 스크린샷: 질문 의도 설정.png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업무 분류도 자동 분류를 기본으로 하되 사용자가 직접 선택할 수 있습니다. 6개 업무는 서로 독립적이므로, 선택한 업무의 business_function 안에서만 검색합니다. 이를 통해 여러 업무에 반복되는 기한이나 신청 방법 같은 표현이 섞여 잘못 답하는 위험을 줄입니다.</a:t>
            </a:r>
          </a:p>
          <a:p xmlns:a="http://schemas.openxmlformats.org/drawingml/2006/main"/>
          <a:p xmlns:a="http://schemas.openxmlformats.org/drawingml/2006/main">
            <a:r>
              <a:t>[Sources]</a:t>
            </a:r>
          </a:p>
          <a:p xmlns:a="http://schemas.openxmlformats.org/drawingml/2006/main">
            <a:r>
              <a:t>- 사용자 제공 프로토타입 1 챗봇 스크린샷: 업무 분류.png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설명 수준은 검색 결과를 바꾸는 기능이 아니라 표현 방식을 바꾸는 기능입니다. 쉬운 설명은 전문 용어를 풀어서 핵심 절차를 안내하고, 전문가 설명은 정확한 용어와 조건·예외를 더 상세히 제공합니다. 두 모드 모두 동일한 공식 근거를 사용합니다.</a:t>
            </a:r>
          </a:p>
          <a:p xmlns:a="http://schemas.openxmlformats.org/drawingml/2006/main"/>
          <a:p xmlns:a="http://schemas.openxmlformats.org/drawingml/2006/main">
            <a:r>
              <a:t>[Sources]</a:t>
            </a:r>
          </a:p>
          <a:p xmlns:a="http://schemas.openxmlformats.org/drawingml/2006/main">
            <a:r>
              <a:t>- 사용자 제공 프로토타입 1 챗봇 스크린샷: 쉬운모드 어려운 모드 설정.png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화면의 전체 FAQ와 별도로 업무별 FAQ를 제공합니다. 사용자가 업무 탭을 선택하면 해당 업무의 대표 질문 다섯 개만 보여 줍니다. 질문 범위를 단계적으로 좁혀 사용자가 더 정확한 질문을 선택하도록 돕습니다.</a:t>
            </a:r>
          </a:p>
          <a:p xmlns:a="http://schemas.openxmlformats.org/drawingml/2006/main"/>
          <a:p xmlns:a="http://schemas.openxmlformats.org/drawingml/2006/main">
            <a:r>
              <a:t>[Sources]</a:t>
            </a:r>
          </a:p>
          <a:p xmlns:a="http://schemas.openxmlformats.org/drawingml/2006/main">
            <a:r>
              <a:t>- 사용자 제공 프로토타입 1 챗봇 스크린샷: 업무별 자주 묻는 질문.png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답변은 설명에서 끝나지 않습니다. 공식 근거와 출처를 펼쳐 확인하고 원문 페이지로 이동할 수 있습니다. 아래에는 현재 답변과 관련해 이어서 많이 묻는 내용을 버튼으로 제시해 다음 질문으로 자연스럽게 연결합니다.</a:t>
            </a:r>
          </a:p>
          <a:p xmlns:a="http://schemas.openxmlformats.org/drawingml/2006/main"/>
          <a:p xmlns:a="http://schemas.openxmlformats.org/drawingml/2006/main">
            <a:r>
              <a:t>[Sources]</a:t>
            </a:r>
          </a:p>
          <a:p xmlns:a="http://schemas.openxmlformats.org/drawingml/2006/main">
            <a:r>
              <a:t>- 사용자 제공 프로토타입 1 챗봇 스크린샷: 이어서 많이 묻는 내용.png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 데이터셋은 질문 정보와 정답 근거를 모두 담고 있지만, CSV에서는 열이 가로로 길게 이어집니다. 질문 ID와 업무, URL, 질문 유형을 확인한 뒤 다시 문서·섹션·청크 열로 이동해야 하므로 한 질문의 정답 근거를 검수하는 데 시간이 오래 걸렸습니다.</a:t>
            </a:r>
          </a:p>
          <a:p xmlns:a="http://schemas.openxmlformats.org/drawingml/2006/main">
            <a:r>
              <a:t/>
            </a:r>
          </a:p>
          <a:p xmlns:a="http://schemas.openxmlformats.org/drawingml/2006/main">
            <a:r>
              <a:t>[Sources]</a:t>
            </a:r>
          </a:p>
          <a:p xmlns:a="http://schemas.openxmlformats.org/drawingml/2006/main">
            <a:r>
              <a:t>- 사용자 제공 평가 데이터셋 원본 화면 캡처: 질문 정보·URL·질문유형</a:t>
            </a:r>
          </a:p>
          <a:p xmlns:a="http://schemas.openxmlformats.org/drawingml/2006/main">
            <a:r>
              <a:t>- 사용자 제공 평가 데이터셋 원본 화면 캡처: gold_document_ids·gold_section_titles·gold_chunk_ids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문제를 해결하기 위해 질문 카드와 현재 Gold 청크, 청크 원문을 한 화면에서 확인하는 검수 도구를 만들었습니다. 같은 문서의 청크뿐 아니라 전체 427개 청크를 검색할 수 있고, 정답 근거를 클릭으로 추가하거나 제거할 수 있습니다.</a:t>
            </a:r>
          </a:p>
          <a:p xmlns:a="http://schemas.openxmlformats.org/drawingml/2006/main">
            <a:r>
              <a:t/>
            </a:r>
          </a:p>
          <a:p xmlns:a="http://schemas.openxmlformats.org/drawingml/2006/main">
            <a:r>
              <a:t>[Sources]</a:t>
            </a:r>
          </a:p>
          <a:p xmlns:a="http://schemas.openxmlformats.org/drawingml/2006/main">
            <a:r>
              <a:t>- 사용자 제공 KDIC Gold 청크 검수 도구 화면 캡처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프로젝트의 결론은 데이터를 수집하는 데서 끝내지 않고, 6개 업무의 공식 데이터를 실제 챗봇 서비스와 UI, 그리고 평가 체계까지 연결했다는 점입니다. 특히 화면 구현뿐 아니라 Gold 청크 검수 도구와 평가셋을 만들어 다음 검색 실험의 기준을 마련했습니다.</a:t>
            </a:r>
          </a:p>
          <a:p xmlns:a="http://schemas.openxmlformats.org/drawingml/2006/main">
            <a:r>
              <a:t/>
            </a:r>
          </a:p>
          <a:p xmlns:a="http://schemas.openxmlformats.org/drawingml/2006/main">
            <a:r>
              <a:t>[발표 가이드] 35초</a:t>
            </a:r>
          </a:p>
          <a:p xmlns:a="http://schemas.openxmlformats.org/drawingml/2006/main">
            <a:r>
              <a:t/>
            </a:r>
          </a:p>
          <a:p xmlns:a="http://schemas.openxmlformats.org/drawingml/2006/main">
            <a:r>
              <a:t>[Sources]</a:t>
            </a:r>
          </a:p>
          <a:p xmlns:a="http://schemas.openxmlformats.org/drawingml/2006/main">
            <a:r>
              <a:t>- 프로젝트 1 크롤링·청킹 산출물</a:t>
            </a:r>
          </a:p>
          <a:p xmlns:a="http://schemas.openxmlformats.org/drawingml/2006/main">
            <a:r>
              <a:t>- 챗봇 Prototype V1 및 평가 데이터셋·Gold 검수 도구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단계에서는 새 질문을 임의로 바꾸는 것이 아니라, 이번에 만든 동일한 Gold 평가셋을 기준으로 개선 전후를 비교하겠습니다. 우선 Hybrid와 Reranking을 비교하고, 이후 대표 민원 질문을 절차·서류·신청 링크까지 종단 검증한 뒤 사용량 제한과 캐시, 로그를 적용하겠습니다.</a:t>
            </a:r>
          </a:p>
          <a:p xmlns:a="http://schemas.openxmlformats.org/drawingml/2006/main">
            <a:r>
              <a:t/>
            </a:r>
          </a:p>
          <a:p xmlns:a="http://schemas.openxmlformats.org/drawingml/2006/main">
            <a:r>
              <a:t>[발표 가이드] 40초</a:t>
            </a:r>
          </a:p>
          <a:p xmlns:a="http://schemas.openxmlformats.org/drawingml/2006/main">
            <a:r>
              <a:t/>
            </a:r>
          </a:p>
          <a:p xmlns:a="http://schemas.openxmlformats.org/drawingml/2006/main">
            <a:r>
              <a:t>[Sources]</a:t>
            </a:r>
          </a:p>
          <a:p xmlns:a="http://schemas.openxmlformats.org/drawingml/2006/main">
            <a:r>
              <a:t>- 평가 데이터셋 및 Gold 청크 매핑</a:t>
            </a:r>
          </a:p>
          <a:p xmlns:a="http://schemas.openxmlformats.org/drawingml/2006/main">
            <a:r>
              <a:t>- 프로젝트 기술설계와 추가 과제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c0d6dcc1ea43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864360954649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e2a0cd533546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d4aaa702084d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eed80e45eb42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97e4f048c041f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394789f3e594cd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940212e14c540b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709ce944495403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7e1183f98b340e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15b8378689844c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BE5CFC-69BE-4E5B-9AEA-F7AEBE6D8CB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2BAA6E37-A4B4-4C87-A661-105AC1FFADF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04B9E65-1459-479D-B163-85410ACD0E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5" name="Footer Placeholder 4">
            <a:extLst xmlns:a="http://schemas.openxmlformats.org/drawingml/2006/main">
              <a:ext uri="{FF2B5EF4-FFF2-40B4-BE49-F238E27FC236}">
                <a16:creationId xmlns:a16="http://schemas.microsoft.com/office/drawing/2014/main" id="{98F2F871-66B9-47A3-B30A-88116D9267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03DA74E-20FE-496C-8BBE-B5B5EB3AED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849616-6640-42A1-989D-A7D982A281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8374A25-6DD5-41E3-A329-EFA253AB7BF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38FC5FE-EC19-49E0-95CC-5834DF359C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5" name="Footer Placeholder 4">
            <a:extLst xmlns:a="http://schemas.openxmlformats.org/drawingml/2006/main">
              <a:ext uri="{FF2B5EF4-FFF2-40B4-BE49-F238E27FC236}">
                <a16:creationId xmlns:a16="http://schemas.microsoft.com/office/drawing/2014/main" id="{0897F6BA-BAA0-4359-9A6E-1DE440C0D4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47D8A7D-61A3-434E-85CD-85BAE096D9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EE0D58A-B34A-403F-BF92-98D4CAA7AC3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280C15E-9725-4E06-8EF8-B621EF3F9BC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F3032E4-3398-46ED-889E-6EBBB75672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5" name="Footer Placeholder 4">
            <a:extLst xmlns:a="http://schemas.openxmlformats.org/drawingml/2006/main">
              <a:ext uri="{FF2B5EF4-FFF2-40B4-BE49-F238E27FC236}">
                <a16:creationId xmlns:a16="http://schemas.microsoft.com/office/drawing/2014/main" id="{53CD55AB-2BB5-4A29-8D2D-00CB51ED0A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1CF3EE4-F441-43DA-8FF9-0EDE26F277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1AFFDA-4FFA-41E3-8D19-BCD065395E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99FC67D-1DFD-4F1C-9888-F11493566FB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B64F0EAE-F660-4CA2-BD9D-60883AA7AE3E}"/>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DFB0F23F-6DC0-4DF8-89DA-CD94B7C94B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6" name="Footer Placeholder 5">
            <a:extLst xmlns:a="http://schemas.openxmlformats.org/drawingml/2006/main">
              <a:ext uri="{FF2B5EF4-FFF2-40B4-BE49-F238E27FC236}">
                <a16:creationId xmlns:a16="http://schemas.microsoft.com/office/drawing/2014/main" id="{56330479-76B1-472A-8B34-E2673CF9B9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FAD9CF3-42F2-4F84-BE80-8DF709B1FD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025562-2375-469A-B018-9E6800E9747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FA32809-73C6-428C-9CB9-441ED83C39F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B38439D3-A9AD-4EBC-A7A5-61A7B6C0CB6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6813F89-B26B-4D03-A07E-7FE79209C13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A873C98-1772-4F8B-96B8-8445A22EE00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86F0A4AD-CC17-4D4F-A5B2-54A3F2A700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8" name="Footer Placeholder 7">
            <a:extLst xmlns:a="http://schemas.openxmlformats.org/drawingml/2006/main">
              <a:ext uri="{FF2B5EF4-FFF2-40B4-BE49-F238E27FC236}">
                <a16:creationId xmlns:a16="http://schemas.microsoft.com/office/drawing/2014/main" id="{7E437F5F-A6D8-436C-8DCA-FFE2CDA231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D271D46A-66EC-4ED5-BB9C-EE7E8FF845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2D0003-709B-4B05-B7DC-9E422F9404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C0B5753A-1810-48B2-BFB3-5233181C20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4" name="Footer Placeholder 3">
            <a:extLst xmlns:a="http://schemas.openxmlformats.org/drawingml/2006/main">
              <a:ext uri="{FF2B5EF4-FFF2-40B4-BE49-F238E27FC236}">
                <a16:creationId xmlns:a16="http://schemas.microsoft.com/office/drawing/2014/main" id="{0C270CEC-6FF8-44F9-8ECC-50B885ED84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6AB3BDE3-1A37-42F9-BC72-F0EB31FCF4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A095965-E1FB-46B7-B921-1CC012143A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3" name="Footer Placeholder 2">
            <a:extLst xmlns:a="http://schemas.openxmlformats.org/drawingml/2006/main">
              <a:ext uri="{FF2B5EF4-FFF2-40B4-BE49-F238E27FC236}">
                <a16:creationId xmlns:a16="http://schemas.microsoft.com/office/drawing/2014/main" id="{98E0B874-EF2F-4EFF-9579-C6DC938257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EAC75510-0C3F-46A1-B90B-99A9F2B956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780753-8560-4A4B-92A8-B2E5635B5D1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3C2783D-2099-4FC9-9A84-F3BCD4F5952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D776FF9-5914-46FC-B533-164C85450117}"/>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E800064-FE78-4B03-A690-C392EB16C9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6" name="Footer Placeholder 5">
            <a:extLst xmlns:a="http://schemas.openxmlformats.org/drawingml/2006/main">
              <a:ext uri="{FF2B5EF4-FFF2-40B4-BE49-F238E27FC236}">
                <a16:creationId xmlns:a16="http://schemas.microsoft.com/office/drawing/2014/main" id="{22A576FD-D04D-47F0-9184-FE192ECFE6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DC58341-00CE-4DB1-BA00-6AC080C36AA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3F9716-B5F2-458D-9D9B-C214203CF3AE}"/>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C23D89A-6BCC-4429-A631-D21B16EAB05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8D5F9852-EA49-4ACE-8024-A461FDD492DD}"/>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4B16C0C-7741-4BD7-BDF9-A729D924AD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6" name="Footer Placeholder 5">
            <a:extLst xmlns:a="http://schemas.openxmlformats.org/drawingml/2006/main">
              <a:ext uri="{FF2B5EF4-FFF2-40B4-BE49-F238E27FC236}">
                <a16:creationId xmlns:a16="http://schemas.microsoft.com/office/drawing/2014/main" id="{49C6E64D-EBC7-4002-960C-A8DBF09777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12F26215-87F1-443B-A38A-C5EC0144BA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1A4B0A-048C-42FA-9D76-843C8573A3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C9916C6-68A5-4363-816F-491C3B5B20A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FEF882D-4EB7-437F-B3D5-142F87497C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5" name="Footer Placeholder 4">
            <a:extLst xmlns:a="http://schemas.openxmlformats.org/drawingml/2006/main">
              <a:ext uri="{FF2B5EF4-FFF2-40B4-BE49-F238E27FC236}">
                <a16:creationId xmlns:a16="http://schemas.microsoft.com/office/drawing/2014/main" id="{E4D59937-FD11-4388-8DF7-5F39A31B0B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E49FCDA-B5FB-4E0E-90C3-92F3E5D6776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07998B3-7854-42DB-92F3-65DFE923E21A}"/>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92A6F8A-3CA3-4229-B893-9B0A90D04DF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B2E2ABB-0C94-4326-A313-AE32F27022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2026-07-27</a:t>
            </a:fld>
          </a:p>
        </p:txBody>
      </p:sp>
      <p:sp>
        <p:nvSpPr>
          <p:cNvPr id="5" name="Footer Placeholder 4">
            <a:extLst xmlns:a="http://schemas.openxmlformats.org/drawingml/2006/main">
              <a:ext uri="{FF2B5EF4-FFF2-40B4-BE49-F238E27FC236}">
                <a16:creationId xmlns:a16="http://schemas.microsoft.com/office/drawing/2014/main" id="{73FE0032-6DBA-4819-9306-7BA9346313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3D479E4-CDD9-4EB7-B434-79FB97E322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41154a8acb4462" /><Relationship Type="http://schemas.openxmlformats.org/officeDocument/2006/relationships/slideLayout" Target="/ppt/slideLayouts/slideLayout1.xml" Id="R9bee8934cc7b4449" /><Relationship Type="http://schemas.openxmlformats.org/officeDocument/2006/relationships/slideLayout" Target="/ppt/slideLayouts/slideLayout2.xml" Id="R80b0c2b4bc7a49cd" /><Relationship Type="http://schemas.openxmlformats.org/officeDocument/2006/relationships/slideLayout" Target="/ppt/slideLayouts/slideLayout3.xml" Id="R0b2b8255800d4afc" /><Relationship Type="http://schemas.openxmlformats.org/officeDocument/2006/relationships/slideLayout" Target="/ppt/slideLayouts/slideLayout4.xml" Id="R06624d6b3adc4be3" /><Relationship Type="http://schemas.openxmlformats.org/officeDocument/2006/relationships/slideLayout" Target="/ppt/slideLayouts/slideLayout5.xml" Id="R335926258b3b42cf" /><Relationship Type="http://schemas.openxmlformats.org/officeDocument/2006/relationships/slideLayout" Target="/ppt/slideLayouts/slideLayout6.xml" Id="R3f506415137a4fef" /><Relationship Type="http://schemas.openxmlformats.org/officeDocument/2006/relationships/slideLayout" Target="/ppt/slideLayouts/slideLayout7.xml" Id="Rf8f868be187246bf" /><Relationship Type="http://schemas.openxmlformats.org/officeDocument/2006/relationships/slideLayout" Target="/ppt/slideLayouts/slideLayout8.xml" Id="R889302bf3ea84623" /><Relationship Type="http://schemas.openxmlformats.org/officeDocument/2006/relationships/slideLayout" Target="/ppt/slideLayouts/slideLayout9.xml" Id="Rc4d07f2214d04d2b" /><Relationship Type="http://schemas.openxmlformats.org/officeDocument/2006/relationships/slideLayout" Target="/ppt/slideLayouts/slideLayout10.xml" Id="Ra5e6f6a76de64ab8" /><Relationship Type="http://schemas.openxmlformats.org/officeDocument/2006/relationships/slideLayout" Target="/ppt/slideLayouts/slideLayout11.xml" Id="R03a5920ce8f94e5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9B9E727-2CE4-4802-B474-89E7C920D8E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6B94C97-FC62-4951-AB28-78751E467F27}"/>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06BAE43-8F88-41D0-8303-CAA0B2A98C4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2026-07-27</a:t>
            </a:fld>
          </a:p>
        </p:txBody>
      </p:sp>
      <p:sp>
        <p:nvSpPr>
          <p:cNvPr id="5" name="Footer Placeholder 4">
            <a:extLst xmlns:a="http://schemas.openxmlformats.org/drawingml/2006/main">
              <a:ext uri="{FF2B5EF4-FFF2-40B4-BE49-F238E27FC236}">
                <a16:creationId xmlns:a16="http://schemas.microsoft.com/office/drawing/2014/main" id="{7B06364E-FCF2-4435-8466-B9959D05D934}"/>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0F88E1E-FFDD-4F67-A408-3063224B3E0E}"/>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ee8934cc7b4449"/>
    <p:sldLayoutId xmlns:r="http://schemas.openxmlformats.org/officeDocument/2006/relationships" id="2147483650" r:id="R80b0c2b4bc7a49cd"/>
    <p:sldLayoutId xmlns:r="http://schemas.openxmlformats.org/officeDocument/2006/relationships" id="2147483651" r:id="R0b2b8255800d4afc"/>
    <p:sldLayoutId xmlns:r="http://schemas.openxmlformats.org/officeDocument/2006/relationships" id="2147483652" r:id="R06624d6b3adc4be3"/>
    <p:sldLayoutId xmlns:r="http://schemas.openxmlformats.org/officeDocument/2006/relationships" id="2147483653" r:id="R335926258b3b42cf"/>
    <p:sldLayoutId xmlns:r="http://schemas.openxmlformats.org/officeDocument/2006/relationships" id="2147483654" r:id="R3f506415137a4fef"/>
    <p:sldLayoutId xmlns:r="http://schemas.openxmlformats.org/officeDocument/2006/relationships" id="2147483655" r:id="Rf8f868be187246bf"/>
    <p:sldLayoutId xmlns:r="http://schemas.openxmlformats.org/officeDocument/2006/relationships" id="2147483656" r:id="R889302bf3ea84623"/>
    <p:sldLayoutId xmlns:r="http://schemas.openxmlformats.org/officeDocument/2006/relationships" id="2147483657" r:id="Rc4d07f2214d04d2b"/>
    <p:sldLayoutId xmlns:r="http://schemas.openxmlformats.org/officeDocument/2006/relationships" id="2147483658" r:id="Ra5e6f6a76de64ab8"/>
    <p:sldLayoutId xmlns:r="http://schemas.openxmlformats.org/officeDocument/2006/relationships" id="2147483659" r:id="R03a5920ce8f94e53"/>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73f08f6e2934d86" /><Relationship Type="http://schemas.openxmlformats.org/officeDocument/2006/relationships/image" Target="/ppt/media/image.jpeg" Id="R2369ba3e40a1482e" /><Relationship Type="http://schemas.openxmlformats.org/officeDocument/2006/relationships/image" Target="/ppt/media/image2.jpeg" Id="Rb5b7936c57e9400f" /><Relationship Type="http://schemas.openxmlformats.org/officeDocument/2006/relationships/notesSlide" Target="/ppt/notesSlides/notesSlide1.xml" Id="R37de83fb5a3f47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fc441ae8bac49b8" /><Relationship Type="http://schemas.openxmlformats.org/officeDocument/2006/relationships/image" Target="/ppt/media/image.jpeg" Id="Rce4cd7aad1a6445c" /><Relationship Type="http://schemas.openxmlformats.org/officeDocument/2006/relationships/image" Target="/ppt/media/image2.jpeg" Id="R5a82a81ea8f04ea9" /><Relationship Type="http://schemas.openxmlformats.org/officeDocument/2006/relationships/image" Target="/ppt/media/image.svg" Id="Rdceaab57a51d43ca" /><Relationship Type="http://schemas.openxmlformats.org/officeDocument/2006/relationships/notesSlide" Target="/ppt/notesSlides/notesSlide2.xml" Id="R74f0cb6fb0d345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706fee289d1424d" /><Relationship Type="http://schemas.openxmlformats.org/officeDocument/2006/relationships/image" Target="/ppt/media/image2.svg" Id="R9f96c90ff45943d8" /><Relationship Type="http://schemas.openxmlformats.org/officeDocument/2006/relationships/image" Target="/ppt/media/image2.jpeg" Id="Rf03e9d1613fd4884" /><Relationship Type="http://schemas.openxmlformats.org/officeDocument/2006/relationships/image" Target="/ppt/media/image.jpeg" Id="R2364f250045c45c7" /><Relationship Type="http://schemas.openxmlformats.org/officeDocument/2006/relationships/notesSlide" Target="/ppt/notesSlides/notesSlide3.xml" Id="Rdb59c491aba247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b5b6b55ff314301" /><Relationship Type="http://schemas.openxmlformats.org/officeDocument/2006/relationships/image" Target="/ppt/media/image.png" Id="Rd528357dcb294524" /><Relationship Type="http://schemas.openxmlformats.org/officeDocument/2006/relationships/image" Target="/ppt/media/image3.svg" Id="R75a1c486599d47be" /><Relationship Type="http://schemas.openxmlformats.org/officeDocument/2006/relationships/image" Target="/ppt/media/image.jpeg" Id="Rb2e9dc3667ac4f84" /><Relationship Type="http://schemas.openxmlformats.org/officeDocument/2006/relationships/image" Target="/ppt/media/image2.jpeg" Id="Rce47ab244392480a" /><Relationship Type="http://schemas.openxmlformats.org/officeDocument/2006/relationships/image" Target="/ppt/media/image2.png" Id="R6d045dbbbe0d42cd" /><Relationship Type="http://schemas.openxmlformats.org/officeDocument/2006/relationships/image" Target="/ppt/media/image4.svg" Id="R85f662a5d31d4734" /><Relationship Type="http://schemas.openxmlformats.org/officeDocument/2006/relationships/image" Target="/ppt/media/image3.png" Id="R8d9bd2e51c6d42d1" /><Relationship Type="http://schemas.openxmlformats.org/officeDocument/2006/relationships/image" Target="/ppt/media/image5.svg" Id="Rfcd69d50422547d0" /><Relationship Type="http://schemas.openxmlformats.org/officeDocument/2006/relationships/image" Target="/ppt/media/image4.png" Id="Race54ea96a4b4f9f" /><Relationship Type="http://schemas.openxmlformats.org/officeDocument/2006/relationships/image" Target="/ppt/media/image6.svg" Id="Raacf52b9312d430c" /><Relationship Type="http://schemas.openxmlformats.org/officeDocument/2006/relationships/notesSlide" Target="/ppt/notesSlides/notesSlide4.xml" Id="Rfb38838528d44d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ea170375b604147" /><Relationship Type="http://schemas.openxmlformats.org/officeDocument/2006/relationships/image" Target="/ppt/media/image.png" Id="Rb6c56c46099742ab" /><Relationship Type="http://schemas.openxmlformats.org/officeDocument/2006/relationships/image" Target="/ppt/media/image3.svg" Id="Raec1305eb73742e0" /><Relationship Type="http://schemas.openxmlformats.org/officeDocument/2006/relationships/image" Target="/ppt/media/image.jpeg" Id="R43d311cc1fe04e40" /><Relationship Type="http://schemas.openxmlformats.org/officeDocument/2006/relationships/image" Target="/ppt/media/image2.jpeg" Id="R2063805dac8041e9" /><Relationship Type="http://schemas.openxmlformats.org/officeDocument/2006/relationships/image" Target="/ppt/media/image5.png" Id="R4285906e226d4c88" /><Relationship Type="http://schemas.openxmlformats.org/officeDocument/2006/relationships/image" Target="/ppt/media/image7.svg" Id="R008503cfe4564e61" /><Relationship Type="http://schemas.openxmlformats.org/officeDocument/2006/relationships/image" Target="/ppt/media/image6.png" Id="R707f64b391c5474d" /><Relationship Type="http://schemas.openxmlformats.org/officeDocument/2006/relationships/image" Target="/ppt/media/image8.svg" Id="R30de6ade44974b69" /><Relationship Type="http://schemas.openxmlformats.org/officeDocument/2006/relationships/image" Target="/ppt/media/image7.png" Id="R7f4054b61fc349ec" /><Relationship Type="http://schemas.openxmlformats.org/officeDocument/2006/relationships/image" Target="/ppt/media/image9.svg" Id="R78835fdb67674df4" /><Relationship Type="http://schemas.openxmlformats.org/officeDocument/2006/relationships/notesSlide" Target="/ppt/notesSlides/notesSlide5.xml" Id="Rec23382f848d41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762985e08a2436e" /><Relationship Type="http://schemas.openxmlformats.org/officeDocument/2006/relationships/image" Target="/ppt/media/image2.jpeg" Id="R1fee1fc715cc4c99" /><Relationship Type="http://schemas.openxmlformats.org/officeDocument/2006/relationships/image" Target="/ppt/media/image2.svg" Id="Rd56f95fa7c48481c" /><Relationship Type="http://schemas.openxmlformats.org/officeDocument/2006/relationships/image" Target="/ppt/media/image.jpeg" Id="R4eb542e060404556" /><Relationship Type="http://schemas.openxmlformats.org/officeDocument/2006/relationships/notesSlide" Target="/ppt/notesSlides/notesSlide6.xml" Id="R0504e223a87f41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8d5613457f746fc" /><Relationship Type="http://schemas.openxmlformats.org/officeDocument/2006/relationships/image" Target="/ppt/media/image.png" Id="R85923c9cc9a7449c" /><Relationship Type="http://schemas.openxmlformats.org/officeDocument/2006/relationships/image" Target="/ppt/media/image3.svg" Id="R645d085fff784c97" /><Relationship Type="http://schemas.openxmlformats.org/officeDocument/2006/relationships/image" Target="/ppt/media/image.jpeg" Id="R1d6ef287194b41e7" /><Relationship Type="http://schemas.openxmlformats.org/officeDocument/2006/relationships/image" Target="/ppt/media/image2.jpeg" Id="R0afeabdd97be40ec" /><Relationship Type="http://schemas.openxmlformats.org/officeDocument/2006/relationships/image" Target="/ppt/media/image8.png" Id="Refa194a680024297" /><Relationship Type="http://schemas.openxmlformats.org/officeDocument/2006/relationships/image" Target="/ppt/media/image10.svg" Id="R971c52290aba4eb3" /><Relationship Type="http://schemas.openxmlformats.org/officeDocument/2006/relationships/image" Target="/ppt/media/image9.png" Id="R96c809e601c24e5d" /><Relationship Type="http://schemas.openxmlformats.org/officeDocument/2006/relationships/image" Target="/ppt/media/image11.svg" Id="R14fbf42b579a444d" /><Relationship Type="http://schemas.openxmlformats.org/officeDocument/2006/relationships/image" Target="/ppt/media/image10.png" Id="Ra4299fa52a874cc8" /><Relationship Type="http://schemas.openxmlformats.org/officeDocument/2006/relationships/image" Target="/ppt/media/image12.svg" Id="Ref2ec79bc1044880" /><Relationship Type="http://schemas.openxmlformats.org/officeDocument/2006/relationships/notesSlide" Target="/ppt/notesSlides/notesSlide7.xml" Id="Rdb47e7ef76a149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ad38c71c15f4080" /><Relationship Type="http://schemas.openxmlformats.org/officeDocument/2006/relationships/image" Target="/ppt/media/image2.jpeg" Id="Rd244c5e97e2d4cca" /><Relationship Type="http://schemas.openxmlformats.org/officeDocument/2006/relationships/image" Target="/ppt/media/image2.svg" Id="R641052de072a409e" /><Relationship Type="http://schemas.openxmlformats.org/officeDocument/2006/relationships/image" Target="/ppt/media/image.jpeg" Id="R58b98cf49e864361" /><Relationship Type="http://schemas.openxmlformats.org/officeDocument/2006/relationships/notesSlide" Target="/ppt/notesSlides/notesSlide8.xml" Id="R2952c70071914a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2b3399fdbbe41a3" /><Relationship Type="http://schemas.openxmlformats.org/officeDocument/2006/relationships/image" Target="/ppt/media/image.png" Id="Rbc50abf292fc4a85" /><Relationship Type="http://schemas.openxmlformats.org/officeDocument/2006/relationships/image" Target="/ppt/media/image3.svg" Id="Rd1392c2f7bd041bc" /><Relationship Type="http://schemas.openxmlformats.org/officeDocument/2006/relationships/image" Target="/ppt/media/image.jpeg" Id="R86c9b6cf63ee4fa7" /><Relationship Type="http://schemas.openxmlformats.org/officeDocument/2006/relationships/image" Target="/ppt/media/image2.jpeg" Id="Rc533b2f351d44d59" /><Relationship Type="http://schemas.openxmlformats.org/officeDocument/2006/relationships/image" Target="/ppt/media/image11.png" Id="Re1e82d1e4e584ba5" /><Relationship Type="http://schemas.openxmlformats.org/officeDocument/2006/relationships/image" Target="/ppt/media/image13.svg" Id="R172d27d4e8a14caa" /><Relationship Type="http://schemas.openxmlformats.org/officeDocument/2006/relationships/notesSlide" Target="/ppt/notesSlides/notesSlide9.xml" Id="R59d80458d19746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d14cb548c2c4b21" /><Relationship Type="http://schemas.openxmlformats.org/officeDocument/2006/relationships/image" Target="/ppt/media/image.png" Id="R6745696551594a55" /><Relationship Type="http://schemas.openxmlformats.org/officeDocument/2006/relationships/image" Target="/ppt/media/image3.svg" Id="R9176898588eb4f81" /><Relationship Type="http://schemas.openxmlformats.org/officeDocument/2006/relationships/image" Target="/ppt/media/image.jpeg" Id="R7f4ffe08425e45ab" /><Relationship Type="http://schemas.openxmlformats.org/officeDocument/2006/relationships/image" Target="/ppt/media/image2.jpeg" Id="Rd115c1ceb95d4285" /><Relationship Type="http://schemas.openxmlformats.org/officeDocument/2006/relationships/image" Target="/ppt/media/image12.png" Id="R43007213de394e86" /><Relationship Type="http://schemas.openxmlformats.org/officeDocument/2006/relationships/image" Target="/ppt/media/image14.svg" Id="Rd2003a8a1faf4015" /><Relationship Type="http://schemas.openxmlformats.org/officeDocument/2006/relationships/image" Target="/ppt/media/image13.png" Id="R12fa29944a644c24" /><Relationship Type="http://schemas.openxmlformats.org/officeDocument/2006/relationships/image" Target="/ppt/media/image15.svg" Id="Rc6ad08aad8454add" /><Relationship Type="http://schemas.openxmlformats.org/officeDocument/2006/relationships/image" Target="/ppt/media/image14.png" Id="R2c2aca1b1ea040ee" /><Relationship Type="http://schemas.openxmlformats.org/officeDocument/2006/relationships/image" Target="/ppt/media/image16.svg" Id="R2eb8d03e47fd42bb" /><Relationship Type="http://schemas.openxmlformats.org/officeDocument/2006/relationships/notesSlide" Target="/ppt/notesSlides/notesSlide10.xml" Id="Ra27790ccb67249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751d77ccfdd4e5b" /><Relationship Type="http://schemas.openxmlformats.org/officeDocument/2006/relationships/image" Target="/ppt/media/image.png" Id="R5685efd9064c4c34" /><Relationship Type="http://schemas.openxmlformats.org/officeDocument/2006/relationships/image" Target="/ppt/media/image3.svg" Id="Rd3f83704af16470f" /><Relationship Type="http://schemas.openxmlformats.org/officeDocument/2006/relationships/image" Target="/ppt/media/image.jpeg" Id="R2a51909bfe18492c" /><Relationship Type="http://schemas.openxmlformats.org/officeDocument/2006/relationships/image" Target="/ppt/media/image2.jpeg" Id="R678ea9774640489a" /><Relationship Type="http://schemas.openxmlformats.org/officeDocument/2006/relationships/image" Target="/ppt/media/image15.png" Id="R58e3b64571b5447e" /><Relationship Type="http://schemas.openxmlformats.org/officeDocument/2006/relationships/image" Target="/ppt/media/image17.svg" Id="R054abab3acc1485f" /><Relationship Type="http://schemas.openxmlformats.org/officeDocument/2006/relationships/image" Target="/ppt/media/image16.png" Id="R2a8695e56b2f4864" /><Relationship Type="http://schemas.openxmlformats.org/officeDocument/2006/relationships/image" Target="/ppt/media/image18.svg" Id="Rf06c342b7f3a4433" /><Relationship Type="http://schemas.openxmlformats.org/officeDocument/2006/relationships/image" Target="/ppt/media/image17.png" Id="R6886de02977f4104" /><Relationship Type="http://schemas.openxmlformats.org/officeDocument/2006/relationships/image" Target="/ppt/media/image19.svg" Id="Rffcc8ea4705645da" /><Relationship Type="http://schemas.openxmlformats.org/officeDocument/2006/relationships/image" Target="/ppt/media/image18.png" Id="R34205a83d0c84789" /><Relationship Type="http://schemas.openxmlformats.org/officeDocument/2006/relationships/image" Target="/ppt/media/image20.svg" Id="R43ce8850317d443c" /><Relationship Type="http://schemas.openxmlformats.org/officeDocument/2006/relationships/notesSlide" Target="/ppt/notesSlides/notesSlide11.xml" Id="Rfb09ff62058f48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da7baeea8474e0f" /><Relationship Type="http://schemas.openxmlformats.org/officeDocument/2006/relationships/image" Target="/ppt/media/image.png" Id="Rbe5f71c96049406a" /><Relationship Type="http://schemas.openxmlformats.org/officeDocument/2006/relationships/image" Target="/ppt/media/image3.svg" Id="Rf55156d903624348" /><Relationship Type="http://schemas.openxmlformats.org/officeDocument/2006/relationships/image" Target="/ppt/media/image.jpeg" Id="R4dda8431c92f4614" /><Relationship Type="http://schemas.openxmlformats.org/officeDocument/2006/relationships/image" Target="/ppt/media/image2.jpeg" Id="Rf2da7f5af0e64757" /><Relationship Type="http://schemas.openxmlformats.org/officeDocument/2006/relationships/image" Target="/ppt/media/image8.png" Id="R54312996c31247f5" /><Relationship Type="http://schemas.openxmlformats.org/officeDocument/2006/relationships/image" Target="/ppt/media/image10.svg" Id="R25ed1553ad8941cd" /><Relationship Type="http://schemas.openxmlformats.org/officeDocument/2006/relationships/image" Target="/ppt/media/image9.png" Id="R5172eed2f4ab46e8" /><Relationship Type="http://schemas.openxmlformats.org/officeDocument/2006/relationships/image" Target="/ppt/media/image11.svg" Id="R04cba07a13c54eae" /><Relationship Type="http://schemas.openxmlformats.org/officeDocument/2006/relationships/image" Target="/ppt/media/image10.png" Id="R8d117adcdd4743ca" /><Relationship Type="http://schemas.openxmlformats.org/officeDocument/2006/relationships/image" Target="/ppt/media/image12.svg" Id="Ra0ae5e02e36e4a7e" /><Relationship Type="http://schemas.openxmlformats.org/officeDocument/2006/relationships/notesSlide" Target="/ppt/notesSlides/notesSlide12.xml" Id="R8c5cbfd80e6d45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11dd5a5c49ca4127" /><Relationship Type="http://schemas.openxmlformats.org/officeDocument/2006/relationships/image" Target="/ppt/media/image.png" Id="R523ae275a0cc4e16" /><Relationship Type="http://schemas.openxmlformats.org/officeDocument/2006/relationships/image" Target="/ppt/media/image3.svg" Id="R67f2cb4dac834f6f" /><Relationship Type="http://schemas.openxmlformats.org/officeDocument/2006/relationships/image" Target="/ppt/media/image.jpeg" Id="R40856d89d7104547" /><Relationship Type="http://schemas.openxmlformats.org/officeDocument/2006/relationships/image" Target="/ppt/media/image2.jpeg" Id="R4a3952dec35d4b3b" /><Relationship Type="http://schemas.openxmlformats.org/officeDocument/2006/relationships/image" Target="/ppt/media/image19.png" Id="R861681b9a9d94999" /><Relationship Type="http://schemas.openxmlformats.org/officeDocument/2006/relationships/image" Target="/ppt/media/image21.svg" Id="R419910aba0d04d9e" /><Relationship Type="http://schemas.openxmlformats.org/officeDocument/2006/relationships/image" Target="/ppt/media/image20.png" Id="Rfd9502665d554d7f" /><Relationship Type="http://schemas.openxmlformats.org/officeDocument/2006/relationships/image" Target="/ppt/media/image22.svg" Id="R262bc54d35904c53" /><Relationship Type="http://schemas.openxmlformats.org/officeDocument/2006/relationships/image" Target="/ppt/media/image21.png" Id="Rd615107ae3b24f3c" /><Relationship Type="http://schemas.openxmlformats.org/officeDocument/2006/relationships/image" Target="/ppt/media/image23.svg" Id="R2b90364f9e244690" /><Relationship Type="http://schemas.openxmlformats.org/officeDocument/2006/relationships/notesSlide" Target="/ppt/notesSlides/notesSlide13.xml" Id="Rac97217c23f04b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c752dabb7cfc4496" /><Relationship Type="http://schemas.openxmlformats.org/officeDocument/2006/relationships/image" Target="/ppt/media/image.png" Id="Re72c8117294d43bf" /><Relationship Type="http://schemas.openxmlformats.org/officeDocument/2006/relationships/image" Target="/ppt/media/image3.svg" Id="R7b80dd0f68bb43fa" /><Relationship Type="http://schemas.openxmlformats.org/officeDocument/2006/relationships/image" Target="/ppt/media/image.jpeg" Id="R3b0b1e8321f04381" /><Relationship Type="http://schemas.openxmlformats.org/officeDocument/2006/relationships/image" Target="/ppt/media/image2.jpeg" Id="R0f0508522fc24c49" /><Relationship Type="http://schemas.openxmlformats.org/officeDocument/2006/relationships/image" Target="/ppt/media/image22.png" Id="R8ba9e8e385184baf" /><Relationship Type="http://schemas.openxmlformats.org/officeDocument/2006/relationships/image" Target="/ppt/media/image24.svg" Id="Rd5d0be89d9eb4981" /><Relationship Type="http://schemas.openxmlformats.org/officeDocument/2006/relationships/image" Target="/ppt/media/image23.png" Id="R224b3db220b64cd7" /><Relationship Type="http://schemas.openxmlformats.org/officeDocument/2006/relationships/image" Target="/ppt/media/image25.svg" Id="R85ba2dd6b5884146" /><Relationship Type="http://schemas.openxmlformats.org/officeDocument/2006/relationships/image" Target="/ppt/media/image24.png" Id="R2d284e1a81244ef5" /><Relationship Type="http://schemas.openxmlformats.org/officeDocument/2006/relationships/image" Target="/ppt/media/image26.svg" Id="R8f4524b3df0d4219" /><Relationship Type="http://schemas.openxmlformats.org/officeDocument/2006/relationships/notesSlide" Target="/ppt/notesSlides/notesSlide14.xml" Id="R1f045448d1a94f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a141fd2c676e41d3" /><Relationship Type="http://schemas.openxmlformats.org/officeDocument/2006/relationships/image" Target="/ppt/media/image2.jpeg" Id="Rb2204ae8ab6a44f5" /><Relationship Type="http://schemas.openxmlformats.org/officeDocument/2006/relationships/image" Target="/ppt/media/image2.svg" Id="R122acab7e0664773" /><Relationship Type="http://schemas.openxmlformats.org/officeDocument/2006/relationships/image" Target="/ppt/media/image.jpeg" Id="Rdf163365c2074d9b" /><Relationship Type="http://schemas.openxmlformats.org/officeDocument/2006/relationships/notesSlide" Target="/ppt/notesSlides/notesSlide15.xml" Id="Rfc09802d07354ff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f3b399201ac6464c" /><Relationship Type="http://schemas.openxmlformats.org/officeDocument/2006/relationships/image" Target="/ppt/media/image.png" Id="R794987abfe6d4ecf" /><Relationship Type="http://schemas.openxmlformats.org/officeDocument/2006/relationships/image" Target="/ppt/media/image3.svg" Id="R8e3aa7df57d543fe" /><Relationship Type="http://schemas.openxmlformats.org/officeDocument/2006/relationships/image" Target="/ppt/media/image.jpeg" Id="R8419d6bcf9b244d5" /><Relationship Type="http://schemas.openxmlformats.org/officeDocument/2006/relationships/image" Target="/ppt/media/image2.jpeg" Id="Rae81216533734153" /><Relationship Type="http://schemas.openxmlformats.org/officeDocument/2006/relationships/image" Target="/ppt/media/image25.png" Id="Rc6e86d3670874c30" /><Relationship Type="http://schemas.openxmlformats.org/officeDocument/2006/relationships/image" Target="/ppt/media/image27.svg" Id="Rec983172f98b4224" /><Relationship Type="http://schemas.openxmlformats.org/officeDocument/2006/relationships/image" Target="/ppt/media/image26.png" Id="R7ef78867f5064fe2" /><Relationship Type="http://schemas.openxmlformats.org/officeDocument/2006/relationships/image" Target="/ppt/media/image28.svg" Id="R764586d45d404b82" /><Relationship Type="http://schemas.openxmlformats.org/officeDocument/2006/relationships/notesSlide" Target="/ppt/notesSlides/notesSlide16.xml" Id="R0b3cccc3376f43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90f00285fcef4287" /><Relationship Type="http://schemas.openxmlformats.org/officeDocument/2006/relationships/image" Target="/ppt/media/image.png" Id="R5f1c4529fabc478a" /><Relationship Type="http://schemas.openxmlformats.org/officeDocument/2006/relationships/image" Target="/ppt/media/image3.svg" Id="R09c0fb535f864f65" /><Relationship Type="http://schemas.openxmlformats.org/officeDocument/2006/relationships/image" Target="/ppt/media/image.jpeg" Id="R01738409efb6428f" /><Relationship Type="http://schemas.openxmlformats.org/officeDocument/2006/relationships/image" Target="/ppt/media/image2.jpeg" Id="R1304552f81d84489" /><Relationship Type="http://schemas.openxmlformats.org/officeDocument/2006/relationships/image" Target="/ppt/media/image27.png" Id="R46735587f8e146b2" /><Relationship Type="http://schemas.openxmlformats.org/officeDocument/2006/relationships/image" Target="/ppt/media/image29.svg" Id="R3894754fbe3b40b9" /><Relationship Type="http://schemas.openxmlformats.org/officeDocument/2006/relationships/image" Target="/ppt/media/image28.png" Id="R34a0db3967f948b8" /><Relationship Type="http://schemas.openxmlformats.org/officeDocument/2006/relationships/image" Target="/ppt/media/image30.svg" Id="R8e78a9a920c0475c" /><Relationship Type="http://schemas.openxmlformats.org/officeDocument/2006/relationships/image" Target="/ppt/media/image29.png" Id="Rdc52f0b8d3ae4738" /><Relationship Type="http://schemas.openxmlformats.org/officeDocument/2006/relationships/image" Target="/ppt/media/image31.svg" Id="R73b2d66c0dfd4ed6" /><Relationship Type="http://schemas.openxmlformats.org/officeDocument/2006/relationships/image" Target="/ppt/media/image26.png" Id="Rd316e4f2358e4a08" /><Relationship Type="http://schemas.openxmlformats.org/officeDocument/2006/relationships/notesSlide" Target="/ppt/notesSlides/notesSlide17.xml" Id="Rac813cb3e91e48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5bed269b69f84d20" /><Relationship Type="http://schemas.openxmlformats.org/officeDocument/2006/relationships/image" Target="/ppt/media/image.png" Id="Radb3978960754f4b" /><Relationship Type="http://schemas.openxmlformats.org/officeDocument/2006/relationships/image" Target="/ppt/media/image3.svg" Id="R3629e8eb96994c5d" /><Relationship Type="http://schemas.openxmlformats.org/officeDocument/2006/relationships/image" Target="/ppt/media/image.jpeg" Id="R5cd754f46ffd44b7" /><Relationship Type="http://schemas.openxmlformats.org/officeDocument/2006/relationships/image" Target="/ppt/media/image2.jpeg" Id="R8cc54486bb204518" /><Relationship Type="http://schemas.openxmlformats.org/officeDocument/2006/relationships/image" Target="/ppt/media/image27.png" Id="Rdb7898b4881c4a6d" /><Relationship Type="http://schemas.openxmlformats.org/officeDocument/2006/relationships/image" Target="/ppt/media/image29.svg" Id="R30df49d031fe4519" /><Relationship Type="http://schemas.openxmlformats.org/officeDocument/2006/relationships/image" Target="/ppt/media/image28.png" Id="R07c28e5304ed4d64" /><Relationship Type="http://schemas.openxmlformats.org/officeDocument/2006/relationships/image" Target="/ppt/media/image30.svg" Id="Rcf40de438fbe4d7d" /><Relationship Type="http://schemas.openxmlformats.org/officeDocument/2006/relationships/image" Target="/ppt/media/image29.png" Id="R37c2a448ec464941" /><Relationship Type="http://schemas.openxmlformats.org/officeDocument/2006/relationships/image" Target="/ppt/media/image31.svg" Id="R0a150e7cb56643df" /><Relationship Type="http://schemas.openxmlformats.org/officeDocument/2006/relationships/notesSlide" Target="/ppt/notesSlides/notesSlide18.xml" Id="R2ca864fcd92d4ee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d29828cc702c4675" /><Relationship Type="http://schemas.openxmlformats.org/officeDocument/2006/relationships/image" Target="/ppt/media/image.png" Id="Rd919191150bc4ef2" /><Relationship Type="http://schemas.openxmlformats.org/officeDocument/2006/relationships/image" Target="/ppt/media/image3.svg" Id="R0b69d9593f974496" /><Relationship Type="http://schemas.openxmlformats.org/officeDocument/2006/relationships/image" Target="/ppt/media/image.jpeg" Id="Rce4f8067a38c4592" /><Relationship Type="http://schemas.openxmlformats.org/officeDocument/2006/relationships/image" Target="/ppt/media/image2.jpeg" Id="R68c43f78e5ce4209" /><Relationship Type="http://schemas.openxmlformats.org/officeDocument/2006/relationships/image" Target="/ppt/media/image27.png" Id="Rd37590fc6f62432d" /><Relationship Type="http://schemas.openxmlformats.org/officeDocument/2006/relationships/image" Target="/ppt/media/image29.svg" Id="Rb5edc34d08d0496c" /><Relationship Type="http://schemas.openxmlformats.org/officeDocument/2006/relationships/image" Target="/ppt/media/image28.png" Id="R24df01976f784bd9" /><Relationship Type="http://schemas.openxmlformats.org/officeDocument/2006/relationships/image" Target="/ppt/media/image30.svg" Id="R772b190b1ec346a4" /><Relationship Type="http://schemas.openxmlformats.org/officeDocument/2006/relationships/image" Target="/ppt/media/image29.png" Id="Rab52eaf05a034f67" /><Relationship Type="http://schemas.openxmlformats.org/officeDocument/2006/relationships/image" Target="/ppt/media/image31.svg" Id="R7e65558b66364cc1" /><Relationship Type="http://schemas.openxmlformats.org/officeDocument/2006/relationships/notesSlide" Target="/ppt/notesSlides/notesSlide19.xml" Id="R68f4954776454d2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23812235d2f74a85" /><Relationship Type="http://schemas.openxmlformats.org/officeDocument/2006/relationships/image" Target="/ppt/media/image.png" Id="Raa0fa76a0a454ea3" /><Relationship Type="http://schemas.openxmlformats.org/officeDocument/2006/relationships/image" Target="/ppt/media/image3.svg" Id="R906e788b3ec143e2" /><Relationship Type="http://schemas.openxmlformats.org/officeDocument/2006/relationships/image" Target="/ppt/media/image.jpeg" Id="Ra55915ddf8954e78" /><Relationship Type="http://schemas.openxmlformats.org/officeDocument/2006/relationships/image" Target="/ppt/media/image2.jpeg" Id="R0ed90fe320f749fb" /><Relationship Type="http://schemas.openxmlformats.org/officeDocument/2006/relationships/image" Target="/ppt/media/image27.png" Id="Rd7c05f6fae384a54" /><Relationship Type="http://schemas.openxmlformats.org/officeDocument/2006/relationships/image" Target="/ppt/media/image29.svg" Id="R2c3b48300b9842e8" /><Relationship Type="http://schemas.openxmlformats.org/officeDocument/2006/relationships/image" Target="/ppt/media/image28.png" Id="Rd1fdf423e16b448e" /><Relationship Type="http://schemas.openxmlformats.org/officeDocument/2006/relationships/image" Target="/ppt/media/image30.svg" Id="R97fab19f7b234fac" /><Relationship Type="http://schemas.openxmlformats.org/officeDocument/2006/relationships/image" Target="/ppt/media/image29.png" Id="Re4ad0e4216da4eb2" /><Relationship Type="http://schemas.openxmlformats.org/officeDocument/2006/relationships/image" Target="/ppt/media/image31.svg" Id="Rff50181cff564859" /><Relationship Type="http://schemas.openxmlformats.org/officeDocument/2006/relationships/notesSlide" Target="/ppt/notesSlides/notesSlide20.xml" Id="Rb8dd79e4fd1649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582fb81e9f9d4126" /><Relationship Type="http://schemas.openxmlformats.org/officeDocument/2006/relationships/image" Target="/ppt/media/image.png" Id="Rb81c1f90fb7447ba" /><Relationship Type="http://schemas.openxmlformats.org/officeDocument/2006/relationships/image" Target="/ppt/media/image3.svg" Id="Rad6ec90651ca4afe" /><Relationship Type="http://schemas.openxmlformats.org/officeDocument/2006/relationships/image" Target="/ppt/media/image.jpeg" Id="R267eed36da534bd2" /><Relationship Type="http://schemas.openxmlformats.org/officeDocument/2006/relationships/image" Target="/ppt/media/image2.jpeg" Id="R8a7facb5357c422b" /><Relationship Type="http://schemas.openxmlformats.org/officeDocument/2006/relationships/image" Target="/ppt/media/image27.png" Id="R75e1e8dc4b3449b4" /><Relationship Type="http://schemas.openxmlformats.org/officeDocument/2006/relationships/image" Target="/ppt/media/image29.svg" Id="Rc247967940ce45e0" /><Relationship Type="http://schemas.openxmlformats.org/officeDocument/2006/relationships/image" Target="/ppt/media/image28.png" Id="R5ea8770edfe54fde" /><Relationship Type="http://schemas.openxmlformats.org/officeDocument/2006/relationships/image" Target="/ppt/media/image30.svg" Id="R6b89e948766c423a" /><Relationship Type="http://schemas.openxmlformats.org/officeDocument/2006/relationships/image" Target="/ppt/media/image29.png" Id="R1507f81bff0b499c" /><Relationship Type="http://schemas.openxmlformats.org/officeDocument/2006/relationships/image" Target="/ppt/media/image31.svg" Id="R9448c6d77de642ba" /><Relationship Type="http://schemas.openxmlformats.org/officeDocument/2006/relationships/image" Target="/ppt/media/image30.png" Id="R2cfefd6a456b4952" /><Relationship Type="http://schemas.openxmlformats.org/officeDocument/2006/relationships/notesSlide" Target="/ppt/notesSlides/notesSlide21.xml" Id="Rac0af56f68194c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927013089d084cf7" /><Relationship Type="http://schemas.openxmlformats.org/officeDocument/2006/relationships/image" Target="/ppt/media/image.png" Id="R214333209c6e4ae4" /><Relationship Type="http://schemas.openxmlformats.org/officeDocument/2006/relationships/image" Target="/ppt/media/image3.svg" Id="R22dc3e3abf1e4043" /><Relationship Type="http://schemas.openxmlformats.org/officeDocument/2006/relationships/image" Target="/ppt/media/image.jpeg" Id="Rd4bf6b2639174189" /><Relationship Type="http://schemas.openxmlformats.org/officeDocument/2006/relationships/image" Target="/ppt/media/image2.jpeg" Id="R63635cab08224a54" /><Relationship Type="http://schemas.openxmlformats.org/officeDocument/2006/relationships/image" Target="/ppt/media/image27.png" Id="R96193239c95c4381" /><Relationship Type="http://schemas.openxmlformats.org/officeDocument/2006/relationships/image" Target="/ppt/media/image29.svg" Id="R5c0ed7e5195d45bb" /><Relationship Type="http://schemas.openxmlformats.org/officeDocument/2006/relationships/image" Target="/ppt/media/image28.png" Id="Rbb70d546108e44e0" /><Relationship Type="http://schemas.openxmlformats.org/officeDocument/2006/relationships/image" Target="/ppt/media/image30.svg" Id="Rc928f4b2509f4ced" /><Relationship Type="http://schemas.openxmlformats.org/officeDocument/2006/relationships/image" Target="/ppt/media/image29.png" Id="R13c3ec314eed404d" /><Relationship Type="http://schemas.openxmlformats.org/officeDocument/2006/relationships/image" Target="/ppt/media/image31.svg" Id="R46ea5e510db84447" /><Relationship Type="http://schemas.openxmlformats.org/officeDocument/2006/relationships/image" Target="/ppt/media/image31.png" Id="R3f6a47659fba420e" /><Relationship Type="http://schemas.openxmlformats.org/officeDocument/2006/relationships/notesSlide" Target="/ppt/notesSlides/notesSlide22.xml" Id="R7e9de70e768c4ad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2589d34a6f384564" /><Relationship Type="http://schemas.openxmlformats.org/officeDocument/2006/relationships/image" Target="/ppt/media/image.png" Id="R0e33de5b39f247a9" /><Relationship Type="http://schemas.openxmlformats.org/officeDocument/2006/relationships/image" Target="/ppt/media/image3.svg" Id="R237c84225418461f" /><Relationship Type="http://schemas.openxmlformats.org/officeDocument/2006/relationships/image" Target="/ppt/media/image.jpeg" Id="R412aa8000bb748a3" /><Relationship Type="http://schemas.openxmlformats.org/officeDocument/2006/relationships/image" Target="/ppt/media/image2.jpeg" Id="R3709bf48853a4a83" /><Relationship Type="http://schemas.openxmlformats.org/officeDocument/2006/relationships/image" Target="/ppt/media/image32.svg" Id="R6258c481137f47c2" /><Relationship Type="http://schemas.openxmlformats.org/officeDocument/2006/relationships/image" Target="/ppt/media/image30.png" Id="R9816df36a269452d" /><Relationship Type="http://schemas.openxmlformats.org/officeDocument/2006/relationships/image" Target="/ppt/media/image33.svg" Id="R1d71600f06be4d78" /><Relationship Type="http://schemas.openxmlformats.org/officeDocument/2006/relationships/image" Target="/ppt/media/image31.png" Id="R67ce5996e9c64bc8" /><Relationship Type="http://schemas.openxmlformats.org/officeDocument/2006/relationships/image" Target="/ppt/media/image32.png" Id="Rb30fcf0ee4604f1f" /><Relationship Type="http://schemas.openxmlformats.org/officeDocument/2006/relationships/image" Target="/ppt/media/image34.svg" Id="R5f01655755f14bb9" /><Relationship Type="http://schemas.openxmlformats.org/officeDocument/2006/relationships/image" Target="/ppt/media/image33.png" Id="R42503f6521514ba2" /><Relationship Type="http://schemas.openxmlformats.org/officeDocument/2006/relationships/image" Target="/ppt/media/image35.svg" Id="Raff2ad66b5a94a03" /><Relationship Type="http://schemas.openxmlformats.org/officeDocument/2006/relationships/image" Target="/ppt/media/image34.png" Id="R902932d3b8884a91" /><Relationship Type="http://schemas.openxmlformats.org/officeDocument/2006/relationships/image" Target="/ppt/media/image36.svg" Id="R296833b3c8df4167" /><Relationship Type="http://schemas.openxmlformats.org/officeDocument/2006/relationships/notesSlide" Target="/ppt/notesSlides/notesSlide23.xml" Id="R36cd3075eb484e5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8930b40a11ca4b43" /><Relationship Type="http://schemas.openxmlformats.org/officeDocument/2006/relationships/image" Target="/ppt/media/image.png" Id="R622ca21b25684380" /><Relationship Type="http://schemas.openxmlformats.org/officeDocument/2006/relationships/image" Target="/ppt/media/image3.svg" Id="R2d2ee0d986774378" /><Relationship Type="http://schemas.openxmlformats.org/officeDocument/2006/relationships/image" Target="/ppt/media/image.jpeg" Id="R1f8da6e4e38c40e2" /><Relationship Type="http://schemas.openxmlformats.org/officeDocument/2006/relationships/image" Target="/ppt/media/image2.jpeg" Id="R395c0eaeb80440a8" /><Relationship Type="http://schemas.openxmlformats.org/officeDocument/2006/relationships/image" Target="/ppt/media/image27.png" Id="Ra1f00d32493b48f9" /><Relationship Type="http://schemas.openxmlformats.org/officeDocument/2006/relationships/image" Target="/ppt/media/image29.svg" Id="R204df38306304ed8" /><Relationship Type="http://schemas.openxmlformats.org/officeDocument/2006/relationships/image" Target="/ppt/media/image28.png" Id="R9f2a225d14f449b7" /><Relationship Type="http://schemas.openxmlformats.org/officeDocument/2006/relationships/image" Target="/ppt/media/image30.svg" Id="Rc32d95ea695c44fd" /><Relationship Type="http://schemas.openxmlformats.org/officeDocument/2006/relationships/image" Target="/ppt/media/image29.png" Id="R94225522d1c44ca2" /><Relationship Type="http://schemas.openxmlformats.org/officeDocument/2006/relationships/image" Target="/ppt/media/image31.svg" Id="R25f55dac03ba414a" /><Relationship Type="http://schemas.openxmlformats.org/officeDocument/2006/relationships/image" Target="/ppt/media/image32.png" Id="Ra8a77028945c49aa" /><Relationship Type="http://schemas.openxmlformats.org/officeDocument/2006/relationships/image" Target="/ppt/media/image33.png" Id="R215ddd078c4d46e2" /><Relationship Type="http://schemas.openxmlformats.org/officeDocument/2006/relationships/notesSlide" Target="/ppt/notesSlides/notesSlide24.xml" Id="R557f13ba4fd0488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fcc836d82d134314" /><Relationship Type="http://schemas.openxmlformats.org/officeDocument/2006/relationships/image" Target="/ppt/media/image.png" Id="R560083ffd17e4fc0" /><Relationship Type="http://schemas.openxmlformats.org/officeDocument/2006/relationships/image" Target="/ppt/media/image3.svg" Id="Rc45c78b09dc140d9" /><Relationship Type="http://schemas.openxmlformats.org/officeDocument/2006/relationships/image" Target="/ppt/media/image.jpeg" Id="R3717f8361a2e4d37" /><Relationship Type="http://schemas.openxmlformats.org/officeDocument/2006/relationships/image" Target="/ppt/media/image2.jpeg" Id="R06fcc21255394ef8" /><Relationship Type="http://schemas.openxmlformats.org/officeDocument/2006/relationships/image" Target="/ppt/media/image27.png" Id="Rf49dccf8b4104698" /><Relationship Type="http://schemas.openxmlformats.org/officeDocument/2006/relationships/image" Target="/ppt/media/image29.svg" Id="R9a1347cc48be4684" /><Relationship Type="http://schemas.openxmlformats.org/officeDocument/2006/relationships/image" Target="/ppt/media/image28.png" Id="R246724d39ee84083" /><Relationship Type="http://schemas.openxmlformats.org/officeDocument/2006/relationships/image" Target="/ppt/media/image30.svg" Id="R92f20df17d1f4bc6" /><Relationship Type="http://schemas.openxmlformats.org/officeDocument/2006/relationships/image" Target="/ppt/media/image29.png" Id="R3ff5297636ee46f4" /><Relationship Type="http://schemas.openxmlformats.org/officeDocument/2006/relationships/image" Target="/ppt/media/image31.svg" Id="R8c2110ad9c624ade" /><Relationship Type="http://schemas.openxmlformats.org/officeDocument/2006/relationships/image" Target="/ppt/media/image34.png" Id="R3482f5c75f7649ff" /><Relationship Type="http://schemas.openxmlformats.org/officeDocument/2006/relationships/notesSlide" Target="/ppt/notesSlides/notesSlide25.xml" Id="Rc9f384ec34fc4e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442f281b3d08436d" /><Relationship Type="http://schemas.openxmlformats.org/officeDocument/2006/relationships/image" Target="/ppt/media/image2.jpeg" Id="R2fa0cf4a2efc4fda" /><Relationship Type="http://schemas.openxmlformats.org/officeDocument/2006/relationships/image" Target="/ppt/media/image2.svg" Id="Rabeac6cf779c4682" /><Relationship Type="http://schemas.openxmlformats.org/officeDocument/2006/relationships/image" Target="/ppt/media/image.jpeg" Id="R620db4f5a17046af" /><Relationship Type="http://schemas.openxmlformats.org/officeDocument/2006/relationships/notesSlide" Target="/ppt/notesSlides/notesSlide26.xml" Id="R25ce0efc3a1d49f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15d3de686fbb4c47" /><Relationship Type="http://schemas.openxmlformats.org/officeDocument/2006/relationships/image" Target="/ppt/media/image.png" Id="R0b4928a448304b2e" /><Relationship Type="http://schemas.openxmlformats.org/officeDocument/2006/relationships/image" Target="/ppt/media/image3.svg" Id="Rdb80694d0f03470b" /><Relationship Type="http://schemas.openxmlformats.org/officeDocument/2006/relationships/image" Target="/ppt/media/image.jpeg" Id="Rea640ec3cf324c66" /><Relationship Type="http://schemas.openxmlformats.org/officeDocument/2006/relationships/image" Target="/ppt/media/image2.jpeg" Id="R4811c1e7fbf34aef" /><Relationship Type="http://schemas.openxmlformats.org/officeDocument/2006/relationships/image" Target="/ppt/media/image35.png" Id="R2bca36987ef740bf" /><Relationship Type="http://schemas.openxmlformats.org/officeDocument/2006/relationships/image" Target="/ppt/media/image37.svg" Id="R772d20fb5858411c" /><Relationship Type="http://schemas.openxmlformats.org/officeDocument/2006/relationships/image" Target="/ppt/media/image36.png" Id="R12885e969d874a19" /><Relationship Type="http://schemas.openxmlformats.org/officeDocument/2006/relationships/image" Target="/ppt/media/image38.svg" Id="Rd6ff2b353ca642fa" /><Relationship Type="http://schemas.openxmlformats.org/officeDocument/2006/relationships/image" Target="/ppt/media/image37.png" Id="R5faef3a2a7c64b17" /><Relationship Type="http://schemas.openxmlformats.org/officeDocument/2006/relationships/image" Target="/ppt/media/image39.svg" Id="R8cd861039dcd46e1" /><Relationship Type="http://schemas.openxmlformats.org/officeDocument/2006/relationships/notesSlide" Target="/ppt/notesSlides/notesSlide27.xml" Id="R9a299872c01d47f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0e995011992540a2" /><Relationship Type="http://schemas.openxmlformats.org/officeDocument/2006/relationships/image" Target="/ppt/media/image.png" Id="Rab65a38d1af2486d" /><Relationship Type="http://schemas.openxmlformats.org/officeDocument/2006/relationships/image" Target="/ppt/media/image3.svg" Id="R3ed1170f9a3d44a9" /><Relationship Type="http://schemas.openxmlformats.org/officeDocument/2006/relationships/image" Target="/ppt/media/image.jpeg" Id="R0a04cb401b904d8e" /><Relationship Type="http://schemas.openxmlformats.org/officeDocument/2006/relationships/image" Target="/ppt/media/image2.jpeg" Id="R26f07cc5e30648bc" /><Relationship Type="http://schemas.openxmlformats.org/officeDocument/2006/relationships/image" Target="/ppt/media/image38.png" Id="R89774ab7f79840f0" /><Relationship Type="http://schemas.openxmlformats.org/officeDocument/2006/relationships/image" Target="/ppt/media/image40.svg" Id="R047e172e8eca4cbd" /><Relationship Type="http://schemas.openxmlformats.org/officeDocument/2006/relationships/image" Target="/ppt/media/image39.png" Id="R4c30f04985ce43a4" /><Relationship Type="http://schemas.openxmlformats.org/officeDocument/2006/relationships/image" Target="/ppt/media/image41.svg" Id="Rd31702627e834c3b" /><Relationship Type="http://schemas.openxmlformats.org/officeDocument/2006/relationships/image" Target="/ppt/media/image40.png" Id="R6f5599eac1f24791" /><Relationship Type="http://schemas.openxmlformats.org/officeDocument/2006/relationships/image" Target="/ppt/media/image42.svg" Id="R9a8b38117d374b55" /><Relationship Type="http://schemas.openxmlformats.org/officeDocument/2006/relationships/image" Target="/ppt/media/image41.png" Id="Re9507173c9c14423" /><Relationship Type="http://schemas.openxmlformats.org/officeDocument/2006/relationships/image" Target="/ppt/media/image43.svg" Id="Ra9e914a82f174075" /><Relationship Type="http://schemas.openxmlformats.org/officeDocument/2006/relationships/image" Target="/ppt/media/image42.png" Id="R3695dbc9ff2c42cf" /><Relationship Type="http://schemas.openxmlformats.org/officeDocument/2006/relationships/image" Target="/ppt/media/image44.svg" Id="Rf0a124a852ec4c2b" /><Relationship Type="http://schemas.openxmlformats.org/officeDocument/2006/relationships/notesSlide" Target="/ppt/notesSlides/notesSlide28.xml" Id="R948d9119f7734d8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29d23a9e7c0e41a7" /><Relationship Type="http://schemas.openxmlformats.org/officeDocument/2006/relationships/image" Target="/ppt/media/image.jpeg" Id="R18780510107c4573" /><Relationship Type="http://schemas.openxmlformats.org/officeDocument/2006/relationships/image" Target="/ppt/media/image2.jpeg" Id="R8d90d00dbba143d2" /><Relationship Type="http://schemas.openxmlformats.org/officeDocument/2006/relationships/notesSlide" Target="/ppt/notesSlides/notesSlide29.xml" Id="R7ef56c1906b54092" /></Relationships>
</file>

<file path=ppt/slides/slide1.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7E62248-C0B5-4235-BE1F-9718024A3947}"/>
              </a:ext>
            </a:extLst>
          </p:cNvPr>
          <p:cNvSpPr>
            <a:spLocks xmlns:a="http://schemas.openxmlformats.org/drawingml/2006/main" noGrp="1"/>
          </p:cNvSpPr>
          <p:nvPr/>
        </p:nvSpPr>
        <p:spPr>
          <a:xfrm xmlns:a="http://schemas.openxmlformats.org/drawingml/2006/main">
            <a:off x="3643312" y="3243262"/>
            <a:ext cx="11001375" cy="1885950"/>
          </a:xfrm>
          <a:custGeom xmlns:a="http://schemas.openxmlformats.org/drawingml/2006/main">
            <a:rect l="l" t="t" r="r" b="b"/>
            <a:pathLst>
              <a:path w="14668500" h="2514600">
                <a:moveTo>
                  <a:pt x="0" y="228600"/>
                </a:moveTo>
                <a:cubicBezTo>
                  <a:pt x="0" y="102362"/>
                  <a:pt x="102362" y="0"/>
                  <a:pt x="228600" y="0"/>
                </a:cubicBezTo>
                <a:lnTo>
                  <a:pt x="14439900" y="0"/>
                </a:lnTo>
                <a:cubicBezTo>
                  <a:pt x="14566137" y="0"/>
                  <a:pt x="14668500" y="102362"/>
                  <a:pt x="14668500" y="228600"/>
                </a:cubicBezTo>
                <a:lnTo>
                  <a:pt x="14668500" y="2286000"/>
                </a:lnTo>
                <a:cubicBezTo>
                  <a:pt x="14668500" y="2412238"/>
                  <a:pt x="14566137" y="2514600"/>
                  <a:pt x="14439900" y="2514600"/>
                </a:cubicBezTo>
                <a:lnTo>
                  <a:pt x="228600" y="2514600"/>
                </a:lnTo>
                <a:cubicBezTo>
                  <a:pt x="102362" y="2514600"/>
                  <a:pt x="0" y="2412238"/>
                  <a:pt x="0" y="2286000"/>
                </a:cubicBezTo>
                <a:close/>
              </a:path>
            </a:pathLst>
          </a:cu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5" name="Freeform 5">
            <a:extLst xmlns:a="http://schemas.openxmlformats.org/drawingml/2006/main">
              <a:ext uri="{FF2B5EF4-FFF2-40B4-BE49-F238E27FC236}">
                <a16:creationId xmlns:a16="http://schemas.microsoft.com/office/drawing/2014/main" id="{272F00C3-64B4-43EC-B71D-D3E6A91EBC74}"/>
              </a:ext>
            </a:extLst>
          </p:cNvPr>
          <p:cNvSpPr>
            <a:spLocks xmlns:a="http://schemas.openxmlformats.org/drawingml/2006/main" noGrp="1"/>
          </p:cNvSpPr>
          <p:nvPr/>
        </p:nvSpPr>
        <p:spPr>
          <a:xfrm xmlns:a="http://schemas.openxmlformats.org/drawingml/2006/main">
            <a:off x="4000500" y="3429000"/>
            <a:ext cx="10287000" cy="1500188"/>
          </a:xfrm>
          <a:custGeom xmlns:a="http://schemas.openxmlformats.org/drawingml/2006/main">
            <a:rect l="l" t="t" r="r" b="b"/>
            <a:pathLst>
              <a:path w="13716000" h="2000250">
                <a:moveTo>
                  <a:pt x="0" y="0"/>
                </a:moveTo>
                <a:lnTo>
                  <a:pt x="13716000" y="0"/>
                </a:lnTo>
                <a:lnTo>
                  <a:pt x="13716000" y="2000250"/>
                </a:lnTo>
                <a:lnTo>
                  <a:pt x="0" y="2000250"/>
                </a:lnTo>
                <a:close/>
              </a:path>
            </a:pathLst>
          </a:custGeom>
          <a:blipFill xmlns:a="http://schemas.openxmlformats.org/drawingml/2006/main">
            <a:blip xmlns:r="http://schemas.openxmlformats.org/officeDocument/2006/relationships" r:embed="R2369ba3e40a1482e">
              <a:alphaModFix amt="0"/>
            </a:blip>
            <a:stretch>
              <a:fillRect l="0" t="-83518" r="0" b="-83518"/>
            </a:stretch>
          </a:blipFill>
        </p:spPr>
        <p:txBody>
          <a:bodyPr xmlns:a="http://schemas.openxmlformats.org/drawingml/2006/main"/>
          <a:lstStyle xmlns:a="http://schemas.openxmlformats.org/drawingml/2006/main"/>
          <a:p xmlns:a="http://schemas.openxmlformats.org/drawingml/2006/main"/>
        </p:txBody>
      </p:sp>
      <p:sp>
        <p:nvSpPr>
          <p:cNvPr id="7" name="Freeform 7">
            <a:extLst xmlns:a="http://schemas.openxmlformats.org/drawingml/2006/main">
              <a:ext uri="{FF2B5EF4-FFF2-40B4-BE49-F238E27FC236}">
                <a16:creationId xmlns:a16="http://schemas.microsoft.com/office/drawing/2014/main" id="{212461F1-97E4-4F28-B5B1-6BC1A87811A5}"/>
              </a:ext>
            </a:extLst>
          </p:cNvPr>
          <p:cNvSpPr>
            <a:spLocks xmlns:a="http://schemas.openxmlformats.org/drawingml/2006/main" noGrp="1"/>
          </p:cNvSpPr>
          <p:nvPr/>
        </p:nvSpPr>
        <p:spPr>
          <a:xfrm xmlns:a="http://schemas.openxmlformats.org/drawingml/2006/main">
            <a:off x="2000250" y="3571875"/>
            <a:ext cx="14287500" cy="1228725"/>
          </a:xfrm>
          <a:custGeom xmlns:a="http://schemas.openxmlformats.org/drawingml/2006/main">
            <a:rect l="l" t="t" r="r" b="b"/>
            <a:pathLst>
              <a:path w="19050000" h="1638300">
                <a:moveTo>
                  <a:pt x="0" y="0"/>
                </a:moveTo>
                <a:lnTo>
                  <a:pt x="19050000" y="0"/>
                </a:lnTo>
                <a:lnTo>
                  <a:pt x="19050000" y="1638300"/>
                </a:lnTo>
                <a:lnTo>
                  <a:pt x="0" y="1638300"/>
                </a:lnTo>
                <a:close/>
              </a:path>
            </a:pathLst>
          </a:custGeom>
          <a:blipFill xmlns:a="http://schemas.openxmlformats.org/drawingml/2006/main">
            <a:blip xmlns:r="http://schemas.openxmlformats.org/officeDocument/2006/relationships" r:embed="Rb5b7936c57e9400f">
              <a:alphaModFix amt="0"/>
            </a:blip>
            <a:stretch>
              <a:fillRect l="0" t="-176570" r="0" b="-176570"/>
            </a:stretch>
          </a:blipFill>
        </p:spPr>
        <p:txBody>
          <a:bodyPr xmlns:a="http://schemas.openxmlformats.org/drawingml/2006/main"/>
          <a:lstStyle xmlns:a="http://schemas.openxmlformats.org/drawingml/2006/main"/>
          <a:p xmlns:a="http://schemas.openxmlformats.org/drawingml/2006/main"/>
        </p:txBody>
      </p:sp>
      <p:sp>
        <p:nvSpPr>
          <p:cNvPr id="8" name="TextBox 8">
            <a:extLst xmlns:a="http://schemas.openxmlformats.org/drawingml/2006/main">
              <a:ext uri="{FF2B5EF4-FFF2-40B4-BE49-F238E27FC236}">
                <a16:creationId xmlns:a16="http://schemas.microsoft.com/office/drawing/2014/main" id="{546074C2-369E-4D9E-B58B-361BD911F5EE}"/>
              </a:ext>
            </a:extLst>
          </p:cNvPr>
          <p:cNvSpPr>
            <a:spLocks xmlns:a="http://schemas.openxmlformats.org/drawingml/2006/main" noGrp="1"/>
          </p:cNvSpPr>
          <p:nvPr/>
        </p:nvSpPr>
        <p:spPr>
          <a:xfrm xmlns:a="http://schemas.openxmlformats.org/drawingml/2006/main">
            <a:off x="2000250" y="3486150"/>
            <a:ext cx="14287500" cy="1314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6345"/>
              </a:lnSpc>
              <a:buNone/>
            </a:pPr>
            <a:r>
              <a:rPr sz="5287">
                <a:gradFill>
                  <a:gsLst>
                    <a:gs pos="0">
                      <a:srgbClr val="3D70C6">
                        <a:alpha val="100000"/>
                      </a:srgbClr>
                    </a:gs>
                    <a:gs pos="100000">
                      <a:srgbClr val="17448F">
                        <a:alpha val="100000"/>
                      </a:srgbClr>
                    </a:gs>
                  </a:gsLst>
                  <a:lin ang="8100000"/>
                </a:gradFill>
                <a:latin typeface="Calibri (MS)"/>
                <a:ea typeface="Calibri (MS)"/>
                <a:cs typeface="Calibri (MS)"/>
              </a:rPr>
              <a:t>예금보험 도메인 RAG 챗봇 구축</a:t>
            </a:r>
          </a:p>
        </p:txBody>
      </p:sp>
      <p:sp>
        <p:nvSpPr>
          <p:cNvPr id="10" name="Freeform 10">
            <a:extLst xmlns:a="http://schemas.openxmlformats.org/drawingml/2006/main">
              <a:ext uri="{FF2B5EF4-FFF2-40B4-BE49-F238E27FC236}">
                <a16:creationId xmlns:a16="http://schemas.microsoft.com/office/drawing/2014/main" id="{0FE1B57D-A604-49B0-B171-F79F93A9BA3B}"/>
              </a:ext>
            </a:extLst>
          </p:cNvPr>
          <p:cNvSpPr>
            <a:spLocks xmlns:a="http://schemas.openxmlformats.org/drawingml/2006/main" noGrp="1"/>
          </p:cNvSpPr>
          <p:nvPr/>
        </p:nvSpPr>
        <p:spPr>
          <a:xfrm xmlns:a="http://schemas.openxmlformats.org/drawingml/2006/main">
            <a:off x="3857625" y="5786438"/>
            <a:ext cx="10572750" cy="542925"/>
          </a:xfrm>
          <a:custGeom xmlns:a="http://schemas.openxmlformats.org/drawingml/2006/main">
            <a:rect l="l" t="t" r="r" b="b"/>
            <a:pathLst>
              <a:path w="14097000" h="723900">
                <a:moveTo>
                  <a:pt x="0" y="0"/>
                </a:moveTo>
                <a:lnTo>
                  <a:pt x="14097000" y="0"/>
                </a:lnTo>
                <a:lnTo>
                  <a:pt x="14097000" y="723900"/>
                </a:lnTo>
                <a:lnTo>
                  <a:pt x="0" y="723900"/>
                </a:lnTo>
                <a:close/>
              </a:path>
            </a:pathLst>
          </a:custGeom>
          <a:blipFill xmlns:a="http://schemas.openxmlformats.org/drawingml/2006/main">
            <a:blip xmlns:r="http://schemas.openxmlformats.org/officeDocument/2006/relationships" r:embed="R2369ba3e40a1482e">
              <a:alphaModFix amt="0"/>
            </a:blip>
            <a:stretch>
              <a:fillRect l="0" t="-329182" r="0" b="-329180"/>
            </a:stretch>
          </a:blipFill>
        </p:spPr>
        <p:txBody>
          <a:bodyPr xmlns:a="http://schemas.openxmlformats.org/drawingml/2006/main"/>
          <a:lstStyle xmlns:a="http://schemas.openxmlformats.org/drawingml/2006/main"/>
          <a:p xmlns:a="http://schemas.openxmlformats.org/drawingml/2006/main"/>
        </p:txBody>
      </p:sp>
      <p:sp>
        <p:nvSpPr>
          <p:cNvPr id="12" name="Freeform 12">
            <a:extLst xmlns:a="http://schemas.openxmlformats.org/drawingml/2006/main">
              <a:ext uri="{FF2B5EF4-FFF2-40B4-BE49-F238E27FC236}">
                <a16:creationId xmlns:a16="http://schemas.microsoft.com/office/drawing/2014/main" id="{6004E901-71AC-4A66-8866-B9A496A77BD3}"/>
              </a:ext>
            </a:extLst>
          </p:cNvPr>
          <p:cNvSpPr>
            <a:spLocks xmlns:a="http://schemas.openxmlformats.org/drawingml/2006/main" noGrp="1"/>
          </p:cNvSpPr>
          <p:nvPr/>
        </p:nvSpPr>
        <p:spPr>
          <a:xfrm xmlns:a="http://schemas.openxmlformats.org/drawingml/2006/main">
            <a:off x="3857625" y="5757862"/>
            <a:ext cx="10572750" cy="571500"/>
          </a:xfrm>
          <a:custGeom xmlns:a="http://schemas.openxmlformats.org/drawingml/2006/main">
            <a:rect l="l" t="t" r="r" b="b"/>
            <a:pathLst>
              <a:path w="14097000" h="762000">
                <a:moveTo>
                  <a:pt x="0" y="0"/>
                </a:moveTo>
                <a:lnTo>
                  <a:pt x="14097000" y="0"/>
                </a:lnTo>
                <a:lnTo>
                  <a:pt x="14097000" y="762000"/>
                </a:lnTo>
                <a:lnTo>
                  <a:pt x="0" y="762000"/>
                </a:lnTo>
                <a:close/>
              </a:path>
            </a:pathLst>
          </a:custGeom>
          <a:blipFill xmlns:a="http://schemas.openxmlformats.org/drawingml/2006/main">
            <a:blip xmlns:r="http://schemas.openxmlformats.org/officeDocument/2006/relationships" r:embed="Rb5b7936c57e9400f">
              <a:alphaModFix amt="0"/>
            </a:blip>
            <a:stretch>
              <a:fillRect l="0" t="-310473" r="0" b="-310473"/>
            </a:stretch>
          </a:blipFill>
        </p:spPr>
        <p:txBody>
          <a:bodyPr xmlns:a="http://schemas.openxmlformats.org/drawingml/2006/main"/>
          <a:lstStyle xmlns:a="http://schemas.openxmlformats.org/drawingml/2006/main"/>
          <a:p xmlns:a="http://schemas.openxmlformats.org/drawingml/2006/main"/>
        </p:txBody>
      </p:sp>
      <p:sp>
        <p:nvSpPr>
          <p:cNvPr id="13" name="TextBox 13">
            <a:extLst xmlns:a="http://schemas.openxmlformats.org/drawingml/2006/main">
              <a:ext uri="{FF2B5EF4-FFF2-40B4-BE49-F238E27FC236}">
                <a16:creationId xmlns:a16="http://schemas.microsoft.com/office/drawing/2014/main" id="{BF40C28A-5D3B-41C6-BA55-57513F77868A}"/>
              </a:ext>
            </a:extLst>
          </p:cNvPr>
          <p:cNvSpPr>
            <a:spLocks xmlns:a="http://schemas.openxmlformats.org/drawingml/2006/main" noGrp="1"/>
          </p:cNvSpPr>
          <p:nvPr/>
        </p:nvSpPr>
        <p:spPr>
          <a:xfrm xmlns:a="http://schemas.openxmlformats.org/drawingml/2006/main">
            <a:off x="3857625" y="5729287"/>
            <a:ext cx="10572750" cy="6000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294"/>
              </a:lnSpc>
              <a:buNone/>
            </a:pPr>
            <a:r>
              <a:rPr sz="1911">
                <a:solidFill>
                  <a:srgbClr val="FFFFFF"/>
                </a:solidFill>
                <a:latin typeface="Calibri (MS)"/>
                <a:ea typeface="Calibri (MS)"/>
                <a:cs typeface="Calibri (MS)"/>
              </a:rPr>
              <a:t>크롤링 산출물을 검색·답변·평가 가능한 서비스로 전환</a:t>
            </a:r>
          </a:p>
        </p:txBody>
      </p:sp>
      <p:sp>
        <p:nvSpPr>
          <p:cNvPr id="15" name="Freeform 15">
            <a:extLst xmlns:a="http://schemas.openxmlformats.org/drawingml/2006/main">
              <a:ext uri="{FF2B5EF4-FFF2-40B4-BE49-F238E27FC236}">
                <a16:creationId xmlns:a16="http://schemas.microsoft.com/office/drawing/2014/main" id="{EFB42507-3F3A-4386-8D56-F4DEAD5887E9}"/>
              </a:ext>
            </a:extLst>
          </p:cNvPr>
          <p:cNvSpPr>
            <a:spLocks xmlns:a="http://schemas.openxmlformats.org/drawingml/2006/main" noGrp="1"/>
          </p:cNvSpPr>
          <p:nvPr/>
        </p:nvSpPr>
        <p:spPr>
          <a:xfrm xmlns:a="http://schemas.openxmlformats.org/drawingml/2006/main">
            <a:off x="4286250" y="6400800"/>
            <a:ext cx="9715500" cy="342900"/>
          </a:xfrm>
          <a:custGeom xmlns:a="http://schemas.openxmlformats.org/drawingml/2006/main">
            <a:rect l="l" t="t" r="r" b="b"/>
            <a:pathLst>
              <a:path w="12954000" h="457200">
                <a:moveTo>
                  <a:pt x="0" y="0"/>
                </a:moveTo>
                <a:lnTo>
                  <a:pt x="12954000" y="0"/>
                </a:lnTo>
                <a:lnTo>
                  <a:pt x="12954000" y="457200"/>
                </a:lnTo>
                <a:lnTo>
                  <a:pt x="0" y="457200"/>
                </a:lnTo>
                <a:close/>
              </a:path>
            </a:pathLst>
          </a:custGeom>
          <a:blipFill xmlns:a="http://schemas.openxmlformats.org/drawingml/2006/main">
            <a:blip xmlns:r="http://schemas.openxmlformats.org/officeDocument/2006/relationships" r:embed="R2369ba3e40a1482e">
              <a:alphaModFix amt="0"/>
            </a:blip>
            <a:stretch>
              <a:fillRect l="0" t="-501691" r="0" b="-501691"/>
            </a:stretch>
          </a:blipFill>
        </p:spPr>
        <p:txBody>
          <a:bodyPr xmlns:a="http://schemas.openxmlformats.org/drawingml/2006/main"/>
          <a:lstStyle xmlns:a="http://schemas.openxmlformats.org/drawingml/2006/main"/>
          <a:p xmlns:a="http://schemas.openxmlformats.org/drawingml/2006/main"/>
        </p:txBody>
      </p:sp>
      <p:sp>
        <p:nvSpPr>
          <p:cNvPr id="17" name="Freeform 17">
            <a:extLst xmlns:a="http://schemas.openxmlformats.org/drawingml/2006/main">
              <a:ext uri="{FF2B5EF4-FFF2-40B4-BE49-F238E27FC236}">
                <a16:creationId xmlns:a16="http://schemas.microsoft.com/office/drawing/2014/main" id="{38B4079E-5434-4A67-9278-10734D938851}"/>
              </a:ext>
            </a:extLst>
          </p:cNvPr>
          <p:cNvSpPr>
            <a:spLocks xmlns:a="http://schemas.openxmlformats.org/drawingml/2006/main" noGrp="1"/>
          </p:cNvSpPr>
          <p:nvPr/>
        </p:nvSpPr>
        <p:spPr>
          <a:xfrm xmlns:a="http://schemas.openxmlformats.org/drawingml/2006/main">
            <a:off x="4286250" y="8343900"/>
            <a:ext cx="9715500" cy="505914"/>
          </a:xfrm>
          <a:custGeom xmlns:a="http://schemas.openxmlformats.org/drawingml/2006/main">
            <a:rect l="l" t="t" r="r" b="b"/>
            <a:pathLst>
              <a:path w="12954000" h="674552">
                <a:moveTo>
                  <a:pt x="0" y="0"/>
                </a:moveTo>
                <a:lnTo>
                  <a:pt x="12954000" y="0"/>
                </a:lnTo>
                <a:lnTo>
                  <a:pt x="12954000" y="674552"/>
                </a:lnTo>
                <a:lnTo>
                  <a:pt x="0" y="674552"/>
                </a:lnTo>
                <a:close/>
              </a:path>
            </a:pathLst>
          </a:custGeom>
          <a:blipFill xmlns:a="http://schemas.openxmlformats.org/drawingml/2006/main">
            <a:blip xmlns:r="http://schemas.openxmlformats.org/officeDocument/2006/relationships" r:embed="Rb5b7936c57e9400f">
              <a:alphaModFix amt="0"/>
            </a:blip>
            <a:stretch>
              <a:fillRect l="0" t="-338886" r="0" b="-309489"/>
            </a:stretch>
          </a:blipFill>
        </p:spPr>
        <p:txBody>
          <a:bodyPr xmlns:a="http://schemas.openxmlformats.org/drawingml/2006/main"/>
          <a:lstStyle xmlns:a="http://schemas.openxmlformats.org/drawingml/2006/main"/>
          <a:p xmlns:a="http://schemas.openxmlformats.org/drawingml/2006/main"/>
        </p:txBody>
      </p:sp>
      <p:sp>
        <p:nvSpPr>
          <p:cNvPr id="18" name="TextBox 18">
            <a:extLst xmlns:a="http://schemas.openxmlformats.org/drawingml/2006/main">
              <a:ext uri="{FF2B5EF4-FFF2-40B4-BE49-F238E27FC236}">
                <a16:creationId xmlns:a16="http://schemas.microsoft.com/office/drawing/2014/main" id="{5FF694F4-2865-4307-975C-76CA799612EE}"/>
              </a:ext>
            </a:extLst>
          </p:cNvPr>
          <p:cNvSpPr>
            <a:spLocks xmlns:a="http://schemas.openxmlformats.org/drawingml/2006/main" noGrp="1"/>
          </p:cNvSpPr>
          <p:nvPr/>
        </p:nvSpPr>
        <p:spPr>
          <a:xfrm xmlns:a="http://schemas.openxmlformats.org/drawingml/2006/main">
            <a:off x="4286250" y="8308182"/>
            <a:ext cx="9715500" cy="54163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045"/>
              </a:lnSpc>
              <a:buNone/>
            </a:pPr>
            <a:r>
              <a:rPr sz="2536">
                <a:solidFill>
                  <a:srgbClr val="B9CBEA"/>
                </a:solidFill>
                <a:latin typeface="Calibri (MS)"/>
                <a:ea typeface="Calibri (MS)"/>
                <a:cs typeface="Calibri (MS)"/>
              </a:rPr>
              <a:t>2026.07.20–07.24 </a:t>
            </a:r>
          </a:p>
        </p:txBody>
      </p:sp>
      <p:sp>
        <p:nvSpPr>
          <p:cNvPr id="20" name="Freeform 20">
            <a:extLst xmlns:a="http://schemas.openxmlformats.org/drawingml/2006/main">
              <a:ext uri="{FF2B5EF4-FFF2-40B4-BE49-F238E27FC236}">
                <a16:creationId xmlns:a16="http://schemas.microsoft.com/office/drawing/2014/main" id="{AA1E52F1-D5DC-4F2A-A8F4-55B9E876BB2C}"/>
              </a:ext>
            </a:extLst>
          </p:cNvPr>
          <p:cNvSpPr>
            <a:spLocks xmlns:a="http://schemas.openxmlformats.org/drawingml/2006/main" noGrp="1"/>
          </p:cNvSpPr>
          <p:nvPr/>
        </p:nvSpPr>
        <p:spPr>
          <a:xfrm xmlns:a="http://schemas.openxmlformats.org/drawingml/2006/main">
            <a:off x="500062" y="9144000"/>
            <a:ext cx="17287875" cy="14288"/>
          </a:xfrm>
          <a:custGeom xmlns:a="http://schemas.openxmlformats.org/drawingml/2006/main">
            <a:rect l="l" t="t" r="r" b="b"/>
            <a:pathLst>
              <a:path w="23050500" h="19050">
                <a:moveTo>
                  <a:pt x="0" y="0"/>
                </a:moveTo>
                <a:lnTo>
                  <a:pt x="23050500" y="0"/>
                </a:lnTo>
                <a:lnTo>
                  <a:pt x="23050500" y="19050"/>
                </a:lnTo>
                <a:lnTo>
                  <a:pt x="0" y="19050"/>
                </a:lnTo>
                <a:close/>
              </a:path>
            </a:pathLst>
          </a:custGeom>
          <a:solidFill xmlns:a="http://schemas.openxmlformats.org/drawingml/2006/main">
            <a:srgbClr val="8AA8D8"/>
          </a:solidFill>
        </p:spPr>
        <p:txBody>
          <a:bodyPr xmlns:a="http://schemas.openxmlformats.org/drawingml/2006/main"/>
          <a:lstStyle xmlns:a="http://schemas.openxmlformats.org/drawingml/2006/main"/>
          <a:p xmlns:a="http://schemas.openxmlformats.org/drawingml/2006/main"/>
        </p:txBody>
      </p:sp>
      <p:sp>
        <p:nvSpPr>
          <p:cNvPr id="22" name="Freeform 22">
            <a:extLst xmlns:a="http://schemas.openxmlformats.org/drawingml/2006/main">
              <a:ext uri="{FF2B5EF4-FFF2-40B4-BE49-F238E27FC236}">
                <a16:creationId xmlns:a16="http://schemas.microsoft.com/office/drawing/2014/main" id="{C333D0BB-87F3-405B-964E-2230FDFABDB8}"/>
              </a:ext>
            </a:extLst>
          </p:cNvPr>
          <p:cNvSpPr>
            <a:spLocks xmlns:a="http://schemas.openxmlformats.org/drawingml/2006/main" noGrp="1"/>
          </p:cNvSpPr>
          <p:nvPr/>
        </p:nvSpPr>
        <p:spPr>
          <a:xfrm xmlns:a="http://schemas.openxmlformats.org/drawingml/2006/main">
            <a:off x="500062" y="9315450"/>
            <a:ext cx="4286250" cy="285750"/>
          </a:xfrm>
          <a:custGeom xmlns:a="http://schemas.openxmlformats.org/drawingml/2006/main">
            <a:rect l="l" t="t" r="r" b="b"/>
            <a:pathLst>
              <a:path w="5715000" h="381000">
                <a:moveTo>
                  <a:pt x="0" y="0"/>
                </a:moveTo>
                <a:lnTo>
                  <a:pt x="5715000" y="0"/>
                </a:lnTo>
                <a:lnTo>
                  <a:pt x="5715000" y="381000"/>
                </a:lnTo>
                <a:lnTo>
                  <a:pt x="0" y="381000"/>
                </a:lnTo>
                <a:close/>
              </a:path>
            </a:pathLst>
          </a:custGeom>
          <a:blipFill xmlns:a="http://schemas.openxmlformats.org/drawingml/2006/main">
            <a:blip xmlns:r="http://schemas.openxmlformats.org/officeDocument/2006/relationships" r:embed="R2369ba3e40a1482e">
              <a:alphaModFix amt="0"/>
            </a:blip>
            <a:stretch>
              <a:fillRect l="0" t="-242073" r="0" b="-242069"/>
            </a:stretch>
          </a:blipFill>
        </p:spPr>
        <p:txBody>
          <a:bodyPr xmlns:a="http://schemas.openxmlformats.org/drawingml/2006/main"/>
          <a:lstStyle xmlns:a="http://schemas.openxmlformats.org/drawingml/2006/main"/>
          <a:p xmlns:a="http://schemas.openxmlformats.org/drawingml/2006/main"/>
        </p:txBody>
      </p:sp>
      <p:sp>
        <p:nvSpPr>
          <p:cNvPr id="24" name="Freeform 24">
            <a:extLst xmlns:a="http://schemas.openxmlformats.org/drawingml/2006/main">
              <a:ext uri="{FF2B5EF4-FFF2-40B4-BE49-F238E27FC236}">
                <a16:creationId xmlns:a16="http://schemas.microsoft.com/office/drawing/2014/main" id="{DDD4F823-12C9-45E6-83B7-F3AAD17D7574}"/>
              </a:ext>
            </a:extLst>
          </p:cNvPr>
          <p:cNvSpPr>
            <a:spLocks xmlns:a="http://schemas.openxmlformats.org/drawingml/2006/main" noGrp="1"/>
          </p:cNvSpPr>
          <p:nvPr/>
        </p:nvSpPr>
        <p:spPr>
          <a:xfrm xmlns:a="http://schemas.openxmlformats.org/drawingml/2006/main">
            <a:off x="500062" y="9294019"/>
            <a:ext cx="4286250" cy="307180"/>
          </a:xfrm>
          <a:custGeom xmlns:a="http://schemas.openxmlformats.org/drawingml/2006/main">
            <a:rect l="l" t="t" r="r" b="b"/>
            <a:pathLst>
              <a:path w="5715000" h="409574">
                <a:moveTo>
                  <a:pt x="0" y="0"/>
                </a:moveTo>
                <a:lnTo>
                  <a:pt x="5715000" y="0"/>
                </a:lnTo>
                <a:lnTo>
                  <a:pt x="5715000" y="409574"/>
                </a:lnTo>
                <a:lnTo>
                  <a:pt x="0" y="409574"/>
                </a:lnTo>
                <a:close/>
              </a:path>
            </a:pathLst>
          </a:custGeom>
          <a:blipFill xmlns:a="http://schemas.openxmlformats.org/drawingml/2006/main">
            <a:blip xmlns:r="http://schemas.openxmlformats.org/officeDocument/2006/relationships" r:embed="Rb5b7936c57e9400f">
              <a:alphaModFix amt="0"/>
            </a:blip>
            <a:stretch>
              <a:fillRect l="0" t="-221884" r="0" b="-221884"/>
            </a:stretch>
          </a:blipFill>
        </p:spPr>
        <p:txBody>
          <a:bodyPr xmlns:a="http://schemas.openxmlformats.org/drawingml/2006/main"/>
          <a:lstStyle xmlns:a="http://schemas.openxmlformats.org/drawingml/2006/main"/>
          <a:p xmlns:a="http://schemas.openxmlformats.org/drawingml/2006/main"/>
        </p:txBody>
      </p:sp>
      <p:sp>
        <p:nvSpPr>
          <p:cNvPr id="25" name="TextBox 25">
            <a:extLst xmlns:a="http://schemas.openxmlformats.org/drawingml/2006/main">
              <a:ext uri="{FF2B5EF4-FFF2-40B4-BE49-F238E27FC236}">
                <a16:creationId xmlns:a16="http://schemas.microsoft.com/office/drawing/2014/main" id="{3F889B02-1BF3-4A9E-90A9-8FA66FA96D57}"/>
              </a:ext>
            </a:extLst>
          </p:cNvPr>
          <p:cNvSpPr>
            <a:spLocks xmlns:a="http://schemas.openxmlformats.org/drawingml/2006/main" noGrp="1"/>
          </p:cNvSpPr>
          <p:nvPr/>
        </p:nvSpPr>
        <p:spPr>
          <a:xfrm xmlns:a="http://schemas.openxmlformats.org/drawingml/2006/main">
            <a:off x="500062" y="9272588"/>
            <a:ext cx="4286250" cy="32861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FFFFFF"/>
                </a:solidFill>
                <a:latin typeface="Calibri (MS)"/>
                <a:ea typeface="Calibri (MS)"/>
                <a:cs typeface="Calibri (MS)"/>
              </a:rPr>
              <a:t> 와쿠와쿠 6조</a:t>
            </a:r>
          </a:p>
        </p:txBody>
      </p:sp>
      <p:sp>
        <p:nvSpPr>
          <p:cNvPr id="27" name="Freeform 27">
            <a:extLst xmlns:a="http://schemas.openxmlformats.org/drawingml/2006/main">
              <a:ext uri="{FF2B5EF4-FFF2-40B4-BE49-F238E27FC236}">
                <a16:creationId xmlns:a16="http://schemas.microsoft.com/office/drawing/2014/main" id="{22CEAC3F-F0AA-4F64-8ADF-E3629C2E4B85}"/>
              </a:ext>
            </a:extLst>
          </p:cNvPr>
          <p:cNvSpPr>
            <a:spLocks xmlns:a="http://schemas.openxmlformats.org/drawingml/2006/main" noGrp="1"/>
          </p:cNvSpPr>
          <p:nvPr/>
        </p:nvSpPr>
        <p:spPr>
          <a:xfrm xmlns:a="http://schemas.openxmlformats.org/drawingml/2006/main">
            <a:off x="14001750" y="9315450"/>
            <a:ext cx="3786188" cy="285750"/>
          </a:xfrm>
          <a:custGeom xmlns:a="http://schemas.openxmlformats.org/drawingml/2006/main">
            <a:rect l="l" t="t" r="r" b="b"/>
            <a:pathLst>
              <a:path w="5048250" h="381000">
                <a:moveTo>
                  <a:pt x="0" y="0"/>
                </a:moveTo>
                <a:lnTo>
                  <a:pt x="5048250" y="0"/>
                </a:lnTo>
                <a:lnTo>
                  <a:pt x="5048250" y="381000"/>
                </a:lnTo>
                <a:lnTo>
                  <a:pt x="0" y="381000"/>
                </a:lnTo>
                <a:close/>
              </a:path>
            </a:pathLst>
          </a:custGeom>
          <a:blipFill xmlns:a="http://schemas.openxmlformats.org/drawingml/2006/main">
            <a:blip xmlns:r="http://schemas.openxmlformats.org/officeDocument/2006/relationships" r:embed="R2369ba3e40a1482e">
              <a:alphaModFix amt="0"/>
            </a:blip>
            <a:stretch>
              <a:fillRect l="0" t="-207996" r="0" b="-207996"/>
            </a:stretch>
          </a:blipFill>
        </p:spPr>
        <p:txBody>
          <a:bodyPr xmlns:a="http://schemas.openxmlformats.org/drawingml/2006/main"/>
          <a:lstStyle xmlns:a="http://schemas.openxmlformats.org/drawingml/2006/main"/>
          <a:p xmlns:a="http://schemas.openxmlformats.org/drawingml/2006/main"/>
        </p:txBody>
      </p:sp>
      <p:sp>
        <p:nvSpPr>
          <p:cNvPr id="29" name="Freeform 29">
            <a:extLst xmlns:a="http://schemas.openxmlformats.org/drawingml/2006/main">
              <a:ext uri="{FF2B5EF4-FFF2-40B4-BE49-F238E27FC236}">
                <a16:creationId xmlns:a16="http://schemas.microsoft.com/office/drawing/2014/main" id="{02A601BC-4657-43D5-8EEC-C530356ED160}"/>
              </a:ext>
            </a:extLst>
          </p:cNvPr>
          <p:cNvSpPr>
            <a:spLocks xmlns:a="http://schemas.openxmlformats.org/drawingml/2006/main" noGrp="1"/>
          </p:cNvSpPr>
          <p:nvPr/>
        </p:nvSpPr>
        <p:spPr>
          <a:xfrm xmlns:a="http://schemas.openxmlformats.org/drawingml/2006/main">
            <a:off x="14001750" y="9294019"/>
            <a:ext cx="3786188" cy="307181"/>
          </a:xfrm>
          <a:custGeom xmlns:a="http://schemas.openxmlformats.org/drawingml/2006/main">
            <a:rect l="l" t="t" r="r" b="b"/>
            <a:pathLst>
              <a:path w="5048251" h="409575">
                <a:moveTo>
                  <a:pt x="0" y="0"/>
                </a:moveTo>
                <a:lnTo>
                  <a:pt x="5048251" y="0"/>
                </a:lnTo>
                <a:lnTo>
                  <a:pt x="5048251" y="409575"/>
                </a:lnTo>
                <a:lnTo>
                  <a:pt x="0" y="409575"/>
                </a:lnTo>
                <a:close/>
              </a:path>
            </a:pathLst>
          </a:custGeom>
          <a:blipFill xmlns:a="http://schemas.openxmlformats.org/drawingml/2006/main">
            <a:blip xmlns:r="http://schemas.openxmlformats.org/officeDocument/2006/relationships" r:embed="Rb5b7936c57e9400f">
              <a:alphaModFix amt="0"/>
            </a:blip>
            <a:stretch>
              <a:fillRect l="0" t="-190164" r="0" b="-190164"/>
            </a:stretch>
          </a:blipFill>
        </p:spPr>
        <p:txBody>
          <a:bodyPr xmlns:a="http://schemas.openxmlformats.org/drawingml/2006/main"/>
          <a:lstStyle xmlns:a="http://schemas.openxmlformats.org/drawingml/2006/main"/>
          <a:p xmlns:a="http://schemas.openxmlformats.org/drawingml/2006/main"/>
        </p:txBody>
      </p:sp>
      <p:sp>
        <p:nvSpPr>
          <p:cNvPr id="30" name="TextBox 30">
            <a:extLst xmlns:a="http://schemas.openxmlformats.org/drawingml/2006/main">
              <a:ext uri="{FF2B5EF4-FFF2-40B4-BE49-F238E27FC236}">
                <a16:creationId xmlns:a16="http://schemas.microsoft.com/office/drawing/2014/main" id="{3571D5D7-E76B-4306-93F8-EFB09C0DA25A}"/>
              </a:ext>
            </a:extLst>
          </p:cNvPr>
          <p:cNvSpPr>
            <a:spLocks xmlns:a="http://schemas.openxmlformats.org/drawingml/2006/main" noGrp="1"/>
          </p:cNvSpPr>
          <p:nvPr/>
        </p:nvSpPr>
        <p:spPr>
          <a:xfrm xmlns:a="http://schemas.openxmlformats.org/drawingml/2006/main">
            <a:off x="14001750" y="9272588"/>
            <a:ext cx="3786188" cy="32861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a:solidFill>
                  <a:srgbClr val="FFFFFF"/>
                </a:solidFill>
                <a:latin typeface="Calibri (MS)"/>
                <a:ea typeface="Calibri (MS)"/>
                <a:cs typeface="Calibri (MS)"/>
              </a:rPr>
              <a:t>멋쟁이사자처럼 · 와쿠와쿠 6조</a:t>
            </a:r>
          </a:p>
        </p:txBody>
      </p:sp>
    </p:spTree>
    <p:extLst>
      <p:ext uri="{BB962C8B-B14F-4D97-AF65-F5344CB8AC3E}">
        <p14:creationId xmlns:p14="http://schemas.microsoft.com/office/powerpoint/2010/main" val="1568488682"/>
      </p:ext>
    </p:extLst>
  </p:cSld>
</p:sld>
</file>

<file path=ppt/slides/slide2.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F74925F-F7C6-413B-8F16-6639D8924948}"/>
              </a:ext>
            </a:extLst>
          </p:cNvPr>
          <p:cNvSpPr>
            <a:spLocks xmlns:a="http://schemas.openxmlformats.org/drawingml/2006/main" noGrp="1"/>
          </p:cNvSpPr>
          <p:nvPr/>
        </p:nvSpPr>
        <p:spPr>
          <a:xfrm xmlns:a="http://schemas.openxmlformats.org/drawingml/2006/main">
            <a:off x="1285875" y="1857375"/>
            <a:ext cx="4000500" cy="857250"/>
          </a:xfrm>
          <a:custGeom xmlns:a="http://schemas.openxmlformats.org/drawingml/2006/main">
            <a:rect l="l" t="t" r="r" b="b"/>
            <a:pathLst>
              <a:path w="5334000" h="1143000">
                <a:moveTo>
                  <a:pt x="0" y="0"/>
                </a:moveTo>
                <a:lnTo>
                  <a:pt x="5334000" y="0"/>
                </a:lnTo>
                <a:lnTo>
                  <a:pt x="5334000" y="1143000"/>
                </a:lnTo>
                <a:lnTo>
                  <a:pt x="0" y="1143000"/>
                </a:lnTo>
                <a:close/>
              </a:path>
            </a:pathLst>
          </a:custGeom>
          <a:blipFill xmlns:a="http://schemas.openxmlformats.org/drawingml/2006/main">
            <a:blip xmlns:r="http://schemas.openxmlformats.org/officeDocument/2006/relationships" r:embed="Rce4cd7aad1a6445c">
              <a:alphaModFix amt="0"/>
            </a:blip>
            <a:stretch>
              <a:fillRect l="0" t="-40866" r="0" b="-40867"/>
            </a:stretch>
          </a:blipFill>
        </p:spPr>
        <p:txBody>
          <a:bodyPr xmlns:a="http://schemas.openxmlformats.org/drawingml/2006/main"/>
          <a:lstStyle xmlns:a="http://schemas.openxmlformats.org/drawingml/2006/main"/>
          <a:p xmlns:a="http://schemas.openxmlformats.org/drawingml/2006/main"/>
        </p:txBody>
      </p:sp>
      <p:sp>
        <p:nvSpPr>
          <p:cNvPr id="5" name="Freeform 5">
            <a:extLst xmlns:a="http://schemas.openxmlformats.org/drawingml/2006/main">
              <a:ext uri="{FF2B5EF4-FFF2-40B4-BE49-F238E27FC236}">
                <a16:creationId xmlns:a16="http://schemas.microsoft.com/office/drawing/2014/main" id="{897608C8-3439-4814-A767-906358508389}"/>
              </a:ext>
            </a:extLst>
          </p:cNvPr>
          <p:cNvSpPr>
            <a:spLocks xmlns:a="http://schemas.openxmlformats.org/drawingml/2006/main" noGrp="1"/>
          </p:cNvSpPr>
          <p:nvPr/>
        </p:nvSpPr>
        <p:spPr>
          <a:xfrm xmlns:a="http://schemas.openxmlformats.org/drawingml/2006/main">
            <a:off x="1285875" y="1785938"/>
            <a:ext cx="4000500" cy="928687"/>
          </a:xfrm>
          <a:custGeom xmlns:a="http://schemas.openxmlformats.org/drawingml/2006/main">
            <a:rect l="l" t="t" r="r" b="b"/>
            <a:pathLst>
              <a:path w="5334000" h="1238249">
                <a:moveTo>
                  <a:pt x="0" y="0"/>
                </a:moveTo>
                <a:lnTo>
                  <a:pt x="5334000" y="0"/>
                </a:lnTo>
                <a:lnTo>
                  <a:pt x="5334000" y="1238249"/>
                </a:lnTo>
                <a:lnTo>
                  <a:pt x="0" y="1238249"/>
                </a:lnTo>
                <a:close/>
              </a:path>
            </a:pathLst>
          </a:custGeom>
          <a:blipFill xmlns:a="http://schemas.openxmlformats.org/drawingml/2006/main">
            <a:blip xmlns:r="http://schemas.openxmlformats.org/officeDocument/2006/relationships" r:embed="R5a82a81ea8f04ea9">
              <a:alphaModFix amt="0"/>
            </a:blip>
            <a:stretch>
              <a:fillRect l="0" t="-33935" r="0" b="-33935"/>
            </a:stretch>
          </a:blipFill>
        </p:spPr>
        <p:txBody>
          <a:bodyPr xmlns:a="http://schemas.openxmlformats.org/drawingml/2006/main"/>
          <a:lstStyle xmlns:a="http://schemas.openxmlformats.org/drawingml/2006/main"/>
          <a:p xmlns:a="http://schemas.openxmlformats.org/drawingml/2006/main"/>
        </p:txBody>
      </p:sp>
      <p:sp>
        <p:nvSpPr>
          <p:cNvPr id="6" name="TextBox 6">
            <a:extLst xmlns:a="http://schemas.openxmlformats.org/drawingml/2006/main">
              <a:ext uri="{FF2B5EF4-FFF2-40B4-BE49-F238E27FC236}">
                <a16:creationId xmlns:a16="http://schemas.microsoft.com/office/drawing/2014/main" id="{D52B6BCE-7386-4D2C-B369-FD02AFD48996}"/>
              </a:ext>
            </a:extLst>
          </p:cNvPr>
          <p:cNvSpPr>
            <a:spLocks xmlns:a="http://schemas.openxmlformats.org/drawingml/2006/main" noGrp="1"/>
          </p:cNvSpPr>
          <p:nvPr/>
        </p:nvSpPr>
        <p:spPr>
          <a:xfrm xmlns:a="http://schemas.openxmlformats.org/drawingml/2006/main">
            <a:off x="1285875" y="1714501"/>
            <a:ext cx="4000500" cy="1000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5670"/>
              </a:lnSpc>
              <a:buNone/>
            </a:pPr>
            <a:r>
              <a:rPr sz="4725" b="1">
                <a:solidFill>
                  <a:srgbClr val="FFFFFF"/>
                </a:solidFill>
                <a:latin typeface="Calibri (MS) Bold"/>
                <a:ea typeface="Calibri (MS) Bold"/>
                <a:cs typeface="Calibri (MS) Bold"/>
              </a:rPr>
              <a:t>INDEX</a:t>
            </a:r>
          </a:p>
        </p:txBody>
      </p:sp>
      <p:sp>
        <p:nvSpPr>
          <p:cNvPr id="8" name="Freeform 8">
            <a:extLst xmlns:a="http://schemas.openxmlformats.org/drawingml/2006/main">
              <a:ext uri="{FF2B5EF4-FFF2-40B4-BE49-F238E27FC236}">
                <a16:creationId xmlns:a16="http://schemas.microsoft.com/office/drawing/2014/main" id="{C4EECDAF-D40E-4616-AD5D-3A9593C73570}"/>
              </a:ext>
            </a:extLst>
          </p:cNvPr>
          <p:cNvSpPr>
            <a:spLocks xmlns:a="http://schemas.openxmlformats.org/drawingml/2006/main" noGrp="1"/>
          </p:cNvSpPr>
          <p:nvPr/>
        </p:nvSpPr>
        <p:spPr>
          <a:xfrm xmlns:a="http://schemas.openxmlformats.org/drawingml/2006/main">
            <a:off x="1314450" y="2743200"/>
            <a:ext cx="3714750" cy="571500"/>
          </a:xfrm>
          <a:custGeom xmlns:a="http://schemas.openxmlformats.org/drawingml/2006/main">
            <a:rect l="l" t="t" r="r" b="b"/>
            <a:pathLst>
              <a:path w="4953000" h="762000">
                <a:moveTo>
                  <a:pt x="0" y="0"/>
                </a:moveTo>
                <a:lnTo>
                  <a:pt x="4953000" y="0"/>
                </a:lnTo>
                <a:lnTo>
                  <a:pt x="4953000" y="762000"/>
                </a:lnTo>
                <a:lnTo>
                  <a:pt x="0" y="762000"/>
                </a:lnTo>
                <a:close/>
              </a:path>
            </a:pathLst>
          </a:custGeom>
          <a:blipFill xmlns:a="http://schemas.openxmlformats.org/drawingml/2006/main">
            <a:blip xmlns:r="http://schemas.openxmlformats.org/officeDocument/2006/relationships" r:embed="Rce4cd7aad1a6445c">
              <a:alphaModFix amt="0"/>
            </a:blip>
            <a:stretch>
              <a:fillRect l="0" t="-76565" r="0" b="-76565"/>
            </a:stretch>
          </a:blipFill>
        </p:spPr>
        <p:txBody>
          <a:bodyPr xmlns:a="http://schemas.openxmlformats.org/drawingml/2006/main"/>
          <a:lstStyle xmlns:a="http://schemas.openxmlformats.org/drawingml/2006/main"/>
          <a:p xmlns:a="http://schemas.openxmlformats.org/drawingml/2006/main"/>
        </p:txBody>
      </p:sp>
      <p:sp>
        <p:nvSpPr>
          <p:cNvPr id="10" name="Freeform 10">
            <a:extLst xmlns:a="http://schemas.openxmlformats.org/drawingml/2006/main">
              <a:ext uri="{FF2B5EF4-FFF2-40B4-BE49-F238E27FC236}">
                <a16:creationId xmlns:a16="http://schemas.microsoft.com/office/drawing/2014/main" id="{D0A03066-5E40-4D11-B72C-C1F1C207F5CC}"/>
              </a:ext>
            </a:extLst>
          </p:cNvPr>
          <p:cNvSpPr>
            <a:spLocks xmlns:a="http://schemas.openxmlformats.org/drawingml/2006/main" noGrp="1"/>
          </p:cNvSpPr>
          <p:nvPr/>
        </p:nvSpPr>
        <p:spPr>
          <a:xfrm xmlns:a="http://schemas.openxmlformats.org/drawingml/2006/main">
            <a:off x="1314450" y="2693194"/>
            <a:ext cx="3714750" cy="621506"/>
          </a:xfrm>
          <a:custGeom xmlns:a="http://schemas.openxmlformats.org/drawingml/2006/main">
            <a:rect l="l" t="t" r="r" b="b"/>
            <a:pathLst>
              <a:path w="4953000" h="828675">
                <a:moveTo>
                  <a:pt x="0" y="0"/>
                </a:moveTo>
                <a:lnTo>
                  <a:pt x="4953000" y="0"/>
                </a:lnTo>
                <a:lnTo>
                  <a:pt x="4953000" y="828675"/>
                </a:lnTo>
                <a:lnTo>
                  <a:pt x="0" y="828675"/>
                </a:lnTo>
                <a:close/>
              </a:path>
            </a:pathLst>
          </a:custGeom>
          <a:blipFill xmlns:a="http://schemas.openxmlformats.org/drawingml/2006/main">
            <a:blip xmlns:r="http://schemas.openxmlformats.org/officeDocument/2006/relationships" r:embed="R5a82a81ea8f04ea9">
              <a:alphaModFix amt="0"/>
            </a:blip>
            <a:stretch>
              <a:fillRect l="0" t="-66462" r="0" b="-66462"/>
            </a:stretch>
          </a:blipFill>
        </p:spPr>
        <p:txBody>
          <a:bodyPr xmlns:a="http://schemas.openxmlformats.org/drawingml/2006/main"/>
          <a:lstStyle xmlns:a="http://schemas.openxmlformats.org/drawingml/2006/main"/>
          <a:p xmlns:a="http://schemas.openxmlformats.org/drawingml/2006/main"/>
        </p:txBody>
      </p:sp>
      <p:sp>
        <p:nvSpPr>
          <p:cNvPr id="11" name="TextBox 11">
            <a:extLst xmlns:a="http://schemas.openxmlformats.org/drawingml/2006/main">
              <a:ext uri="{FF2B5EF4-FFF2-40B4-BE49-F238E27FC236}">
                <a16:creationId xmlns:a16="http://schemas.microsoft.com/office/drawing/2014/main" id="{E578BD4A-4E15-47AF-81DC-FB13B0B2D07F}"/>
              </a:ext>
            </a:extLst>
          </p:cNvPr>
          <p:cNvSpPr>
            <a:spLocks xmlns:a="http://schemas.openxmlformats.org/drawingml/2006/main" noGrp="1"/>
          </p:cNvSpPr>
          <p:nvPr/>
        </p:nvSpPr>
        <p:spPr>
          <a:xfrm xmlns:a="http://schemas.openxmlformats.org/drawingml/2006/main">
            <a:off x="1314450" y="2643188"/>
            <a:ext cx="3714750" cy="67151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644"/>
              </a:lnSpc>
              <a:buNone/>
            </a:pPr>
            <a:r>
              <a:rPr sz="3036">
                <a:solidFill>
                  <a:srgbClr val="FFFFFF"/>
                </a:solidFill>
                <a:latin typeface="Calibri (MS)"/>
                <a:ea typeface="Calibri (MS)"/>
                <a:cs typeface="Calibri (MS)"/>
              </a:rPr>
              <a:t>목차보기</a:t>
            </a:r>
          </a:p>
        </p:txBody>
      </p:sp>
      <p:sp>
        <p:nvSpPr>
          <p:cNvPr id="13" name="Freeform 13">
            <a:extLst xmlns:a="http://schemas.openxmlformats.org/drawingml/2006/main">
              <a:ext uri="{FF2B5EF4-FFF2-40B4-BE49-F238E27FC236}">
                <a16:creationId xmlns:a16="http://schemas.microsoft.com/office/drawing/2014/main" id="{DDEBE3D1-9C3E-4FFC-A574-6D748E66F3EB}"/>
              </a:ext>
            </a:extLst>
          </p:cNvPr>
          <p:cNvSpPr>
            <a:spLocks xmlns:a="http://schemas.openxmlformats.org/drawingml/2006/main" noGrp="1"/>
          </p:cNvSpPr>
          <p:nvPr/>
        </p:nvSpPr>
        <p:spPr>
          <a:xfrm xmlns:a="http://schemas.openxmlformats.org/drawingml/2006/main">
            <a:off x="1314450" y="3371850"/>
            <a:ext cx="3643312" cy="314325"/>
          </a:xfrm>
          <a:custGeom xmlns:a="http://schemas.openxmlformats.org/drawingml/2006/main">
            <a:rect l="l" t="t" r="r" b="b"/>
            <a:pathLst>
              <a:path w="4857750" h="419100">
                <a:moveTo>
                  <a:pt x="0" y="0"/>
                </a:moveTo>
                <a:lnTo>
                  <a:pt x="4857750" y="0"/>
                </a:lnTo>
                <a:lnTo>
                  <a:pt x="4857750" y="419100"/>
                </a:lnTo>
                <a:lnTo>
                  <a:pt x="0" y="419100"/>
                </a:lnTo>
                <a:close/>
              </a:path>
            </a:pathLst>
          </a:custGeom>
          <a:blipFill xmlns:a="http://schemas.openxmlformats.org/drawingml/2006/main">
            <a:blip xmlns:r="http://schemas.openxmlformats.org/officeDocument/2006/relationships" r:embed="Rce4cd7aad1a6445c">
              <a:alphaModFix amt="0"/>
            </a:blip>
            <a:stretch>
              <a:fillRect l="0" t="-175690" r="0" b="-175693"/>
            </a:stretch>
          </a:blipFill>
        </p:spPr>
        <p:txBody>
          <a:bodyPr xmlns:a="http://schemas.openxmlformats.org/drawingml/2006/main"/>
          <a:lstStyle xmlns:a="http://schemas.openxmlformats.org/drawingml/2006/main"/>
          <a:p xmlns:a="http://schemas.openxmlformats.org/drawingml/2006/main"/>
        </p:txBody>
      </p:sp>
      <p:sp>
        <p:nvSpPr>
          <p:cNvPr id="15" name="Freeform 15">
            <a:extLst xmlns:a="http://schemas.openxmlformats.org/drawingml/2006/main">
              <a:ext uri="{FF2B5EF4-FFF2-40B4-BE49-F238E27FC236}">
                <a16:creationId xmlns:a16="http://schemas.microsoft.com/office/drawing/2014/main" id="{0AD38626-E355-4258-8B08-B55442712C66}"/>
              </a:ext>
            </a:extLst>
          </p:cNvPr>
          <p:cNvSpPr>
            <a:spLocks xmlns:a="http://schemas.openxmlformats.org/drawingml/2006/main" noGrp="1"/>
          </p:cNvSpPr>
          <p:nvPr/>
        </p:nvSpPr>
        <p:spPr>
          <a:xfrm xmlns:a="http://schemas.openxmlformats.org/drawingml/2006/main">
            <a:off x="1314450" y="3357562"/>
            <a:ext cx="3643311" cy="328611"/>
          </a:xfrm>
          <a:custGeom xmlns:a="http://schemas.openxmlformats.org/drawingml/2006/main">
            <a:rect l="l" t="t" r="r" b="b"/>
            <a:pathLst>
              <a:path w="4857749" h="438149">
                <a:moveTo>
                  <a:pt x="0" y="0"/>
                </a:moveTo>
                <a:lnTo>
                  <a:pt x="4857749" y="0"/>
                </a:lnTo>
                <a:lnTo>
                  <a:pt x="4857749" y="438149"/>
                </a:lnTo>
                <a:lnTo>
                  <a:pt x="0" y="438149"/>
                </a:lnTo>
                <a:close/>
              </a:path>
            </a:pathLst>
          </a:custGeom>
          <a:blipFill xmlns:a="http://schemas.openxmlformats.org/drawingml/2006/main">
            <a:blip xmlns:r="http://schemas.openxmlformats.org/officeDocument/2006/relationships" r:embed="R5a82a81ea8f04ea9">
              <a:alphaModFix amt="0"/>
            </a:blip>
            <a:stretch>
              <a:fillRect l="0" t="-166030" r="0" b="-166030"/>
            </a:stretch>
          </a:blipFill>
        </p:spPr>
        <p:txBody>
          <a:bodyPr xmlns:a="http://schemas.openxmlformats.org/drawingml/2006/main"/>
          <a:lstStyle xmlns:a="http://schemas.openxmlformats.org/drawingml/2006/main"/>
          <a:p xmlns:a="http://schemas.openxmlformats.org/drawingml/2006/main"/>
        </p:txBody>
      </p:sp>
      <p:sp>
        <p:nvSpPr>
          <p:cNvPr id="16" name="TextBox 16">
            <a:extLst xmlns:a="http://schemas.openxmlformats.org/drawingml/2006/main">
              <a:ext uri="{FF2B5EF4-FFF2-40B4-BE49-F238E27FC236}">
                <a16:creationId xmlns:a16="http://schemas.microsoft.com/office/drawing/2014/main" id="{6599D283-C5C6-4477-AE01-7572F78A2663}"/>
              </a:ext>
            </a:extLst>
          </p:cNvPr>
          <p:cNvSpPr>
            <a:spLocks xmlns:a="http://schemas.openxmlformats.org/drawingml/2006/main" noGrp="1"/>
          </p:cNvSpPr>
          <p:nvPr/>
        </p:nvSpPr>
        <p:spPr>
          <a:xfrm xmlns:a="http://schemas.openxmlformats.org/drawingml/2006/main">
            <a:off x="1314450" y="3343275"/>
            <a:ext cx="3643312"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485"/>
              </a:lnSpc>
              <a:buNone/>
            </a:pPr>
            <a:r>
              <a:rPr sz="1237">
                <a:solidFill>
                  <a:srgbClr val="BDD0EE"/>
                </a:solidFill>
                <a:latin typeface="Calibri (MS)"/>
                <a:ea typeface="Calibri (MS)"/>
                <a:cs typeface="Calibri (MS)"/>
              </a:rPr>
              <a:t>데이터 기반에서 서비스·평가까지의 전체 흐름</a:t>
            </a:r>
          </a:p>
        </p:txBody>
      </p:sp>
      <p:sp>
        <p:nvSpPr>
          <p:cNvPr id="17" name="Freeform 17">
            <a:extLst xmlns:a="http://schemas.openxmlformats.org/drawingml/2006/main">
              <a:ext uri="{FF2B5EF4-FFF2-40B4-BE49-F238E27FC236}">
                <a16:creationId xmlns:a16="http://schemas.microsoft.com/office/drawing/2014/main" id="{046F0BCA-CD88-47B3-8938-ABAC98221F7A}"/>
              </a:ext>
            </a:extLst>
          </p:cNvPr>
          <p:cNvSpPr>
            <a:spLocks xmlns:a="http://schemas.openxmlformats.org/drawingml/2006/main" noGrp="1"/>
          </p:cNvSpPr>
          <p:nvPr/>
        </p:nvSpPr>
        <p:spPr>
          <a:xfrm xmlns:a="http://schemas.openxmlformats.org/drawingml/2006/main">
            <a:off x="6486525" y="471488"/>
            <a:ext cx="11029950" cy="9344025"/>
          </a:xfrm>
          <a:custGeom xmlns:a="http://schemas.openxmlformats.org/drawingml/2006/main">
            <a:rect l="l" t="t" r="r" b="b"/>
            <a:pathLst>
              <a:path w="11029950" h="9344025">
                <a:moveTo>
                  <a:pt x="0" y="0"/>
                </a:moveTo>
                <a:lnTo>
                  <a:pt x="11029950" y="0"/>
                </a:lnTo>
                <a:lnTo>
                  <a:pt x="11029950" y="9344024"/>
                </a:lnTo>
                <a:lnTo>
                  <a:pt x="0" y="9344024"/>
                </a:lnTo>
                <a:lnTo>
                  <a:pt x="0" y="0"/>
                </a:lnTo>
                <a:close/>
              </a:path>
            </a:pathLst>
          </a:custGeom>
          <a:blipFill xmlns:a="http://schemas.openxmlformats.org/drawingml/2006/main">
            <a:blip xmlns:r="http://schemas.openxmlformats.org/officeDocument/2006/relationships" r:embed="Rce4cd7aad1a6445c">
              <a:extLst>
                <a:ext uri="{96DAC541-7B7A-43D3-8B79-37D633B846F1}">
                  <asvg:svgBlip xmlns:asvg="http://schemas.microsoft.com/office/drawing/2016/SVG/main" r:embed="Rdceaab57a51d43c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9" name="Freeform 19">
            <a:extLst xmlns:a="http://schemas.openxmlformats.org/drawingml/2006/main">
              <a:ext uri="{FF2B5EF4-FFF2-40B4-BE49-F238E27FC236}">
                <a16:creationId xmlns:a16="http://schemas.microsoft.com/office/drawing/2014/main" id="{7B40C9FF-B4DA-48DF-973B-B0A8C103D9D1}"/>
              </a:ext>
            </a:extLst>
          </p:cNvPr>
          <p:cNvSpPr>
            <a:spLocks xmlns:a="http://schemas.openxmlformats.org/drawingml/2006/main" noGrp="1"/>
          </p:cNvSpPr>
          <p:nvPr/>
        </p:nvSpPr>
        <p:spPr>
          <a:xfrm xmlns:a="http://schemas.openxmlformats.org/drawingml/2006/main">
            <a:off x="7572375" y="1671638"/>
            <a:ext cx="600075" cy="600075"/>
          </a:xfrm>
          <a:custGeom xmlns:a="http://schemas.openxmlformats.org/drawingml/2006/main">
            <a:rect l="l" t="t" r="r" b="b"/>
            <a:pathLst>
              <a:path w="800100" h="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C97C86B3-84CC-4EE6-BA5B-257ED1AADAFC}"/>
              </a:ext>
            </a:extLst>
          </p:cNvPr>
          <p:cNvSpPr>
            <a:spLocks xmlns:a="http://schemas.openxmlformats.org/drawingml/2006/main" noGrp="1"/>
          </p:cNvSpPr>
          <p:nvPr/>
        </p:nvSpPr>
        <p:spPr>
          <a:xfrm xmlns:a="http://schemas.openxmlformats.org/drawingml/2006/main">
            <a:off x="7572375" y="1685925"/>
            <a:ext cx="600075" cy="600075"/>
          </a:xfrm>
          <a:custGeom xmlns:a="http://schemas.openxmlformats.org/drawingml/2006/main">
            <a:rect l="l" t="t" r="r" b="b"/>
            <a:pathLst>
              <a:path w="800100" h="800100">
                <a:moveTo>
                  <a:pt x="0" y="0"/>
                </a:moveTo>
                <a:lnTo>
                  <a:pt x="800100" y="0"/>
                </a:lnTo>
                <a:lnTo>
                  <a:pt x="800100" y="800100"/>
                </a:lnTo>
                <a:lnTo>
                  <a:pt x="0" y="800100"/>
                </a:lnTo>
                <a:close/>
              </a:path>
            </a:pathLst>
          </a:custGeom>
          <a:blipFill xmlns:a="http://schemas.openxmlformats.org/drawingml/2006/main">
            <a:blip xmlns:r="http://schemas.openxmlformats.org/officeDocument/2006/relationships" r:embed="Rce4cd7aad1a6445c">
              <a:alphaModFix amt="0"/>
            </a:blip>
            <a:stretch>
              <a:fillRect l="-78392" t="0" r="-78393" b="0"/>
            </a:stretch>
          </a:blip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E902078E-9D66-49B5-A7C1-04242A7FB3B1}"/>
              </a:ext>
            </a:extLst>
          </p:cNvPr>
          <p:cNvSpPr>
            <a:spLocks xmlns:a="http://schemas.openxmlformats.org/drawingml/2006/main" noGrp="1"/>
          </p:cNvSpPr>
          <p:nvPr/>
        </p:nvSpPr>
        <p:spPr>
          <a:xfrm xmlns:a="http://schemas.openxmlformats.org/drawingml/2006/main">
            <a:off x="7572375" y="1664494"/>
            <a:ext cx="600075" cy="621506"/>
          </a:xfrm>
          <a:custGeom xmlns:a="http://schemas.openxmlformats.org/drawingml/2006/main">
            <a:rect l="l" t="t" r="r" b="b"/>
            <a:pathLst>
              <a:path w="800100" h="828675">
                <a:moveTo>
                  <a:pt x="0" y="0"/>
                </a:moveTo>
                <a:lnTo>
                  <a:pt x="800100" y="0"/>
                </a:lnTo>
                <a:lnTo>
                  <a:pt x="800100" y="828675"/>
                </a:lnTo>
                <a:lnTo>
                  <a:pt x="0" y="828675"/>
                </a:lnTo>
                <a:close/>
              </a:path>
            </a:pathLst>
          </a:custGeom>
          <a:blipFill xmlns:a="http://schemas.openxmlformats.org/drawingml/2006/main">
            <a:blip xmlns:r="http://schemas.openxmlformats.org/officeDocument/2006/relationships" r:embed="R5a82a81ea8f04ea9">
              <a:alphaModFix amt="0"/>
            </a:blip>
            <a:stretch>
              <a:fillRect l="-82885" t="0" r="-82885" b="0"/>
            </a:stretch>
          </a:blipFill>
        </p:spPr>
        <p:txBody>
          <a:bodyPr xmlns:a="http://schemas.openxmlformats.org/drawingml/2006/main"/>
          <a:lstStyle xmlns:a="http://schemas.openxmlformats.org/drawingml/2006/main"/>
          <a:p xmlns:a="http://schemas.openxmlformats.org/drawingml/2006/main"/>
        </p:txBody>
      </p:sp>
      <p:sp>
        <p:nvSpPr>
          <p:cNvPr id="24" name="TextBox 24">
            <a:extLst xmlns:a="http://schemas.openxmlformats.org/drawingml/2006/main">
              <a:ext uri="{FF2B5EF4-FFF2-40B4-BE49-F238E27FC236}">
                <a16:creationId xmlns:a16="http://schemas.microsoft.com/office/drawing/2014/main" id="{8AFE39BF-0115-4752-857D-391FA2892A21}"/>
              </a:ext>
            </a:extLst>
          </p:cNvPr>
          <p:cNvSpPr>
            <a:spLocks xmlns:a="http://schemas.openxmlformats.org/drawingml/2006/main" noGrp="1"/>
          </p:cNvSpPr>
          <p:nvPr/>
        </p:nvSpPr>
        <p:spPr>
          <a:xfrm xmlns:a="http://schemas.openxmlformats.org/drawingml/2006/main">
            <a:off x="7572375" y="1643063"/>
            <a:ext cx="600075" cy="6429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755"/>
              </a:lnSpc>
              <a:buNone/>
            </a:pPr>
            <a:r>
              <a:rPr sz="1462" b="1">
                <a:solidFill>
                  <a:srgbClr val="FFFFFF"/>
                </a:solidFill>
                <a:latin typeface="Calibri (MS) Bold"/>
                <a:ea typeface="Calibri (MS) Bold"/>
                <a:cs typeface="Calibri (MS) Bold"/>
              </a:rPr>
              <a:t>01</a:t>
            </a:r>
          </a:p>
        </p:txBody>
      </p:sp>
      <p:sp>
        <p:nvSpPr>
          <p:cNvPr id="26" name="Freeform 26">
            <a:extLst xmlns:a="http://schemas.openxmlformats.org/drawingml/2006/main">
              <a:ext uri="{FF2B5EF4-FFF2-40B4-BE49-F238E27FC236}">
                <a16:creationId xmlns:a16="http://schemas.microsoft.com/office/drawing/2014/main" id="{DD4773F6-5FA1-40E3-A5BB-40476488A059}"/>
              </a:ext>
            </a:extLst>
          </p:cNvPr>
          <p:cNvSpPr>
            <a:spLocks xmlns:a="http://schemas.openxmlformats.org/drawingml/2006/main" noGrp="1"/>
          </p:cNvSpPr>
          <p:nvPr/>
        </p:nvSpPr>
        <p:spPr>
          <a:xfrm xmlns:a="http://schemas.openxmlformats.org/drawingml/2006/main">
            <a:off x="8715375" y="1643062"/>
            <a:ext cx="7286625" cy="657225"/>
          </a:xfrm>
          <a:custGeom xmlns:a="http://schemas.openxmlformats.org/drawingml/2006/main">
            <a:rect l="l" t="t" r="r" b="b"/>
            <a:pathLst>
              <a:path w="9715500" h="876300">
                <a:moveTo>
                  <a:pt x="0" y="0"/>
                </a:moveTo>
                <a:lnTo>
                  <a:pt x="9715500" y="0"/>
                </a:lnTo>
                <a:lnTo>
                  <a:pt x="9715500" y="876300"/>
                </a:lnTo>
                <a:lnTo>
                  <a:pt x="0" y="876300"/>
                </a:lnTo>
                <a:close/>
              </a:path>
            </a:pathLst>
          </a:custGeom>
          <a:blipFill xmlns:a="http://schemas.openxmlformats.org/drawingml/2006/main">
            <a:blip xmlns:r="http://schemas.openxmlformats.org/officeDocument/2006/relationships" r:embed="Rce4cd7aad1a6445c">
              <a:alphaModFix amt="0"/>
            </a:blip>
            <a:stretch>
              <a:fillRect l="0" t="-165879" r="0" b="-165879"/>
            </a:stretch>
          </a:blipFill>
        </p:spPr>
        <p:txBody>
          <a:bodyPr xmlns:a="http://schemas.openxmlformats.org/drawingml/2006/main"/>
          <a:lstStyle xmlns:a="http://schemas.openxmlformats.org/drawingml/2006/main"/>
          <a:p xmlns:a="http://schemas.openxmlformats.org/drawingml/2006/main"/>
        </p:txBody>
      </p:sp>
      <p:sp>
        <p:nvSpPr>
          <p:cNvPr id="28" name="Freeform 28">
            <a:extLst xmlns:a="http://schemas.openxmlformats.org/drawingml/2006/main">
              <a:ext uri="{FF2B5EF4-FFF2-40B4-BE49-F238E27FC236}">
                <a16:creationId xmlns:a16="http://schemas.microsoft.com/office/drawing/2014/main" id="{F24FB037-C000-415E-A13A-8F3DB572D9CD}"/>
              </a:ext>
            </a:extLst>
          </p:cNvPr>
          <p:cNvSpPr>
            <a:spLocks xmlns:a="http://schemas.openxmlformats.org/drawingml/2006/main" noGrp="1"/>
          </p:cNvSpPr>
          <p:nvPr/>
        </p:nvSpPr>
        <p:spPr>
          <a:xfrm xmlns:a="http://schemas.openxmlformats.org/drawingml/2006/main">
            <a:off x="8715375" y="1600200"/>
            <a:ext cx="7286625" cy="700087"/>
          </a:xfrm>
          <a:custGeom xmlns:a="http://schemas.openxmlformats.org/drawingml/2006/main">
            <a:rect l="l" t="t" r="r" b="b"/>
            <a:pathLst>
              <a:path w="9715500" h="933449">
                <a:moveTo>
                  <a:pt x="0" y="0"/>
                </a:moveTo>
                <a:lnTo>
                  <a:pt x="9715500" y="0"/>
                </a:lnTo>
                <a:lnTo>
                  <a:pt x="9715500" y="933449"/>
                </a:lnTo>
                <a:lnTo>
                  <a:pt x="0" y="933449"/>
                </a:lnTo>
                <a:close/>
              </a:path>
            </a:pathLst>
          </a:custGeom>
          <a:blipFill xmlns:a="http://schemas.openxmlformats.org/drawingml/2006/main">
            <a:blip xmlns:r="http://schemas.openxmlformats.org/officeDocument/2006/relationships" r:embed="R5a82a81ea8f04ea9">
              <a:alphaModFix amt="0"/>
            </a:blip>
            <a:stretch>
              <a:fillRect l="0" t="-152803" r="0" b="-152803"/>
            </a:stretch>
          </a:blipFill>
        </p:spPr>
        <p:txBody>
          <a:bodyPr xmlns:a="http://schemas.openxmlformats.org/drawingml/2006/main"/>
          <a:lstStyle xmlns:a="http://schemas.openxmlformats.org/drawingml/2006/main"/>
          <a:p xmlns:a="http://schemas.openxmlformats.org/drawingml/2006/main"/>
        </p:txBody>
      </p:sp>
      <p:sp>
        <p:nvSpPr>
          <p:cNvPr id="29" name="TextBox 29">
            <a:extLst xmlns:a="http://schemas.openxmlformats.org/drawingml/2006/main">
              <a:ext uri="{FF2B5EF4-FFF2-40B4-BE49-F238E27FC236}">
                <a16:creationId xmlns:a16="http://schemas.microsoft.com/office/drawing/2014/main" id="{3CEFE82C-C292-40B2-A58A-5EB428E9ACC7}"/>
              </a:ext>
            </a:extLst>
          </p:cNvPr>
          <p:cNvSpPr>
            <a:spLocks xmlns:a="http://schemas.openxmlformats.org/drawingml/2006/main" noGrp="1"/>
          </p:cNvSpPr>
          <p:nvPr/>
        </p:nvSpPr>
        <p:spPr>
          <a:xfrm xmlns:a="http://schemas.openxmlformats.org/drawingml/2006/main">
            <a:off x="8715375" y="1557338"/>
            <a:ext cx="7286625" cy="7429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04"/>
              </a:lnSpc>
              <a:buNone/>
            </a:pPr>
            <a:r>
              <a:rPr sz="2586" b="1">
                <a:solidFill>
                  <a:srgbClr val="202020"/>
                </a:solidFill>
                <a:latin typeface="Calibri (MS) Bold"/>
                <a:ea typeface="Calibri (MS) Bold"/>
                <a:cs typeface="Calibri (MS) Bold"/>
              </a:rPr>
              <a:t>프로젝트 개요 </a:t>
            </a:r>
          </a:p>
        </p:txBody>
      </p:sp>
      <p:sp>
        <p:nvSpPr>
          <p:cNvPr id="31" name="Freeform 31">
            <a:extLst xmlns:a="http://schemas.openxmlformats.org/drawingml/2006/main">
              <a:ext uri="{FF2B5EF4-FFF2-40B4-BE49-F238E27FC236}">
                <a16:creationId xmlns:a16="http://schemas.microsoft.com/office/drawing/2014/main" id="{028BA5E6-F64A-4F08-87DE-28286C3962A7}"/>
              </a:ext>
            </a:extLst>
          </p:cNvPr>
          <p:cNvSpPr>
            <a:spLocks xmlns:a="http://schemas.openxmlformats.org/drawingml/2006/main" noGrp="1"/>
          </p:cNvSpPr>
          <p:nvPr/>
        </p:nvSpPr>
        <p:spPr>
          <a:xfrm xmlns:a="http://schemas.openxmlformats.org/drawingml/2006/main">
            <a:off x="7572375" y="2962275"/>
            <a:ext cx="8715375" cy="14288"/>
          </a:xfrm>
          <a:custGeom xmlns:a="http://schemas.openxmlformats.org/drawingml/2006/main">
            <a:rect l="l" t="t" r="r" b="b"/>
            <a:pathLst>
              <a:path w="11620500" h="19050">
                <a:moveTo>
                  <a:pt x="0" y="0"/>
                </a:moveTo>
                <a:lnTo>
                  <a:pt x="11620500" y="0"/>
                </a:lnTo>
                <a:lnTo>
                  <a:pt x="116205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33" name="Freeform 33">
            <a:extLst xmlns:a="http://schemas.openxmlformats.org/drawingml/2006/main">
              <a:ext uri="{FF2B5EF4-FFF2-40B4-BE49-F238E27FC236}">
                <a16:creationId xmlns:a16="http://schemas.microsoft.com/office/drawing/2014/main" id="{614A5DA7-78FC-4EB0-914F-1F7B04261F28}"/>
              </a:ext>
            </a:extLst>
          </p:cNvPr>
          <p:cNvSpPr>
            <a:spLocks xmlns:a="http://schemas.openxmlformats.org/drawingml/2006/main" noGrp="1"/>
          </p:cNvSpPr>
          <p:nvPr/>
        </p:nvSpPr>
        <p:spPr>
          <a:xfrm xmlns:a="http://schemas.openxmlformats.org/drawingml/2006/main">
            <a:off x="7572375" y="3679031"/>
            <a:ext cx="600075" cy="600075"/>
          </a:xfrm>
          <a:custGeom xmlns:a="http://schemas.openxmlformats.org/drawingml/2006/main">
            <a:rect l="l" t="t" r="r" b="b"/>
            <a:pathLst>
              <a:path w="800100" h="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35" name="Freeform 35">
            <a:extLst xmlns:a="http://schemas.openxmlformats.org/drawingml/2006/main">
              <a:ext uri="{FF2B5EF4-FFF2-40B4-BE49-F238E27FC236}">
                <a16:creationId xmlns:a16="http://schemas.microsoft.com/office/drawing/2014/main" id="{F530F1A7-2C15-4978-8B1E-64C02449F774}"/>
              </a:ext>
            </a:extLst>
          </p:cNvPr>
          <p:cNvSpPr>
            <a:spLocks xmlns:a="http://schemas.openxmlformats.org/drawingml/2006/main" noGrp="1"/>
          </p:cNvSpPr>
          <p:nvPr/>
        </p:nvSpPr>
        <p:spPr>
          <a:xfrm xmlns:a="http://schemas.openxmlformats.org/drawingml/2006/main">
            <a:off x="7572375" y="3681412"/>
            <a:ext cx="600075" cy="600075"/>
          </a:xfrm>
          <a:custGeom xmlns:a="http://schemas.openxmlformats.org/drawingml/2006/main">
            <a:rect l="l" t="t" r="r" b="b"/>
            <a:pathLst>
              <a:path w="800100" h="800100">
                <a:moveTo>
                  <a:pt x="0" y="0"/>
                </a:moveTo>
                <a:lnTo>
                  <a:pt x="800100" y="0"/>
                </a:lnTo>
                <a:lnTo>
                  <a:pt x="800100" y="800100"/>
                </a:lnTo>
                <a:lnTo>
                  <a:pt x="0" y="800100"/>
                </a:lnTo>
                <a:close/>
              </a:path>
            </a:pathLst>
          </a:custGeom>
          <a:blipFill xmlns:a="http://schemas.openxmlformats.org/drawingml/2006/main">
            <a:blip xmlns:r="http://schemas.openxmlformats.org/officeDocument/2006/relationships" r:embed="Rce4cd7aad1a6445c">
              <a:alphaModFix amt="0"/>
            </a:blip>
            <a:stretch>
              <a:fillRect l="-78392" t="0" r="-78393" b="0"/>
            </a:stretch>
          </a:blipFill>
        </p:spPr>
        <p:txBody>
          <a:bodyPr xmlns:a="http://schemas.openxmlformats.org/drawingml/2006/main"/>
          <a:lstStyle xmlns:a="http://schemas.openxmlformats.org/drawingml/2006/main"/>
          <a:p xmlns:a="http://schemas.openxmlformats.org/drawingml/2006/main"/>
        </p:txBody>
      </p:sp>
      <p:sp>
        <p:nvSpPr>
          <p:cNvPr id="37" name="Freeform 37">
            <a:extLst xmlns:a="http://schemas.openxmlformats.org/drawingml/2006/main">
              <a:ext uri="{FF2B5EF4-FFF2-40B4-BE49-F238E27FC236}">
                <a16:creationId xmlns:a16="http://schemas.microsoft.com/office/drawing/2014/main" id="{4348AD73-DB7C-483C-9646-4B40C29C6557}"/>
              </a:ext>
            </a:extLst>
          </p:cNvPr>
          <p:cNvSpPr>
            <a:spLocks xmlns:a="http://schemas.openxmlformats.org/drawingml/2006/main" noGrp="1"/>
          </p:cNvSpPr>
          <p:nvPr/>
        </p:nvSpPr>
        <p:spPr>
          <a:xfrm xmlns:a="http://schemas.openxmlformats.org/drawingml/2006/main">
            <a:off x="7572375" y="3659981"/>
            <a:ext cx="600075" cy="621506"/>
          </a:xfrm>
          <a:custGeom xmlns:a="http://schemas.openxmlformats.org/drawingml/2006/main">
            <a:rect l="l" t="t" r="r" b="b"/>
            <a:pathLst>
              <a:path w="800100" h="828675">
                <a:moveTo>
                  <a:pt x="0" y="0"/>
                </a:moveTo>
                <a:lnTo>
                  <a:pt x="800100" y="0"/>
                </a:lnTo>
                <a:lnTo>
                  <a:pt x="800100" y="828675"/>
                </a:lnTo>
                <a:lnTo>
                  <a:pt x="0" y="828675"/>
                </a:lnTo>
                <a:close/>
              </a:path>
            </a:pathLst>
          </a:custGeom>
          <a:blipFill xmlns:a="http://schemas.openxmlformats.org/drawingml/2006/main">
            <a:blip xmlns:r="http://schemas.openxmlformats.org/officeDocument/2006/relationships" r:embed="R5a82a81ea8f04ea9">
              <a:alphaModFix amt="0"/>
            </a:blip>
            <a:stretch>
              <a:fillRect l="-82885" t="0" r="-82885" b="0"/>
            </a:stretch>
          </a:blipFill>
        </p:spPr>
        <p:txBody>
          <a:bodyPr xmlns:a="http://schemas.openxmlformats.org/drawingml/2006/main"/>
          <a:lstStyle xmlns:a="http://schemas.openxmlformats.org/drawingml/2006/main"/>
          <a:p xmlns:a="http://schemas.openxmlformats.org/drawingml/2006/main"/>
        </p:txBody>
      </p:sp>
      <p:sp>
        <p:nvSpPr>
          <p:cNvPr id="38" name="TextBox 38">
            <a:extLst xmlns:a="http://schemas.openxmlformats.org/drawingml/2006/main">
              <a:ext uri="{FF2B5EF4-FFF2-40B4-BE49-F238E27FC236}">
                <a16:creationId xmlns:a16="http://schemas.microsoft.com/office/drawing/2014/main" id="{E5DC4886-0247-4D61-950C-1C2BDC65FB97}"/>
              </a:ext>
            </a:extLst>
          </p:cNvPr>
          <p:cNvSpPr>
            <a:spLocks xmlns:a="http://schemas.openxmlformats.org/drawingml/2006/main" noGrp="1"/>
          </p:cNvSpPr>
          <p:nvPr/>
        </p:nvSpPr>
        <p:spPr>
          <a:xfrm xmlns:a="http://schemas.openxmlformats.org/drawingml/2006/main">
            <a:off x="7572375" y="3638550"/>
            <a:ext cx="600075" cy="6429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755"/>
              </a:lnSpc>
              <a:buNone/>
            </a:pPr>
            <a:r>
              <a:rPr sz="1462" b="1">
                <a:solidFill>
                  <a:srgbClr val="FFFFFF"/>
                </a:solidFill>
                <a:latin typeface="Calibri (MS) Bold"/>
                <a:ea typeface="Calibri (MS) Bold"/>
                <a:cs typeface="Calibri (MS) Bold"/>
              </a:rPr>
              <a:t>02</a:t>
            </a:r>
          </a:p>
        </p:txBody>
      </p:sp>
      <p:sp>
        <p:nvSpPr>
          <p:cNvPr id="40" name="Freeform 40">
            <a:extLst xmlns:a="http://schemas.openxmlformats.org/drawingml/2006/main">
              <a:ext uri="{FF2B5EF4-FFF2-40B4-BE49-F238E27FC236}">
                <a16:creationId xmlns:a16="http://schemas.microsoft.com/office/drawing/2014/main" id="{1558AD93-39B9-4A51-9372-0C913905AAC4}"/>
              </a:ext>
            </a:extLst>
          </p:cNvPr>
          <p:cNvSpPr>
            <a:spLocks xmlns:a="http://schemas.openxmlformats.org/drawingml/2006/main" noGrp="1"/>
          </p:cNvSpPr>
          <p:nvPr/>
        </p:nvSpPr>
        <p:spPr>
          <a:xfrm xmlns:a="http://schemas.openxmlformats.org/drawingml/2006/main">
            <a:off x="8715375" y="3643312"/>
            <a:ext cx="7286625" cy="657225"/>
          </a:xfrm>
          <a:custGeom xmlns:a="http://schemas.openxmlformats.org/drawingml/2006/main">
            <a:rect l="l" t="t" r="r" b="b"/>
            <a:pathLst>
              <a:path w="9715500" h="876300">
                <a:moveTo>
                  <a:pt x="0" y="0"/>
                </a:moveTo>
                <a:lnTo>
                  <a:pt x="9715500" y="0"/>
                </a:lnTo>
                <a:lnTo>
                  <a:pt x="9715500" y="876300"/>
                </a:lnTo>
                <a:lnTo>
                  <a:pt x="0" y="876300"/>
                </a:lnTo>
                <a:close/>
              </a:path>
            </a:pathLst>
          </a:custGeom>
          <a:blipFill xmlns:a="http://schemas.openxmlformats.org/drawingml/2006/main">
            <a:blip xmlns:r="http://schemas.openxmlformats.org/officeDocument/2006/relationships" r:embed="Rce4cd7aad1a6445c">
              <a:alphaModFix amt="0"/>
            </a:blip>
            <a:stretch>
              <a:fillRect l="0" t="-165879" r="0" b="-165879"/>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1A1DAF15-0C9B-4F73-952F-9DD70FABB9D5}"/>
              </a:ext>
            </a:extLst>
          </p:cNvPr>
          <p:cNvSpPr>
            <a:spLocks xmlns:a="http://schemas.openxmlformats.org/drawingml/2006/main" noGrp="1"/>
          </p:cNvSpPr>
          <p:nvPr/>
        </p:nvSpPr>
        <p:spPr>
          <a:xfrm xmlns:a="http://schemas.openxmlformats.org/drawingml/2006/main">
            <a:off x="8715375" y="3600450"/>
            <a:ext cx="7286625" cy="700087"/>
          </a:xfrm>
          <a:custGeom xmlns:a="http://schemas.openxmlformats.org/drawingml/2006/main">
            <a:rect l="l" t="t" r="r" b="b"/>
            <a:pathLst>
              <a:path w="9715500" h="933449">
                <a:moveTo>
                  <a:pt x="0" y="0"/>
                </a:moveTo>
                <a:lnTo>
                  <a:pt x="9715500" y="0"/>
                </a:lnTo>
                <a:lnTo>
                  <a:pt x="9715500" y="933449"/>
                </a:lnTo>
                <a:lnTo>
                  <a:pt x="0" y="933449"/>
                </a:lnTo>
                <a:close/>
              </a:path>
            </a:pathLst>
          </a:custGeom>
          <a:blipFill xmlns:a="http://schemas.openxmlformats.org/drawingml/2006/main">
            <a:blip xmlns:r="http://schemas.openxmlformats.org/officeDocument/2006/relationships" r:embed="R5a82a81ea8f04ea9">
              <a:alphaModFix amt="0"/>
            </a:blip>
            <a:stretch>
              <a:fillRect l="0" t="-152803" r="0" b="-152803"/>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3CBC4C8B-7858-4437-AB47-EDA91C5DC2C7}"/>
              </a:ext>
            </a:extLst>
          </p:cNvPr>
          <p:cNvSpPr>
            <a:spLocks xmlns:a="http://schemas.openxmlformats.org/drawingml/2006/main" noGrp="1"/>
          </p:cNvSpPr>
          <p:nvPr/>
        </p:nvSpPr>
        <p:spPr>
          <a:xfrm xmlns:a="http://schemas.openxmlformats.org/drawingml/2006/main">
            <a:off x="8715375" y="3557588"/>
            <a:ext cx="7286625" cy="7429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04"/>
              </a:lnSpc>
              <a:buNone/>
            </a:pPr>
            <a:r>
              <a:rPr sz="2586" b="1">
                <a:solidFill>
                  <a:srgbClr val="202020"/>
                </a:solidFill>
                <a:latin typeface="Calibri (MS) Bold"/>
                <a:ea typeface="Calibri (MS) Bold"/>
                <a:cs typeface="Calibri (MS) Bold"/>
              </a:rPr>
              <a:t>프로젝트 수행 절차 및 방법</a:t>
            </a:r>
          </a:p>
        </p:txBody>
      </p:sp>
      <p:sp>
        <p:nvSpPr>
          <p:cNvPr id="45" name="Freeform 45">
            <a:extLst xmlns:a="http://schemas.openxmlformats.org/drawingml/2006/main">
              <a:ext uri="{FF2B5EF4-FFF2-40B4-BE49-F238E27FC236}">
                <a16:creationId xmlns:a16="http://schemas.microsoft.com/office/drawing/2014/main" id="{2748ECDC-4802-4F0B-BE40-98528C1E6825}"/>
              </a:ext>
            </a:extLst>
          </p:cNvPr>
          <p:cNvSpPr>
            <a:spLocks xmlns:a="http://schemas.openxmlformats.org/drawingml/2006/main" noGrp="1"/>
          </p:cNvSpPr>
          <p:nvPr/>
        </p:nvSpPr>
        <p:spPr>
          <a:xfrm xmlns:a="http://schemas.openxmlformats.org/drawingml/2006/main">
            <a:off x="7572375" y="4964906"/>
            <a:ext cx="8715375" cy="14288"/>
          </a:xfrm>
          <a:custGeom xmlns:a="http://schemas.openxmlformats.org/drawingml/2006/main">
            <a:rect l="l" t="t" r="r" b="b"/>
            <a:pathLst>
              <a:path w="11620500" h="19050">
                <a:moveTo>
                  <a:pt x="0" y="0"/>
                </a:moveTo>
                <a:lnTo>
                  <a:pt x="11620500" y="0"/>
                </a:lnTo>
                <a:lnTo>
                  <a:pt x="116205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88D34122-5F99-4EE0-BCE8-E3805DBBEFAD}"/>
              </a:ext>
            </a:extLst>
          </p:cNvPr>
          <p:cNvSpPr>
            <a:spLocks xmlns:a="http://schemas.openxmlformats.org/drawingml/2006/main" noGrp="1"/>
          </p:cNvSpPr>
          <p:nvPr/>
        </p:nvSpPr>
        <p:spPr>
          <a:xfrm xmlns:a="http://schemas.openxmlformats.org/drawingml/2006/main">
            <a:off x="7572375" y="5676900"/>
            <a:ext cx="600075" cy="600075"/>
          </a:xfrm>
          <a:custGeom xmlns:a="http://schemas.openxmlformats.org/drawingml/2006/main">
            <a:rect l="l" t="t" r="r" b="b"/>
            <a:pathLst>
              <a:path w="800100" h="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EBF3DE5-84A6-4EA9-A728-5F0BBD70668C}"/>
              </a:ext>
            </a:extLst>
          </p:cNvPr>
          <p:cNvSpPr>
            <a:spLocks xmlns:a="http://schemas.openxmlformats.org/drawingml/2006/main" noGrp="1"/>
          </p:cNvSpPr>
          <p:nvPr/>
        </p:nvSpPr>
        <p:spPr>
          <a:xfrm xmlns:a="http://schemas.openxmlformats.org/drawingml/2006/main">
            <a:off x="7572375" y="5676900"/>
            <a:ext cx="600075" cy="600075"/>
          </a:xfrm>
          <a:custGeom xmlns:a="http://schemas.openxmlformats.org/drawingml/2006/main">
            <a:rect l="l" t="t" r="r" b="b"/>
            <a:pathLst>
              <a:path w="800100" h="800100">
                <a:moveTo>
                  <a:pt x="0" y="0"/>
                </a:moveTo>
                <a:lnTo>
                  <a:pt x="800100" y="0"/>
                </a:lnTo>
                <a:lnTo>
                  <a:pt x="800100" y="800100"/>
                </a:lnTo>
                <a:lnTo>
                  <a:pt x="0" y="800100"/>
                </a:lnTo>
                <a:close/>
              </a:path>
            </a:pathLst>
          </a:custGeom>
          <a:blipFill xmlns:a="http://schemas.openxmlformats.org/drawingml/2006/main">
            <a:blip xmlns:r="http://schemas.openxmlformats.org/officeDocument/2006/relationships" r:embed="Rce4cd7aad1a6445c">
              <a:alphaModFix amt="0"/>
            </a:blip>
            <a:stretch>
              <a:fillRect l="-78392" t="0" r="-78393" b="0"/>
            </a:stretch>
          </a:blipFill>
        </p:spPr>
        <p:txBody>
          <a:bodyPr xmlns:a="http://schemas.openxmlformats.org/drawingml/2006/main"/>
          <a:lstStyle xmlns:a="http://schemas.openxmlformats.org/drawingml/2006/main"/>
          <a:p xmlns:a="http://schemas.openxmlformats.org/drawingml/2006/main"/>
        </p:txBody>
      </p:sp>
      <p:sp>
        <p:nvSpPr>
          <p:cNvPr id="51" name="Freeform 51">
            <a:extLst xmlns:a="http://schemas.openxmlformats.org/drawingml/2006/main">
              <a:ext uri="{FF2B5EF4-FFF2-40B4-BE49-F238E27FC236}">
                <a16:creationId xmlns:a16="http://schemas.microsoft.com/office/drawing/2014/main" id="{9D6E89AF-9480-4D7B-A020-AD1793F77750}"/>
              </a:ext>
            </a:extLst>
          </p:cNvPr>
          <p:cNvSpPr>
            <a:spLocks xmlns:a="http://schemas.openxmlformats.org/drawingml/2006/main" noGrp="1"/>
          </p:cNvSpPr>
          <p:nvPr/>
        </p:nvSpPr>
        <p:spPr>
          <a:xfrm xmlns:a="http://schemas.openxmlformats.org/drawingml/2006/main">
            <a:off x="7572375" y="5655469"/>
            <a:ext cx="600075" cy="621506"/>
          </a:xfrm>
          <a:custGeom xmlns:a="http://schemas.openxmlformats.org/drawingml/2006/main">
            <a:rect l="l" t="t" r="r" b="b"/>
            <a:pathLst>
              <a:path w="800100" h="828675">
                <a:moveTo>
                  <a:pt x="0" y="0"/>
                </a:moveTo>
                <a:lnTo>
                  <a:pt x="800100" y="0"/>
                </a:lnTo>
                <a:lnTo>
                  <a:pt x="800100" y="828675"/>
                </a:lnTo>
                <a:lnTo>
                  <a:pt x="0" y="828675"/>
                </a:lnTo>
                <a:close/>
              </a:path>
            </a:pathLst>
          </a:custGeom>
          <a:blipFill xmlns:a="http://schemas.openxmlformats.org/drawingml/2006/main">
            <a:blip xmlns:r="http://schemas.openxmlformats.org/officeDocument/2006/relationships" r:embed="R5a82a81ea8f04ea9">
              <a:alphaModFix amt="0"/>
            </a:blip>
            <a:stretch>
              <a:fillRect l="-82885" t="0" r="-82885" b="0"/>
            </a:stretch>
          </a:blipFill>
        </p:spPr>
        <p:txBody>
          <a:bodyPr xmlns:a="http://schemas.openxmlformats.org/drawingml/2006/main"/>
          <a:lstStyle xmlns:a="http://schemas.openxmlformats.org/drawingml/2006/main"/>
          <a:p xmlns:a="http://schemas.openxmlformats.org/drawingml/2006/main"/>
        </p:txBody>
      </p:sp>
      <p:sp>
        <p:nvSpPr>
          <p:cNvPr id="52" name="TextBox 52">
            <a:extLst xmlns:a="http://schemas.openxmlformats.org/drawingml/2006/main">
              <a:ext uri="{FF2B5EF4-FFF2-40B4-BE49-F238E27FC236}">
                <a16:creationId xmlns:a16="http://schemas.microsoft.com/office/drawing/2014/main" id="{CC11E03B-2B9C-4FE5-B18C-1E33ED4C9E90}"/>
              </a:ext>
            </a:extLst>
          </p:cNvPr>
          <p:cNvSpPr>
            <a:spLocks xmlns:a="http://schemas.openxmlformats.org/drawingml/2006/main" noGrp="1"/>
          </p:cNvSpPr>
          <p:nvPr/>
        </p:nvSpPr>
        <p:spPr>
          <a:xfrm xmlns:a="http://schemas.openxmlformats.org/drawingml/2006/main">
            <a:off x="7572375" y="5634038"/>
            <a:ext cx="600075" cy="6429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755"/>
              </a:lnSpc>
              <a:buNone/>
            </a:pPr>
            <a:r>
              <a:rPr sz="1462" b="1">
                <a:solidFill>
                  <a:srgbClr val="FFFFFF"/>
                </a:solidFill>
                <a:latin typeface="Calibri (MS) Bold"/>
                <a:ea typeface="Calibri (MS) Bold"/>
                <a:cs typeface="Calibri (MS) Bold"/>
              </a:rPr>
              <a:t>03</a:t>
            </a:r>
          </a:p>
        </p:txBody>
      </p:sp>
      <p:sp>
        <p:nvSpPr>
          <p:cNvPr id="54" name="Freeform 54">
            <a:extLst xmlns:a="http://schemas.openxmlformats.org/drawingml/2006/main">
              <a:ext uri="{FF2B5EF4-FFF2-40B4-BE49-F238E27FC236}">
                <a16:creationId xmlns:a16="http://schemas.microsoft.com/office/drawing/2014/main" id="{801074A9-84D2-4C63-9C22-90E7E030FC4E}"/>
              </a:ext>
            </a:extLst>
          </p:cNvPr>
          <p:cNvSpPr>
            <a:spLocks xmlns:a="http://schemas.openxmlformats.org/drawingml/2006/main" noGrp="1"/>
          </p:cNvSpPr>
          <p:nvPr/>
        </p:nvSpPr>
        <p:spPr>
          <a:xfrm xmlns:a="http://schemas.openxmlformats.org/drawingml/2006/main">
            <a:off x="8715375" y="5643562"/>
            <a:ext cx="7286625" cy="657225"/>
          </a:xfrm>
          <a:custGeom xmlns:a="http://schemas.openxmlformats.org/drawingml/2006/main">
            <a:rect l="l" t="t" r="r" b="b"/>
            <a:pathLst>
              <a:path w="9715500" h="876300">
                <a:moveTo>
                  <a:pt x="0" y="0"/>
                </a:moveTo>
                <a:lnTo>
                  <a:pt x="9715500" y="0"/>
                </a:lnTo>
                <a:lnTo>
                  <a:pt x="9715500" y="876300"/>
                </a:lnTo>
                <a:lnTo>
                  <a:pt x="0" y="876300"/>
                </a:lnTo>
                <a:close/>
              </a:path>
            </a:pathLst>
          </a:custGeom>
          <a:blipFill xmlns:a="http://schemas.openxmlformats.org/drawingml/2006/main">
            <a:blip xmlns:r="http://schemas.openxmlformats.org/officeDocument/2006/relationships" r:embed="Rce4cd7aad1a6445c">
              <a:alphaModFix amt="0"/>
            </a:blip>
            <a:stretch>
              <a:fillRect l="0" t="-165879" r="0" b="-165879"/>
            </a:stretch>
          </a:blipFill>
        </p:spPr>
        <p:txBody>
          <a:bodyPr xmlns:a="http://schemas.openxmlformats.org/drawingml/2006/main"/>
          <a:lstStyle xmlns:a="http://schemas.openxmlformats.org/drawingml/2006/main"/>
          <a:p xmlns:a="http://schemas.openxmlformats.org/drawingml/2006/main"/>
        </p:txBody>
      </p:sp>
      <p:sp>
        <p:nvSpPr>
          <p:cNvPr id="56" name="Freeform 56">
            <a:extLst xmlns:a="http://schemas.openxmlformats.org/drawingml/2006/main">
              <a:ext uri="{FF2B5EF4-FFF2-40B4-BE49-F238E27FC236}">
                <a16:creationId xmlns:a16="http://schemas.microsoft.com/office/drawing/2014/main" id="{760F4B68-886B-4A79-A925-750EB5B37E94}"/>
              </a:ext>
            </a:extLst>
          </p:cNvPr>
          <p:cNvSpPr>
            <a:spLocks xmlns:a="http://schemas.openxmlformats.org/drawingml/2006/main" noGrp="1"/>
          </p:cNvSpPr>
          <p:nvPr/>
        </p:nvSpPr>
        <p:spPr>
          <a:xfrm xmlns:a="http://schemas.openxmlformats.org/drawingml/2006/main">
            <a:off x="8715375" y="5600700"/>
            <a:ext cx="7286625" cy="700087"/>
          </a:xfrm>
          <a:custGeom xmlns:a="http://schemas.openxmlformats.org/drawingml/2006/main">
            <a:rect l="l" t="t" r="r" b="b"/>
            <a:pathLst>
              <a:path w="9715500" h="933449">
                <a:moveTo>
                  <a:pt x="0" y="0"/>
                </a:moveTo>
                <a:lnTo>
                  <a:pt x="9715500" y="0"/>
                </a:lnTo>
                <a:lnTo>
                  <a:pt x="9715500" y="933449"/>
                </a:lnTo>
                <a:lnTo>
                  <a:pt x="0" y="933449"/>
                </a:lnTo>
                <a:close/>
              </a:path>
            </a:pathLst>
          </a:custGeom>
          <a:blipFill xmlns:a="http://schemas.openxmlformats.org/drawingml/2006/main">
            <a:blip xmlns:r="http://schemas.openxmlformats.org/officeDocument/2006/relationships" r:embed="R5a82a81ea8f04ea9">
              <a:alphaModFix amt="0"/>
            </a:blip>
            <a:stretch>
              <a:fillRect l="0" t="-152803" r="0" b="-152803"/>
            </a:stretch>
          </a:blipFill>
        </p:spPr>
        <p:txBody>
          <a:bodyPr xmlns:a="http://schemas.openxmlformats.org/drawingml/2006/main"/>
          <a:lstStyle xmlns:a="http://schemas.openxmlformats.org/drawingml/2006/main"/>
          <a:p xmlns:a="http://schemas.openxmlformats.org/drawingml/2006/main"/>
        </p:txBody>
      </p:sp>
      <p:sp>
        <p:nvSpPr>
          <p:cNvPr id="57" name="TextBox 57">
            <a:extLst xmlns:a="http://schemas.openxmlformats.org/drawingml/2006/main">
              <a:ext uri="{FF2B5EF4-FFF2-40B4-BE49-F238E27FC236}">
                <a16:creationId xmlns:a16="http://schemas.microsoft.com/office/drawing/2014/main" id="{7047F3B3-0A50-4B82-A1B0-CC1A0AEE74AB}"/>
              </a:ext>
            </a:extLst>
          </p:cNvPr>
          <p:cNvSpPr>
            <a:spLocks xmlns:a="http://schemas.openxmlformats.org/drawingml/2006/main" noGrp="1"/>
          </p:cNvSpPr>
          <p:nvPr/>
        </p:nvSpPr>
        <p:spPr>
          <a:xfrm xmlns:a="http://schemas.openxmlformats.org/drawingml/2006/main">
            <a:off x="8715375" y="5557838"/>
            <a:ext cx="7286625" cy="7429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04"/>
              </a:lnSpc>
              <a:buNone/>
            </a:pPr>
            <a:r>
              <a:rPr sz="2586" b="1">
                <a:solidFill>
                  <a:srgbClr val="202020"/>
                </a:solidFill>
                <a:latin typeface="Calibri (MS) Bold"/>
                <a:ea typeface="Calibri (MS) Bold"/>
                <a:cs typeface="Calibri (MS) Bold"/>
              </a:rPr>
              <a:t>프로젝트 수행 결과</a:t>
            </a:r>
          </a:p>
        </p:txBody>
      </p:sp>
      <p:sp>
        <p:nvSpPr>
          <p:cNvPr id="59" name="Freeform 59">
            <a:extLst xmlns:a="http://schemas.openxmlformats.org/drawingml/2006/main">
              <a:ext uri="{FF2B5EF4-FFF2-40B4-BE49-F238E27FC236}">
                <a16:creationId xmlns:a16="http://schemas.microsoft.com/office/drawing/2014/main" id="{36B7092F-6ABC-4706-A175-2ACDB96AB3B8}"/>
              </a:ext>
            </a:extLst>
          </p:cNvPr>
          <p:cNvSpPr>
            <a:spLocks xmlns:a="http://schemas.openxmlformats.org/drawingml/2006/main" noGrp="1"/>
          </p:cNvSpPr>
          <p:nvPr/>
        </p:nvSpPr>
        <p:spPr>
          <a:xfrm xmlns:a="http://schemas.openxmlformats.org/drawingml/2006/main">
            <a:off x="7572375" y="6967538"/>
            <a:ext cx="8715375" cy="14288"/>
          </a:xfrm>
          <a:custGeom xmlns:a="http://schemas.openxmlformats.org/drawingml/2006/main">
            <a:rect l="l" t="t" r="r" b="b"/>
            <a:pathLst>
              <a:path w="11620500" h="19050">
                <a:moveTo>
                  <a:pt x="0" y="0"/>
                </a:moveTo>
                <a:lnTo>
                  <a:pt x="11620500" y="0"/>
                </a:lnTo>
                <a:lnTo>
                  <a:pt x="116205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61" name="Freeform 61">
            <a:extLst xmlns:a="http://schemas.openxmlformats.org/drawingml/2006/main">
              <a:ext uri="{FF2B5EF4-FFF2-40B4-BE49-F238E27FC236}">
                <a16:creationId xmlns:a16="http://schemas.microsoft.com/office/drawing/2014/main" id="{50F63E5B-A26E-406A-B1AC-451366D8B365}"/>
              </a:ext>
            </a:extLst>
          </p:cNvPr>
          <p:cNvSpPr>
            <a:spLocks xmlns:a="http://schemas.openxmlformats.org/drawingml/2006/main" noGrp="1"/>
          </p:cNvSpPr>
          <p:nvPr/>
        </p:nvSpPr>
        <p:spPr>
          <a:xfrm xmlns:a="http://schemas.openxmlformats.org/drawingml/2006/main">
            <a:off x="7572375" y="7672388"/>
            <a:ext cx="600075" cy="600075"/>
          </a:xfrm>
          <a:custGeom xmlns:a="http://schemas.openxmlformats.org/drawingml/2006/main">
            <a:rect l="l" t="t" r="r" b="b"/>
            <a:pathLst>
              <a:path w="800100" h="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63" name="Freeform 63">
            <a:extLst xmlns:a="http://schemas.openxmlformats.org/drawingml/2006/main">
              <a:ext uri="{FF2B5EF4-FFF2-40B4-BE49-F238E27FC236}">
                <a16:creationId xmlns:a16="http://schemas.microsoft.com/office/drawing/2014/main" id="{AFEF31AC-7BF3-4159-BB6A-B6647F5E2E73}"/>
              </a:ext>
            </a:extLst>
          </p:cNvPr>
          <p:cNvSpPr>
            <a:spLocks xmlns:a="http://schemas.openxmlformats.org/drawingml/2006/main" noGrp="1"/>
          </p:cNvSpPr>
          <p:nvPr/>
        </p:nvSpPr>
        <p:spPr>
          <a:xfrm xmlns:a="http://schemas.openxmlformats.org/drawingml/2006/main">
            <a:off x="7572375" y="7672388"/>
            <a:ext cx="600075" cy="600075"/>
          </a:xfrm>
          <a:custGeom xmlns:a="http://schemas.openxmlformats.org/drawingml/2006/main">
            <a:rect l="l" t="t" r="r" b="b"/>
            <a:pathLst>
              <a:path w="800100" h="800100">
                <a:moveTo>
                  <a:pt x="0" y="0"/>
                </a:moveTo>
                <a:lnTo>
                  <a:pt x="800100" y="0"/>
                </a:lnTo>
                <a:lnTo>
                  <a:pt x="800100" y="800100"/>
                </a:lnTo>
                <a:lnTo>
                  <a:pt x="0" y="800100"/>
                </a:lnTo>
                <a:close/>
              </a:path>
            </a:pathLst>
          </a:custGeom>
          <a:blipFill xmlns:a="http://schemas.openxmlformats.org/drawingml/2006/main">
            <a:blip xmlns:r="http://schemas.openxmlformats.org/officeDocument/2006/relationships" r:embed="Rce4cd7aad1a6445c">
              <a:alphaModFix amt="0"/>
            </a:blip>
            <a:stretch>
              <a:fillRect l="-78392" t="0" r="-78393" b="0"/>
            </a:stretch>
          </a:blipFill>
        </p:spPr>
        <p:txBody>
          <a:bodyPr xmlns:a="http://schemas.openxmlformats.org/drawingml/2006/main"/>
          <a:lstStyle xmlns:a="http://schemas.openxmlformats.org/drawingml/2006/main"/>
          <a:p xmlns:a="http://schemas.openxmlformats.org/drawingml/2006/main"/>
        </p:txBody>
      </p:sp>
      <p:sp>
        <p:nvSpPr>
          <p:cNvPr id="65" name="Freeform 65">
            <a:extLst xmlns:a="http://schemas.openxmlformats.org/drawingml/2006/main">
              <a:ext uri="{FF2B5EF4-FFF2-40B4-BE49-F238E27FC236}">
                <a16:creationId xmlns:a16="http://schemas.microsoft.com/office/drawing/2014/main" id="{83617363-7FAF-478F-BC60-F1BF34FD34F2}"/>
              </a:ext>
            </a:extLst>
          </p:cNvPr>
          <p:cNvSpPr>
            <a:spLocks xmlns:a="http://schemas.openxmlformats.org/drawingml/2006/main" noGrp="1"/>
          </p:cNvSpPr>
          <p:nvPr/>
        </p:nvSpPr>
        <p:spPr>
          <a:xfrm xmlns:a="http://schemas.openxmlformats.org/drawingml/2006/main">
            <a:off x="7572375" y="7650956"/>
            <a:ext cx="600075" cy="621506"/>
          </a:xfrm>
          <a:custGeom xmlns:a="http://schemas.openxmlformats.org/drawingml/2006/main">
            <a:rect l="l" t="t" r="r" b="b"/>
            <a:pathLst>
              <a:path w="800100" h="828675">
                <a:moveTo>
                  <a:pt x="0" y="0"/>
                </a:moveTo>
                <a:lnTo>
                  <a:pt x="800100" y="0"/>
                </a:lnTo>
                <a:lnTo>
                  <a:pt x="800100" y="828675"/>
                </a:lnTo>
                <a:lnTo>
                  <a:pt x="0" y="828675"/>
                </a:lnTo>
                <a:close/>
              </a:path>
            </a:pathLst>
          </a:custGeom>
          <a:blipFill xmlns:a="http://schemas.openxmlformats.org/drawingml/2006/main">
            <a:blip xmlns:r="http://schemas.openxmlformats.org/officeDocument/2006/relationships" r:embed="R5a82a81ea8f04ea9">
              <a:alphaModFix amt="0"/>
            </a:blip>
            <a:stretch>
              <a:fillRect l="-82885" t="0" r="-82885" b="0"/>
            </a:stretch>
          </a:blipFill>
        </p:spPr>
        <p:txBody>
          <a:bodyPr xmlns:a="http://schemas.openxmlformats.org/drawingml/2006/main"/>
          <a:lstStyle xmlns:a="http://schemas.openxmlformats.org/drawingml/2006/main"/>
          <a:p xmlns:a="http://schemas.openxmlformats.org/drawingml/2006/main"/>
        </p:txBody>
      </p:sp>
      <p:sp>
        <p:nvSpPr>
          <p:cNvPr id="66" name="TextBox 66">
            <a:extLst xmlns:a="http://schemas.openxmlformats.org/drawingml/2006/main">
              <a:ext uri="{FF2B5EF4-FFF2-40B4-BE49-F238E27FC236}">
                <a16:creationId xmlns:a16="http://schemas.microsoft.com/office/drawing/2014/main" id="{03892042-559C-4990-8DC8-B1AD8C8F92CE}"/>
              </a:ext>
            </a:extLst>
          </p:cNvPr>
          <p:cNvSpPr>
            <a:spLocks xmlns:a="http://schemas.openxmlformats.org/drawingml/2006/main" noGrp="1"/>
          </p:cNvSpPr>
          <p:nvPr/>
        </p:nvSpPr>
        <p:spPr>
          <a:xfrm xmlns:a="http://schemas.openxmlformats.org/drawingml/2006/main">
            <a:off x="7572375" y="7629525"/>
            <a:ext cx="600075" cy="6429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755"/>
              </a:lnSpc>
              <a:buNone/>
            </a:pPr>
            <a:r>
              <a:rPr sz="1462" b="1">
                <a:solidFill>
                  <a:srgbClr val="FFFFFF"/>
                </a:solidFill>
                <a:latin typeface="Calibri (MS) Bold"/>
                <a:ea typeface="Calibri (MS) Bold"/>
                <a:cs typeface="Calibri (MS) Bold"/>
              </a:rPr>
              <a:t>04</a:t>
            </a:r>
          </a:p>
        </p:txBody>
      </p:sp>
      <p:sp>
        <p:nvSpPr>
          <p:cNvPr id="68" name="Freeform 68">
            <a:extLst xmlns:a="http://schemas.openxmlformats.org/drawingml/2006/main">
              <a:ext uri="{FF2B5EF4-FFF2-40B4-BE49-F238E27FC236}">
                <a16:creationId xmlns:a16="http://schemas.microsoft.com/office/drawing/2014/main" id="{E3A561D0-B7A4-40CE-95FA-BFABE1E59DD1}"/>
              </a:ext>
            </a:extLst>
          </p:cNvPr>
          <p:cNvSpPr>
            <a:spLocks xmlns:a="http://schemas.openxmlformats.org/drawingml/2006/main" noGrp="1"/>
          </p:cNvSpPr>
          <p:nvPr/>
        </p:nvSpPr>
        <p:spPr>
          <a:xfrm xmlns:a="http://schemas.openxmlformats.org/drawingml/2006/main">
            <a:off x="8715375" y="7643812"/>
            <a:ext cx="7286625" cy="657225"/>
          </a:xfrm>
          <a:custGeom xmlns:a="http://schemas.openxmlformats.org/drawingml/2006/main">
            <a:rect l="l" t="t" r="r" b="b"/>
            <a:pathLst>
              <a:path w="9715500" h="876300">
                <a:moveTo>
                  <a:pt x="0" y="0"/>
                </a:moveTo>
                <a:lnTo>
                  <a:pt x="9715500" y="0"/>
                </a:lnTo>
                <a:lnTo>
                  <a:pt x="9715500" y="876300"/>
                </a:lnTo>
                <a:lnTo>
                  <a:pt x="0" y="876300"/>
                </a:lnTo>
                <a:close/>
              </a:path>
            </a:pathLst>
          </a:custGeom>
          <a:blipFill xmlns:a="http://schemas.openxmlformats.org/drawingml/2006/main">
            <a:blip xmlns:r="http://schemas.openxmlformats.org/officeDocument/2006/relationships" r:embed="Rce4cd7aad1a6445c">
              <a:alphaModFix amt="0"/>
            </a:blip>
            <a:stretch>
              <a:fillRect l="0" t="-165879" r="0" b="-165879"/>
            </a:stretch>
          </a:blipFill>
        </p:spPr>
        <p:txBody>
          <a:bodyPr xmlns:a="http://schemas.openxmlformats.org/drawingml/2006/main"/>
          <a:lstStyle xmlns:a="http://schemas.openxmlformats.org/drawingml/2006/main"/>
          <a:p xmlns:a="http://schemas.openxmlformats.org/drawingml/2006/main"/>
        </p:txBody>
      </p:sp>
      <p:sp>
        <p:nvSpPr>
          <p:cNvPr id="70" name="Freeform 70">
            <a:extLst xmlns:a="http://schemas.openxmlformats.org/drawingml/2006/main">
              <a:ext uri="{FF2B5EF4-FFF2-40B4-BE49-F238E27FC236}">
                <a16:creationId xmlns:a16="http://schemas.microsoft.com/office/drawing/2014/main" id="{7F35EC4B-6BE7-42F2-BF94-0E4F368C3594}"/>
              </a:ext>
            </a:extLst>
          </p:cNvPr>
          <p:cNvSpPr>
            <a:spLocks xmlns:a="http://schemas.openxmlformats.org/drawingml/2006/main" noGrp="1"/>
          </p:cNvSpPr>
          <p:nvPr/>
        </p:nvSpPr>
        <p:spPr>
          <a:xfrm xmlns:a="http://schemas.openxmlformats.org/drawingml/2006/main">
            <a:off x="8715375" y="7600950"/>
            <a:ext cx="7286625" cy="700087"/>
          </a:xfrm>
          <a:custGeom xmlns:a="http://schemas.openxmlformats.org/drawingml/2006/main">
            <a:rect l="l" t="t" r="r" b="b"/>
            <a:pathLst>
              <a:path w="9715500" h="933449">
                <a:moveTo>
                  <a:pt x="0" y="0"/>
                </a:moveTo>
                <a:lnTo>
                  <a:pt x="9715500" y="0"/>
                </a:lnTo>
                <a:lnTo>
                  <a:pt x="9715500" y="933449"/>
                </a:lnTo>
                <a:lnTo>
                  <a:pt x="0" y="933449"/>
                </a:lnTo>
                <a:close/>
              </a:path>
            </a:pathLst>
          </a:custGeom>
          <a:blipFill xmlns:a="http://schemas.openxmlformats.org/drawingml/2006/main">
            <a:blip xmlns:r="http://schemas.openxmlformats.org/officeDocument/2006/relationships" r:embed="R5a82a81ea8f04ea9">
              <a:alphaModFix amt="0"/>
            </a:blip>
            <a:stretch>
              <a:fillRect l="0" t="-152803" r="0" b="-152803"/>
            </a:stretch>
          </a:blipFill>
        </p:spPr>
        <p:txBody>
          <a:bodyPr xmlns:a="http://schemas.openxmlformats.org/drawingml/2006/main"/>
          <a:lstStyle xmlns:a="http://schemas.openxmlformats.org/drawingml/2006/main"/>
          <a:p xmlns:a="http://schemas.openxmlformats.org/drawingml/2006/main"/>
        </p:txBody>
      </p:sp>
      <p:sp>
        <p:nvSpPr>
          <p:cNvPr id="71" name="TextBox 71">
            <a:extLst xmlns:a="http://schemas.openxmlformats.org/drawingml/2006/main">
              <a:ext uri="{FF2B5EF4-FFF2-40B4-BE49-F238E27FC236}">
                <a16:creationId xmlns:a16="http://schemas.microsoft.com/office/drawing/2014/main" id="{B5BC595E-E33E-4DA6-9DAD-114984EDFD38}"/>
              </a:ext>
            </a:extLst>
          </p:cNvPr>
          <p:cNvSpPr>
            <a:spLocks xmlns:a="http://schemas.openxmlformats.org/drawingml/2006/main" noGrp="1"/>
          </p:cNvSpPr>
          <p:nvPr/>
        </p:nvSpPr>
        <p:spPr>
          <a:xfrm xmlns:a="http://schemas.openxmlformats.org/drawingml/2006/main">
            <a:off x="8715375" y="7558088"/>
            <a:ext cx="7286625" cy="7429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04"/>
              </a:lnSpc>
              <a:buNone/>
            </a:pPr>
            <a:r>
              <a:rPr sz="2586" b="1">
                <a:solidFill>
                  <a:srgbClr val="202020"/>
                </a:solidFill>
                <a:latin typeface="Calibri (MS) Bold"/>
                <a:ea typeface="Calibri (MS) Bold"/>
                <a:cs typeface="Calibri (MS) Bold"/>
              </a:rPr>
              <a:t>자체평가의견</a:t>
            </a:r>
          </a:p>
        </p:txBody>
      </p:sp>
      <p:sp>
        <p:nvSpPr>
          <p:cNvPr id="73" name="Freeform 73">
            <a:extLst xmlns:a="http://schemas.openxmlformats.org/drawingml/2006/main">
              <a:ext uri="{FF2B5EF4-FFF2-40B4-BE49-F238E27FC236}">
                <a16:creationId xmlns:a16="http://schemas.microsoft.com/office/drawing/2014/main" id="{D8085B59-8F1E-441F-AD86-850C62B27958}"/>
              </a:ext>
            </a:extLst>
          </p:cNvPr>
          <p:cNvSpPr>
            <a:spLocks xmlns:a="http://schemas.openxmlformats.org/drawingml/2006/main" noGrp="1"/>
          </p:cNvSpPr>
          <p:nvPr/>
        </p:nvSpPr>
        <p:spPr>
          <a:xfrm xmlns:a="http://schemas.openxmlformats.org/drawingml/2006/main">
            <a:off x="16716375" y="9758362"/>
            <a:ext cx="714375" cy="257175"/>
          </a:xfrm>
          <a:custGeom xmlns:a="http://schemas.openxmlformats.org/drawingml/2006/main">
            <a:rect l="l" t="t" r="r" b="b"/>
            <a:pathLst>
              <a:path w="952500" h="342900">
                <a:moveTo>
                  <a:pt x="0" y="0"/>
                </a:moveTo>
                <a:lnTo>
                  <a:pt x="952500" y="0"/>
                </a:lnTo>
                <a:lnTo>
                  <a:pt x="952500" y="342900"/>
                </a:lnTo>
                <a:lnTo>
                  <a:pt x="0" y="342900"/>
                </a:lnTo>
                <a:close/>
              </a:path>
            </a:pathLst>
          </a:custGeom>
          <a:blipFill xmlns:a="http://schemas.openxmlformats.org/drawingml/2006/main">
            <a:blip xmlns:r="http://schemas.openxmlformats.org/officeDocument/2006/relationships" r:embed="Rce4cd7aad1a6445c">
              <a:alphaModFix amt="0"/>
            </a:blip>
            <a:stretch>
              <a:fillRect l="0" t="-4088" r="0" b="-4085"/>
            </a:stretch>
          </a:blipFill>
        </p:spPr>
        <p:txBody>
          <a:bodyPr xmlns:a="http://schemas.openxmlformats.org/drawingml/2006/main"/>
          <a:lstStyle xmlns:a="http://schemas.openxmlformats.org/drawingml/2006/main"/>
          <a:p xmlns:a="http://schemas.openxmlformats.org/drawingml/2006/main"/>
        </p:txBody>
      </p:sp>
      <p:sp>
        <p:nvSpPr>
          <p:cNvPr id="75" name="Freeform 75">
            <a:extLst xmlns:a="http://schemas.openxmlformats.org/drawingml/2006/main">
              <a:ext uri="{FF2B5EF4-FFF2-40B4-BE49-F238E27FC236}">
                <a16:creationId xmlns:a16="http://schemas.microsoft.com/office/drawing/2014/main" id="{0228FB8A-6628-4372-8669-405C47F5E5E7}"/>
              </a:ext>
            </a:extLst>
          </p:cNvPr>
          <p:cNvSpPr>
            <a:spLocks xmlns:a="http://schemas.openxmlformats.org/drawingml/2006/main" noGrp="1"/>
          </p:cNvSpPr>
          <p:nvPr/>
        </p:nvSpPr>
        <p:spPr>
          <a:xfrm xmlns:a="http://schemas.openxmlformats.org/drawingml/2006/main">
            <a:off x="16716375" y="9736931"/>
            <a:ext cx="714375" cy="278606"/>
          </a:xfrm>
          <a:custGeom xmlns:a="http://schemas.openxmlformats.org/drawingml/2006/main">
            <a:rect l="l" t="t" r="r" b="b"/>
            <a:pathLst>
              <a:path w="952500" h="371475">
                <a:moveTo>
                  <a:pt x="0" y="0"/>
                </a:moveTo>
                <a:lnTo>
                  <a:pt x="952500" y="0"/>
                </a:lnTo>
                <a:lnTo>
                  <a:pt x="952500" y="371475"/>
                </a:lnTo>
                <a:lnTo>
                  <a:pt x="0" y="371475"/>
                </a:lnTo>
                <a:close/>
              </a:path>
            </a:pathLst>
          </a:custGeom>
          <a:blipFill xmlns:a="http://schemas.openxmlformats.org/drawingml/2006/main">
            <a:blip xmlns:r="http://schemas.openxmlformats.org/officeDocument/2006/relationships" r:embed="R5a82a81ea8f04ea9">
              <a:alphaModFix amt="0"/>
            </a:blip>
            <a:stretch>
              <a:fillRect l="-38" t="0" r="-38" b="0"/>
            </a:stretch>
          </a:blipFill>
        </p:spPr>
        <p:txBody>
          <a:bodyPr xmlns:a="http://schemas.openxmlformats.org/drawingml/2006/main"/>
          <a:lstStyle xmlns:a="http://schemas.openxmlformats.org/drawingml/2006/main"/>
          <a:p xmlns:a="http://schemas.openxmlformats.org/drawingml/2006/main"/>
        </p:txBody>
      </p:sp>
      <p:sp>
        <p:nvSpPr>
          <p:cNvPr id="76" name="TextBox 76">
            <a:extLst xmlns:a="http://schemas.openxmlformats.org/drawingml/2006/main">
              <a:ext uri="{FF2B5EF4-FFF2-40B4-BE49-F238E27FC236}">
                <a16:creationId xmlns:a16="http://schemas.microsoft.com/office/drawing/2014/main" id="{0F7E8A39-26A9-40CB-80B7-0EDD2EABD728}"/>
              </a:ext>
            </a:extLst>
          </p:cNvPr>
          <p:cNvSpPr>
            <a:spLocks xmlns:a="http://schemas.openxmlformats.org/drawingml/2006/main" noGrp="1"/>
          </p:cNvSpPr>
          <p:nvPr/>
        </p:nvSpPr>
        <p:spPr>
          <a:xfrm xmlns:a="http://schemas.openxmlformats.org/drawingml/2006/main">
            <a:off x="16716375" y="9715500"/>
            <a:ext cx="71437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a:solidFill>
                  <a:srgbClr val="FFFFFF"/>
                </a:solidFill>
                <a:latin typeface="Calibri (MS)"/>
                <a:ea typeface="Calibri (MS)"/>
                <a:cs typeface="Calibri (MS)"/>
              </a:rPr>
              <a:t>02</a:t>
            </a:r>
          </a:p>
        </p:txBody>
      </p:sp>
    </p:spTree>
    <p:extLst>
      <p:ext uri="{BB962C8B-B14F-4D97-AF65-F5344CB8AC3E}">
        <p14:creationId xmlns:p14="http://schemas.microsoft.com/office/powerpoint/2010/main" val="705482894"/>
      </p:ext>
    </p:extLst>
  </p:cSld>
</p:sld>
</file>

<file path=ppt/slides/slide3.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BC698D0-D9A2-4C45-9A39-A566FCBADFB8}"/>
              </a:ext>
            </a:extLst>
          </p:cNvPr>
          <p:cNvSpPr>
            <a:spLocks xmlns:a="http://schemas.openxmlformats.org/drawingml/2006/main" noGrp="1"/>
          </p:cNvSpPr>
          <p:nvPr/>
        </p:nvSpPr>
        <p:spPr>
          <a:xfrm xmlns:a="http://schemas.openxmlformats.org/drawingml/2006/main">
            <a:off x="2671762" y="2185988"/>
            <a:ext cx="12944475" cy="5372100"/>
          </a:xfrm>
          <a:custGeom xmlns:a="http://schemas.openxmlformats.org/drawingml/2006/main">
            <a:rect l="l" t="t" r="r" b="b"/>
            <a:pathLst>
              <a:path w="12944475" h="5372100">
                <a:moveTo>
                  <a:pt x="0" y="0"/>
                </a:moveTo>
                <a:lnTo>
                  <a:pt x="12944476" y="0"/>
                </a:lnTo>
                <a:lnTo>
                  <a:pt x="12944476" y="5372100"/>
                </a:lnTo>
                <a:lnTo>
                  <a:pt x="0" y="5372100"/>
                </a:lnTo>
                <a:lnTo>
                  <a:pt x="0" y="0"/>
                </a:lnTo>
                <a:close/>
              </a:path>
            </a:pathLst>
          </a:custGeom>
          <a:blipFill xmlns:a="http://schemas.openxmlformats.org/drawingml/2006/main">
            <a:blip xmlns:r="http://schemas.openxmlformats.org/officeDocument/2006/relationships" r:embed="Rf03e9d1613fd4884">
              <a:extLst>
                <a:ext uri="{96DAC541-7B7A-43D3-8B79-37D633B846F1}">
                  <asvg:svgBlip xmlns:asvg="http://schemas.microsoft.com/office/drawing/2016/SVG/main" r:embed="R9f96c90ff45943d8"/>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F46EEE01-631D-4715-A663-FF2944AC3B77}"/>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228600"/>
                </a:moveTo>
                <a:cubicBezTo>
                  <a:pt x="0" y="102362"/>
                  <a:pt x="102362" y="0"/>
                  <a:pt x="228600" y="0"/>
                </a:cubicBezTo>
                <a:lnTo>
                  <a:pt x="2819400" y="0"/>
                </a:lnTo>
                <a:cubicBezTo>
                  <a:pt x="2945638" y="0"/>
                  <a:pt x="3048000" y="102362"/>
                  <a:pt x="3048000" y="228600"/>
                </a:cubicBezTo>
                <a:lnTo>
                  <a:pt x="3048000" y="800100"/>
                </a:lnTo>
                <a:cubicBezTo>
                  <a:pt x="3048000" y="926338"/>
                  <a:pt x="2945638" y="1028700"/>
                  <a:pt x="2819400" y="1028700"/>
                </a:cubicBezTo>
                <a:lnTo>
                  <a:pt x="228600" y="1028700"/>
                </a:lnTo>
                <a:cubicBezTo>
                  <a:pt x="102362" y="1028700"/>
                  <a:pt x="0" y="926338"/>
                  <a:pt x="0" y="80010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8D6C449D-CFDE-40BC-910C-FCB6B97D6C63}"/>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0"/>
                </a:moveTo>
                <a:lnTo>
                  <a:pt x="3048000" y="0"/>
                </a:lnTo>
                <a:lnTo>
                  <a:pt x="3048000" y="1028700"/>
                </a:lnTo>
                <a:lnTo>
                  <a:pt x="0" y="1028700"/>
                </a:lnTo>
                <a:close/>
              </a:path>
            </a:pathLst>
          </a:custGeom>
          <a:blipFill xmlns:a="http://schemas.openxmlformats.org/drawingml/2006/main">
            <a:blip xmlns:r="http://schemas.openxmlformats.org/officeDocument/2006/relationships" r:embed="R2364f250045c45c7">
              <a:alphaModFix amt="0"/>
            </a:blip>
            <a:stretch>
              <a:fillRect l="0" t="-7693" r="0" b="-7692"/>
            </a:stretch>
          </a:blipFill>
        </p:spPr>
        <p:txBody>
          <a:bodyPr xmlns:a="http://schemas.openxmlformats.org/drawingml/2006/main"/>
          <a:lstStyle xmlns:a="http://schemas.openxmlformats.org/drawingml/2006/main"/>
          <a:p xmlns:a="http://schemas.openxmlformats.org/drawingml/2006/main"/>
        </p:txBody>
      </p:sp>
      <p:sp>
        <p:nvSpPr>
          <p:cNvPr id="8" name="Freeform 8">
            <a:extLst xmlns:a="http://schemas.openxmlformats.org/drawingml/2006/main">
              <a:ext uri="{FF2B5EF4-FFF2-40B4-BE49-F238E27FC236}">
                <a16:creationId xmlns:a16="http://schemas.microsoft.com/office/drawing/2014/main" id="{494135C4-CC7E-4CE3-AE5A-090A79F18741}"/>
              </a:ext>
            </a:extLst>
          </p:cNvPr>
          <p:cNvSpPr>
            <a:spLocks xmlns:a="http://schemas.openxmlformats.org/drawingml/2006/main" noGrp="1"/>
          </p:cNvSpPr>
          <p:nvPr/>
        </p:nvSpPr>
        <p:spPr>
          <a:xfrm xmlns:a="http://schemas.openxmlformats.org/drawingml/2006/main">
            <a:off x="8001000" y="2657475"/>
            <a:ext cx="2286000" cy="800100"/>
          </a:xfrm>
          <a:custGeom xmlns:a="http://schemas.openxmlformats.org/drawingml/2006/main">
            <a:rect l="l" t="t" r="r" b="b"/>
            <a:pathLst>
              <a:path w="3048000" h="1066800">
                <a:moveTo>
                  <a:pt x="0" y="0"/>
                </a:moveTo>
                <a:lnTo>
                  <a:pt x="3048000" y="0"/>
                </a:lnTo>
                <a:lnTo>
                  <a:pt x="3048000" y="1066800"/>
                </a:lnTo>
                <a:lnTo>
                  <a:pt x="0" y="1066800"/>
                </a:lnTo>
                <a:close/>
              </a:path>
            </a:pathLst>
          </a:custGeom>
          <a:blipFill xmlns:a="http://schemas.openxmlformats.org/drawingml/2006/main">
            <a:blip xmlns:r="http://schemas.openxmlformats.org/officeDocument/2006/relationships" r:embed="Rf03e9d1613fd4884">
              <a:alphaModFix amt="0"/>
            </a:blip>
            <a:stretch>
              <a:fillRect l="0" t="-5671" r="0" b="-5671"/>
            </a:stretch>
          </a:blipFill>
        </p:spPr>
        <p:txBody>
          <a:bodyPr xmlns:a="http://schemas.openxmlformats.org/drawingml/2006/main"/>
          <a:lstStyle xmlns:a="http://schemas.openxmlformats.org/drawingml/2006/main"/>
          <a:p xmlns:a="http://schemas.openxmlformats.org/drawingml/2006/main"/>
        </p:txBody>
      </p:sp>
      <p:sp>
        <p:nvSpPr>
          <p:cNvPr id="9" name="TextBox 9">
            <a:extLst xmlns:a="http://schemas.openxmlformats.org/drawingml/2006/main">
              <a:ext uri="{FF2B5EF4-FFF2-40B4-BE49-F238E27FC236}">
                <a16:creationId xmlns:a16="http://schemas.microsoft.com/office/drawing/2014/main" id="{71D370A2-2FC2-45E3-AB47-D177CC777B65}"/>
              </a:ext>
            </a:extLst>
          </p:cNvPr>
          <p:cNvSpPr>
            <a:spLocks xmlns:a="http://schemas.openxmlformats.org/drawingml/2006/main" noGrp="1"/>
          </p:cNvSpPr>
          <p:nvPr/>
        </p:nvSpPr>
        <p:spPr>
          <a:xfrm xmlns:a="http://schemas.openxmlformats.org/drawingml/2006/main">
            <a:off x="8001000" y="2628900"/>
            <a:ext cx="2286000" cy="8286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160"/>
              </a:lnSpc>
              <a:buNone/>
            </a:pPr>
            <a:r>
              <a:rPr sz="1800" b="1">
                <a:solidFill>
                  <a:srgbClr val="FFFFFF"/>
                </a:solidFill>
                <a:latin typeface="Calibri (MS) Bold"/>
                <a:ea typeface="Calibri (MS) Bold"/>
                <a:cs typeface="Calibri (MS) Bold"/>
              </a:rPr>
              <a:t>SECTION 01</a:t>
            </a:r>
          </a:p>
        </p:txBody>
      </p:sp>
      <p:sp>
        <p:nvSpPr>
          <p:cNvPr id="11" name="Freeform 11">
            <a:extLst xmlns:a="http://schemas.openxmlformats.org/drawingml/2006/main">
              <a:ext uri="{FF2B5EF4-FFF2-40B4-BE49-F238E27FC236}">
                <a16:creationId xmlns:a16="http://schemas.microsoft.com/office/drawing/2014/main" id="{9BB0181E-B4C9-460F-B1FB-C4ABC561C695}"/>
              </a:ext>
            </a:extLst>
          </p:cNvPr>
          <p:cNvSpPr>
            <a:spLocks xmlns:a="http://schemas.openxmlformats.org/drawingml/2006/main" noGrp="1"/>
          </p:cNvSpPr>
          <p:nvPr/>
        </p:nvSpPr>
        <p:spPr>
          <a:xfrm xmlns:a="http://schemas.openxmlformats.org/drawingml/2006/main">
            <a:off x="3714750" y="3971925"/>
            <a:ext cx="10858500" cy="942975"/>
          </a:xfrm>
          <a:custGeom xmlns:a="http://schemas.openxmlformats.org/drawingml/2006/main">
            <a:rect l="l" t="t" r="r" b="b"/>
            <a:pathLst>
              <a:path w="14478000" h="1257300">
                <a:moveTo>
                  <a:pt x="0" y="0"/>
                </a:moveTo>
                <a:lnTo>
                  <a:pt x="14478000" y="0"/>
                </a:lnTo>
                <a:lnTo>
                  <a:pt x="14478000" y="1257300"/>
                </a:lnTo>
                <a:lnTo>
                  <a:pt x="0" y="1257300"/>
                </a:lnTo>
                <a:close/>
              </a:path>
            </a:pathLst>
          </a:custGeom>
          <a:blipFill xmlns:a="http://schemas.openxmlformats.org/drawingml/2006/main">
            <a:blip xmlns:r="http://schemas.openxmlformats.org/officeDocument/2006/relationships" r:embed="R2364f250045c45c7">
              <a:alphaModFix amt="0"/>
            </a:blip>
            <a:stretch>
              <a:fillRect l="0" t="-174217" r="0" b="-174217"/>
            </a:stretch>
          </a:blipFill>
        </p:spPr>
        <p:txBody>
          <a:bodyPr xmlns:a="http://schemas.openxmlformats.org/drawingml/2006/main"/>
          <a:lstStyle xmlns:a="http://schemas.openxmlformats.org/drawingml/2006/main"/>
          <a:p xmlns:a="http://schemas.openxmlformats.org/drawingml/2006/main"/>
        </p:txBody>
      </p:sp>
      <p:sp>
        <p:nvSpPr>
          <p:cNvPr id="13" name="Freeform 13">
            <a:extLst xmlns:a="http://schemas.openxmlformats.org/drawingml/2006/main">
              <a:ext uri="{FF2B5EF4-FFF2-40B4-BE49-F238E27FC236}">
                <a16:creationId xmlns:a16="http://schemas.microsoft.com/office/drawing/2014/main" id="{C6698DD7-34C0-4C66-AFD4-5FE6C960E516}"/>
              </a:ext>
            </a:extLst>
          </p:cNvPr>
          <p:cNvSpPr>
            <a:spLocks xmlns:a="http://schemas.openxmlformats.org/drawingml/2006/main" noGrp="1"/>
          </p:cNvSpPr>
          <p:nvPr/>
        </p:nvSpPr>
        <p:spPr>
          <a:xfrm xmlns:a="http://schemas.openxmlformats.org/drawingml/2006/main">
            <a:off x="3714750" y="3907631"/>
            <a:ext cx="10858500" cy="1007268"/>
          </a:xfrm>
          <a:custGeom xmlns:a="http://schemas.openxmlformats.org/drawingml/2006/main">
            <a:rect l="l" t="t" r="r" b="b"/>
            <a:pathLst>
              <a:path w="14478000" h="1343024">
                <a:moveTo>
                  <a:pt x="0" y="0"/>
                </a:moveTo>
                <a:lnTo>
                  <a:pt x="14478000" y="0"/>
                </a:lnTo>
                <a:lnTo>
                  <a:pt x="14478000" y="1343024"/>
                </a:lnTo>
                <a:lnTo>
                  <a:pt x="0" y="1343024"/>
                </a:lnTo>
                <a:close/>
              </a:path>
            </a:pathLst>
          </a:custGeom>
          <a:blipFill xmlns:a="http://schemas.openxmlformats.org/drawingml/2006/main">
            <a:blip xmlns:r="http://schemas.openxmlformats.org/officeDocument/2006/relationships" r:embed="Rf03e9d1613fd4884">
              <a:alphaModFix amt="0"/>
            </a:blip>
            <a:stretch>
              <a:fillRect l="0" t="-160051" r="0" b="-160051"/>
            </a:stretch>
          </a:blipFill>
        </p:spPr>
        <p:txBody>
          <a:bodyPr xmlns:a="http://schemas.openxmlformats.org/drawingml/2006/main"/>
          <a:lstStyle xmlns:a="http://schemas.openxmlformats.org/drawingml/2006/main"/>
          <a:p xmlns:a="http://schemas.openxmlformats.org/drawingml/2006/main"/>
        </p:txBody>
      </p:sp>
      <p:sp>
        <p:nvSpPr>
          <p:cNvPr id="14" name="TextBox 14">
            <a:extLst xmlns:a="http://schemas.openxmlformats.org/drawingml/2006/main">
              <a:ext uri="{FF2B5EF4-FFF2-40B4-BE49-F238E27FC236}">
                <a16:creationId xmlns:a16="http://schemas.microsoft.com/office/drawing/2014/main" id="{D3724A18-3FEE-46A0-ACD1-565D5CEA2D9A}"/>
              </a:ext>
            </a:extLst>
          </p:cNvPr>
          <p:cNvSpPr>
            <a:spLocks xmlns:a="http://schemas.openxmlformats.org/drawingml/2006/main" noGrp="1"/>
          </p:cNvSpPr>
          <p:nvPr/>
        </p:nvSpPr>
        <p:spPr>
          <a:xfrm xmlns:a="http://schemas.openxmlformats.org/drawingml/2006/main">
            <a:off x="3714750" y="3843338"/>
            <a:ext cx="10858500" cy="107156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130"/>
              </a:lnSpc>
              <a:buNone/>
            </a:pPr>
            <a:r>
              <a:rPr sz="4275">
                <a:solidFill>
                  <a:srgbClr val="202020"/>
                </a:solidFill>
                <a:latin typeface="Calibri (MS)"/>
                <a:ea typeface="Calibri (MS)"/>
                <a:cs typeface="Calibri (MS)"/>
              </a:rPr>
              <a:t>프로젝트 개요</a:t>
            </a:r>
          </a:p>
        </p:txBody>
      </p:sp>
      <p:sp>
        <p:nvSpPr>
          <p:cNvPr id="16" name="Freeform 16">
            <a:extLst xmlns:a="http://schemas.openxmlformats.org/drawingml/2006/main">
              <a:ext uri="{FF2B5EF4-FFF2-40B4-BE49-F238E27FC236}">
                <a16:creationId xmlns:a16="http://schemas.microsoft.com/office/drawing/2014/main" id="{5400EED2-14DE-45AA-85A8-F798AC7C28D8}"/>
              </a:ext>
            </a:extLst>
          </p:cNvPr>
          <p:cNvSpPr>
            <a:spLocks xmlns:a="http://schemas.openxmlformats.org/drawingml/2006/main" noGrp="1"/>
          </p:cNvSpPr>
          <p:nvPr/>
        </p:nvSpPr>
        <p:spPr>
          <a:xfrm xmlns:a="http://schemas.openxmlformats.org/drawingml/2006/main">
            <a:off x="5572125" y="5186362"/>
            <a:ext cx="7143750" cy="14288"/>
          </a:xfrm>
          <a:custGeom xmlns:a="http://schemas.openxmlformats.org/drawingml/2006/main">
            <a:rect l="l" t="t" r="r" b="b"/>
            <a:pathLst>
              <a:path w="9525000" h="19050">
                <a:moveTo>
                  <a:pt x="0" y="0"/>
                </a:moveTo>
                <a:lnTo>
                  <a:pt x="9525000" y="0"/>
                </a:lnTo>
                <a:lnTo>
                  <a:pt x="9525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8" name="Freeform 18">
            <a:extLst xmlns:a="http://schemas.openxmlformats.org/drawingml/2006/main">
              <a:ext uri="{FF2B5EF4-FFF2-40B4-BE49-F238E27FC236}">
                <a16:creationId xmlns:a16="http://schemas.microsoft.com/office/drawing/2014/main" id="{F8E69301-9320-498D-BDB6-624E079E0342}"/>
              </a:ext>
            </a:extLst>
          </p:cNvPr>
          <p:cNvSpPr>
            <a:spLocks xmlns:a="http://schemas.openxmlformats.org/drawingml/2006/main" noGrp="1"/>
          </p:cNvSpPr>
          <p:nvPr/>
        </p:nvSpPr>
        <p:spPr>
          <a:xfrm xmlns:a="http://schemas.openxmlformats.org/drawingml/2006/main">
            <a:off x="4429125" y="5586412"/>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2364f250045c45c7">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20" name="Freeform 20">
            <a:extLst xmlns:a="http://schemas.openxmlformats.org/drawingml/2006/main">
              <a:ext uri="{FF2B5EF4-FFF2-40B4-BE49-F238E27FC236}">
                <a16:creationId xmlns:a16="http://schemas.microsoft.com/office/drawing/2014/main" id="{F95BD8A2-6986-4139-83A8-FFEE709044FE}"/>
              </a:ext>
            </a:extLst>
          </p:cNvPr>
          <p:cNvSpPr>
            <a:spLocks xmlns:a="http://schemas.openxmlformats.org/drawingml/2006/main" noGrp="1"/>
          </p:cNvSpPr>
          <p:nvPr/>
        </p:nvSpPr>
        <p:spPr>
          <a:xfrm xmlns:a="http://schemas.openxmlformats.org/drawingml/2006/main">
            <a:off x="4429125" y="5557838"/>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f03e9d1613fd4884">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21" name="TextBox 21">
            <a:extLst xmlns:a="http://schemas.openxmlformats.org/drawingml/2006/main">
              <a:ext uri="{FF2B5EF4-FFF2-40B4-BE49-F238E27FC236}">
                <a16:creationId xmlns:a16="http://schemas.microsoft.com/office/drawing/2014/main" id="{56119D1E-2B3A-45BE-AC7B-CD11AE32B4C5}"/>
              </a:ext>
            </a:extLst>
          </p:cNvPr>
          <p:cNvSpPr>
            <a:spLocks xmlns:a="http://schemas.openxmlformats.org/drawingml/2006/main" noGrp="1"/>
          </p:cNvSpPr>
          <p:nvPr/>
        </p:nvSpPr>
        <p:spPr>
          <a:xfrm xmlns:a="http://schemas.openxmlformats.org/drawingml/2006/main">
            <a:off x="4429125" y="5529264"/>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294"/>
              </a:lnSpc>
              <a:buNone/>
            </a:pPr>
            <a:r>
              <a:rPr sz="1911">
                <a:solidFill>
                  <a:srgbClr val="666B73"/>
                </a:solidFill>
                <a:latin typeface="Calibri (MS)"/>
                <a:ea typeface="Calibri (MS)"/>
                <a:cs typeface="Calibri (MS)"/>
              </a:rPr>
              <a:t>배경·목표·범위와 프로젝트 1 산출물의 서비스 연계</a:t>
            </a:r>
          </a:p>
        </p:txBody>
      </p:sp>
      <p:sp>
        <p:nvSpPr>
          <p:cNvPr id="23" name="Freeform 23">
            <a:extLst xmlns:a="http://schemas.openxmlformats.org/drawingml/2006/main">
              <a:ext uri="{FF2B5EF4-FFF2-40B4-BE49-F238E27FC236}">
                <a16:creationId xmlns:a16="http://schemas.microsoft.com/office/drawing/2014/main" id="{547D1543-460D-480A-A204-71C32E6120CC}"/>
              </a:ext>
            </a:extLst>
          </p:cNvPr>
          <p:cNvSpPr>
            <a:spLocks xmlns:a="http://schemas.openxmlformats.org/drawingml/2006/main" noGrp="1"/>
          </p:cNvSpPr>
          <p:nvPr/>
        </p:nvSpPr>
        <p:spPr>
          <a:xfrm xmlns:a="http://schemas.openxmlformats.org/drawingml/2006/main">
            <a:off x="485775" y="9544050"/>
            <a:ext cx="17316450" cy="14288"/>
          </a:xfrm>
          <a:custGeom xmlns:a="http://schemas.openxmlformats.org/drawingml/2006/main">
            <a:rect l="l" t="t" r="r" b="b"/>
            <a:pathLst>
              <a:path w="23088600" h="19050">
                <a:moveTo>
                  <a:pt x="0" y="0"/>
                </a:moveTo>
                <a:lnTo>
                  <a:pt x="23088600" y="0"/>
                </a:lnTo>
                <a:lnTo>
                  <a:pt x="23088600" y="19050"/>
                </a:lnTo>
                <a:lnTo>
                  <a:pt x="0" y="19050"/>
                </a:lnTo>
                <a:close/>
              </a:path>
            </a:pathLst>
          </a:custGeom>
          <a:solidFill xmlns:a="http://schemas.openxmlformats.org/drawingml/2006/main">
            <a:srgbClr val="8EADE0"/>
          </a:solid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51518920-27CF-419C-92F9-0402EDC7D1C8}"/>
              </a:ext>
            </a:extLst>
          </p:cNvPr>
          <p:cNvSpPr>
            <a:spLocks xmlns:a="http://schemas.openxmlformats.org/drawingml/2006/main" noGrp="1"/>
          </p:cNvSpPr>
          <p:nvPr/>
        </p:nvSpPr>
        <p:spPr>
          <a:xfrm xmlns:a="http://schemas.openxmlformats.org/drawingml/2006/main">
            <a:off x="500062"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2364f250045c45c7">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7" name="Freeform 27">
            <a:extLst xmlns:a="http://schemas.openxmlformats.org/drawingml/2006/main">
              <a:ext uri="{FF2B5EF4-FFF2-40B4-BE49-F238E27FC236}">
                <a16:creationId xmlns:a16="http://schemas.microsoft.com/office/drawing/2014/main" id="{34B0DA09-85A2-4456-A994-14A72D9B0B98}"/>
              </a:ext>
            </a:extLst>
          </p:cNvPr>
          <p:cNvSpPr>
            <a:spLocks xmlns:a="http://schemas.openxmlformats.org/drawingml/2006/main" noGrp="1"/>
          </p:cNvSpPr>
          <p:nvPr/>
        </p:nvSpPr>
        <p:spPr>
          <a:xfrm xmlns:a="http://schemas.openxmlformats.org/drawingml/2006/main">
            <a:off x="500062"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f03e9d1613fd4884">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8" name="TextBox 28">
            <a:extLst xmlns:a="http://schemas.openxmlformats.org/drawingml/2006/main">
              <a:ext uri="{FF2B5EF4-FFF2-40B4-BE49-F238E27FC236}">
                <a16:creationId xmlns:a16="http://schemas.microsoft.com/office/drawing/2014/main" id="{ADA2FB39-4FD0-484A-8E88-A39B1056E706}"/>
              </a:ext>
            </a:extLst>
          </p:cNvPr>
          <p:cNvSpPr>
            <a:spLocks xmlns:a="http://schemas.openxmlformats.org/drawingml/2006/main" noGrp="1"/>
          </p:cNvSpPr>
          <p:nvPr/>
        </p:nvSpPr>
        <p:spPr>
          <a:xfrm xmlns:a="http://schemas.openxmlformats.org/drawingml/2006/main">
            <a:off x="500062"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D7E4F7"/>
                </a:solidFill>
                <a:latin typeface="Calibri (MS)"/>
                <a:ea typeface="Calibri (MS)"/>
                <a:cs typeface="Calibri (MS)"/>
              </a:rPr>
              <a:t>KDIC AI 챗봇 서비스 구축 | 와쿠와쿠 6조</a:t>
            </a:r>
          </a:p>
        </p:txBody>
      </p:sp>
      <p:sp>
        <p:nvSpPr>
          <p:cNvPr id="30" name="Freeform 30">
            <a:extLst xmlns:a="http://schemas.openxmlformats.org/drawingml/2006/main">
              <a:ext uri="{FF2B5EF4-FFF2-40B4-BE49-F238E27FC236}">
                <a16:creationId xmlns:a16="http://schemas.microsoft.com/office/drawing/2014/main" id="{C1057FA0-379C-47E4-A658-1B03ABAAC373}"/>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2364f250045c45c7">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2" name="Freeform 32">
            <a:extLst xmlns:a="http://schemas.openxmlformats.org/drawingml/2006/main">
              <a:ext uri="{FF2B5EF4-FFF2-40B4-BE49-F238E27FC236}">
                <a16:creationId xmlns:a16="http://schemas.microsoft.com/office/drawing/2014/main" id="{536D68C9-C337-4D4C-B449-53D2D317EEA9}"/>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f03e9d1613fd4884">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3" name="TextBox 33">
            <a:extLst xmlns:a="http://schemas.openxmlformats.org/drawingml/2006/main">
              <a:ext uri="{FF2B5EF4-FFF2-40B4-BE49-F238E27FC236}">
                <a16:creationId xmlns:a16="http://schemas.microsoft.com/office/drawing/2014/main" id="{52E08412-CD47-4005-9799-DA846A925CBF}"/>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FFFFFF"/>
                </a:solidFill>
                <a:latin typeface="Calibri (MS) Bold"/>
                <a:ea typeface="Calibri (MS) Bold"/>
                <a:cs typeface="Calibri (MS) Bold"/>
              </a:rPr>
              <a:t>03</a:t>
            </a:r>
          </a:p>
        </p:txBody>
      </p:sp>
    </p:spTree>
    <p:extLst>
      <p:ext uri="{BB962C8B-B14F-4D97-AF65-F5344CB8AC3E}">
        <p14:creationId xmlns:p14="http://schemas.microsoft.com/office/powerpoint/2010/main" val="1620310575"/>
      </p:ext>
    </p:extLst>
  </p:cSld>
</p:sld>
</file>

<file path=ppt/slides/slide4.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74140664-1B77-453D-B962-EDAF52204EC6}"/>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d528357dcb294524">
              <a:extLst>
                <a:ext uri="{96DAC541-7B7A-43D3-8B79-37D633B846F1}">
                  <asvg:svgBlip xmlns:asvg="http://schemas.microsoft.com/office/drawing/2016/SVG/main" r:embed="R75a1c486599d47b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86C2BFB8-3A49-4455-9CDE-57B668A1D579}"/>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b2e9dc3667ac4f84">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711F5C3C-F51D-4682-9851-C695282F9942}"/>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ce47ab244392480a">
              <a:alphaModFix amt="0"/>
            </a:blip>
            <a:stretch>
              <a:fillRect l="0" t="-1162402" r="0" b="-1162402"/>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7DBD0F5B-B6AF-48DD-8339-B6197F307E94}"/>
              </a:ext>
            </a:extLst>
          </p:cNvPr>
          <p:cNvSpPr>
            <a:spLocks xmlns:a="http://schemas.openxmlformats.org/drawingml/2006/main" noGrp="1"/>
          </p:cNvSpPr>
          <p:nvPr/>
        </p:nvSpPr>
        <p:spPr>
          <a:xfrm xmlns:a="http://schemas.openxmlformats.org/drawingml/2006/main">
            <a:off x="1143000" y="542925"/>
            <a:ext cx="16002000" cy="2571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2E63B7"/>
                </a:solidFill>
                <a:latin typeface="JASO Sans"/>
                <a:ea typeface="JASO Sans"/>
                <a:cs typeface="JASO Sans"/>
              </a:rPr>
              <a:t>프로젝트 개요</a:t>
            </a:r>
          </a:p>
        </p:txBody>
      </p:sp>
      <p:sp>
        <p:nvSpPr>
          <p:cNvPr id="9" name="Freeform 9">
            <a:extLst xmlns:a="http://schemas.openxmlformats.org/drawingml/2006/main">
              <a:ext uri="{FF2B5EF4-FFF2-40B4-BE49-F238E27FC236}">
                <a16:creationId xmlns:a16="http://schemas.microsoft.com/office/drawing/2014/main" id="{F3657564-FE06-4A11-9457-414F36E89D53}"/>
              </a:ext>
            </a:extLst>
          </p:cNvPr>
          <p:cNvSpPr>
            <a:spLocks xmlns:a="http://schemas.openxmlformats.org/drawingml/2006/main" noGrp="1"/>
          </p:cNvSpPr>
          <p:nvPr/>
        </p:nvSpPr>
        <p:spPr>
          <a:xfrm xmlns:a="http://schemas.openxmlformats.org/drawingml/2006/main">
            <a:off x="1143000" y="1028700"/>
            <a:ext cx="16002000" cy="1012317"/>
          </a:xfrm>
          <a:custGeom xmlns:a="http://schemas.openxmlformats.org/drawingml/2006/main">
            <a:rect l="l" t="t" r="r" b="b"/>
            <a:pathLst>
              <a:path w="21336000" h="1349756">
                <a:moveTo>
                  <a:pt x="0" y="0"/>
                </a:moveTo>
                <a:lnTo>
                  <a:pt x="21336000" y="0"/>
                </a:lnTo>
                <a:lnTo>
                  <a:pt x="21336000" y="1349756"/>
                </a:lnTo>
                <a:lnTo>
                  <a:pt x="0" y="1349756"/>
                </a:lnTo>
                <a:close/>
              </a:path>
            </a:pathLst>
          </a:custGeom>
          <a:blipFill xmlns:a="http://schemas.openxmlformats.org/drawingml/2006/main">
            <a:blip xmlns:r="http://schemas.openxmlformats.org/officeDocument/2006/relationships" r:embed="Rb2e9dc3667ac4f84">
              <a:alphaModFix amt="0"/>
            </a:blip>
            <a:stretch>
              <a:fillRect l="0" t="-257790" r="0" b="-257792"/>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580E0C05-001D-4A22-BE6A-D1351CD71623}"/>
              </a:ext>
            </a:extLst>
          </p:cNvPr>
          <p:cNvSpPr>
            <a:spLocks xmlns:a="http://schemas.openxmlformats.org/drawingml/2006/main" noGrp="1"/>
          </p:cNvSpPr>
          <p:nvPr/>
        </p:nvSpPr>
        <p:spPr>
          <a:xfrm xmlns:a="http://schemas.openxmlformats.org/drawingml/2006/main">
            <a:off x="1143000" y="1028700"/>
            <a:ext cx="16002000" cy="1012338"/>
          </a:xfrm>
          <a:custGeom xmlns:a="http://schemas.openxmlformats.org/drawingml/2006/main">
            <a:rect l="l" t="t" r="r" b="b"/>
            <a:pathLst>
              <a:path w="21336000" h="1349784">
                <a:moveTo>
                  <a:pt x="0" y="0"/>
                </a:moveTo>
                <a:lnTo>
                  <a:pt x="21336000" y="0"/>
                </a:lnTo>
                <a:lnTo>
                  <a:pt x="21336000" y="1349784"/>
                </a:lnTo>
                <a:lnTo>
                  <a:pt x="0" y="1349784"/>
                </a:lnTo>
                <a:close/>
              </a:path>
            </a:pathLst>
          </a:custGeom>
          <a:blipFill xmlns:a="http://schemas.openxmlformats.org/drawingml/2006/main">
            <a:blip xmlns:r="http://schemas.openxmlformats.org/officeDocument/2006/relationships" r:embed="Rce47ab244392480a">
              <a:alphaModFix amt="0"/>
            </a:blip>
            <a:stretch>
              <a:fillRect l="0" t="-257999" r="0" b="-257999"/>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A50993CA-507D-4A05-9591-377E43B70D80}"/>
              </a:ext>
            </a:extLst>
          </p:cNvPr>
          <p:cNvSpPr>
            <a:spLocks xmlns:a="http://schemas.openxmlformats.org/drawingml/2006/main" noGrp="1"/>
          </p:cNvSpPr>
          <p:nvPr/>
        </p:nvSpPr>
        <p:spPr>
          <a:xfrm xmlns:a="http://schemas.openxmlformats.org/drawingml/2006/main">
            <a:off x="1143000" y="1028700"/>
            <a:ext cx="16002000" cy="101233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6253"/>
              </a:lnSpc>
              <a:buNone/>
            </a:pPr>
            <a:r>
              <a:rPr sz="5212" b="1">
                <a:solidFill>
                  <a:srgbClr val="202020"/>
                </a:solidFill>
                <a:latin typeface="JASO Sans Bold"/>
                <a:ea typeface="JASO Sans Bold"/>
                <a:cs typeface="JASO Sans Bold"/>
              </a:rPr>
              <a:t>실전프로젝트 2 | 근거 기반 AI 챗봇 구축</a:t>
            </a:r>
          </a:p>
        </p:txBody>
      </p:sp>
      <p:sp>
        <p:nvSpPr>
          <p:cNvPr id="14" name="Freeform 14">
            <a:extLst xmlns:a="http://schemas.openxmlformats.org/drawingml/2006/main">
              <a:ext uri="{FF2B5EF4-FFF2-40B4-BE49-F238E27FC236}">
                <a16:creationId xmlns:a16="http://schemas.microsoft.com/office/drawing/2014/main" id="{7600DC3F-AFB9-4D60-9199-B0E2A5FE7590}"/>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F5865F70-972B-4472-B130-5C036798B014}"/>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8" name="Freeform 18">
            <a:extLst xmlns:a="http://schemas.openxmlformats.org/drawingml/2006/main">
              <a:ext uri="{FF2B5EF4-FFF2-40B4-BE49-F238E27FC236}">
                <a16:creationId xmlns:a16="http://schemas.microsoft.com/office/drawing/2014/main" id="{5E8F27EE-76C7-49E7-A422-5B0222ADE0F5}"/>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b2e9dc3667ac4f84">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20" name="Freeform 20">
            <a:extLst xmlns:a="http://schemas.openxmlformats.org/drawingml/2006/main">
              <a:ext uri="{FF2B5EF4-FFF2-40B4-BE49-F238E27FC236}">
                <a16:creationId xmlns:a16="http://schemas.microsoft.com/office/drawing/2014/main" id="{7EE44E31-64AD-4339-8682-5A7121436920}"/>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ce47ab244392480a">
              <a:alphaModFix amt="0"/>
            </a:blip>
            <a:stretch>
              <a:fillRect l="0" t="-25775" r="0" b="-25775"/>
            </a:stretch>
          </a:blipFill>
        </p:spPr>
        <p:txBody>
          <a:bodyPr xmlns:a="http://schemas.openxmlformats.org/drawingml/2006/main"/>
          <a:lstStyle xmlns:a="http://schemas.openxmlformats.org/drawingml/2006/main"/>
          <a:p xmlns:a="http://schemas.openxmlformats.org/drawingml/2006/main"/>
        </p:txBody>
      </p:sp>
      <p:sp>
        <p:nvSpPr>
          <p:cNvPr id="21" name="TextBox 21">
            <a:extLst xmlns:a="http://schemas.openxmlformats.org/drawingml/2006/main">
              <a:ext uri="{FF2B5EF4-FFF2-40B4-BE49-F238E27FC236}">
                <a16:creationId xmlns:a16="http://schemas.microsoft.com/office/drawing/2014/main" id="{3BF14AC2-FD1A-4A92-9DA3-A710661B3697}"/>
              </a:ext>
            </a:extLst>
          </p:cNvPr>
          <p:cNvSpPr>
            <a:spLocks xmlns:a="http://schemas.openxmlformats.org/drawingml/2006/main" noGrp="1"/>
          </p:cNvSpPr>
          <p:nvPr/>
        </p:nvSpPr>
        <p:spPr>
          <a:xfrm xmlns:a="http://schemas.openxmlformats.org/drawingml/2006/main">
            <a:off x="16430625" y="9644062"/>
            <a:ext cx="1000125" cy="2571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a:solidFill>
                  <a:srgbClr val="2E63B7"/>
                </a:solidFill>
                <a:latin typeface="JASO Sans"/>
                <a:ea typeface="JASO Sans"/>
                <a:cs typeface="JASO Sans"/>
              </a:rPr>
              <a:t>04</a:t>
            </a:r>
          </a:p>
        </p:txBody>
      </p:sp>
      <p:sp>
        <p:nvSpPr>
          <p:cNvPr id="22" name="Freeform 22">
            <a:extLst xmlns:a="http://schemas.openxmlformats.org/drawingml/2006/main">
              <a:ext uri="{FF2B5EF4-FFF2-40B4-BE49-F238E27FC236}">
                <a16:creationId xmlns:a16="http://schemas.microsoft.com/office/drawing/2014/main" id="{D7B1A5A9-44DA-41F7-8C40-6806B5783602}"/>
              </a:ext>
            </a:extLst>
          </p:cNvPr>
          <p:cNvSpPr>
            <a:spLocks xmlns:a="http://schemas.openxmlformats.org/drawingml/2006/main" noGrp="1"/>
          </p:cNvSpPr>
          <p:nvPr/>
        </p:nvSpPr>
        <p:spPr>
          <a:xfrm xmlns:a="http://schemas.openxmlformats.org/drawingml/2006/main">
            <a:off x="1327452" y="2914650"/>
            <a:ext cx="7534637" cy="4743450"/>
          </a:xfrm>
          <a:custGeom xmlns:a="http://schemas.openxmlformats.org/drawingml/2006/main">
            <a:rect l="l" t="t" r="r" b="b"/>
            <a:pathLst>
              <a:path w="7534637" h="4743450">
                <a:moveTo>
                  <a:pt x="0" y="0"/>
                </a:moveTo>
                <a:lnTo>
                  <a:pt x="7534637" y="0"/>
                </a:lnTo>
                <a:lnTo>
                  <a:pt x="7534637" y="4743450"/>
                </a:lnTo>
                <a:lnTo>
                  <a:pt x="0" y="4743450"/>
                </a:lnTo>
                <a:lnTo>
                  <a:pt x="0" y="0"/>
                </a:lnTo>
                <a:close/>
              </a:path>
            </a:pathLst>
          </a:custGeom>
          <a:blipFill xmlns:a="http://schemas.openxmlformats.org/drawingml/2006/main">
            <a:blip xmlns:r="http://schemas.openxmlformats.org/officeDocument/2006/relationships" r:embed="R6d045dbbbe0d42cd">
              <a:extLst>
                <a:ext uri="{96DAC541-7B7A-43D3-8B79-37D633B846F1}">
                  <asvg:svgBlip xmlns:asvg="http://schemas.microsoft.com/office/drawing/2016/SVG/main" r:embed="R85f662a5d31d473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24" name="Freeform 24">
            <a:extLst xmlns:a="http://schemas.openxmlformats.org/drawingml/2006/main">
              <a:ext uri="{FF2B5EF4-FFF2-40B4-BE49-F238E27FC236}">
                <a16:creationId xmlns:a16="http://schemas.microsoft.com/office/drawing/2014/main" id="{77B029F1-6453-46E2-AE92-167B8B4204D7}"/>
              </a:ext>
            </a:extLst>
          </p:cNvPr>
          <p:cNvSpPr>
            <a:spLocks xmlns:a="http://schemas.openxmlformats.org/drawingml/2006/main" noGrp="1"/>
          </p:cNvSpPr>
          <p:nvPr/>
        </p:nvSpPr>
        <p:spPr>
          <a:xfrm xmlns:a="http://schemas.openxmlformats.org/drawingml/2006/main">
            <a:off x="1743970" y="3128962"/>
            <a:ext cx="4213098" cy="660558"/>
          </a:xfrm>
          <a:custGeom xmlns:a="http://schemas.openxmlformats.org/drawingml/2006/main">
            <a:rect l="l" t="t" r="r" b="b"/>
            <a:pathLst>
              <a:path w="5617464" h="880745">
                <a:moveTo>
                  <a:pt x="0" y="0"/>
                </a:moveTo>
                <a:lnTo>
                  <a:pt x="5617464" y="0"/>
                </a:lnTo>
                <a:lnTo>
                  <a:pt x="5617464" y="880745"/>
                </a:lnTo>
                <a:lnTo>
                  <a:pt x="0" y="880745"/>
                </a:lnTo>
                <a:close/>
              </a:path>
            </a:pathLst>
          </a:custGeom>
          <a:blipFill xmlns:a="http://schemas.openxmlformats.org/drawingml/2006/main">
            <a:blip xmlns:r="http://schemas.openxmlformats.org/officeDocument/2006/relationships" r:embed="Rb2e9dc3667ac4f84">
              <a:alphaModFix amt="0"/>
            </a:blip>
            <a:stretch>
              <a:fillRect l="0" t="-74187" r="0" b="-74194"/>
            </a:stretch>
          </a:blipFill>
        </p:spPr>
        <p:txBody>
          <a:bodyPr xmlns:a="http://schemas.openxmlformats.org/drawingml/2006/main"/>
          <a:lstStyle xmlns:a="http://schemas.openxmlformats.org/drawingml/2006/main"/>
          <a:p xmlns:a="http://schemas.openxmlformats.org/drawingml/2006/main"/>
        </p:txBody>
      </p:sp>
      <p:sp>
        <p:nvSpPr>
          <p:cNvPr id="26" name="Freeform 26">
            <a:extLst xmlns:a="http://schemas.openxmlformats.org/drawingml/2006/main">
              <a:ext uri="{FF2B5EF4-FFF2-40B4-BE49-F238E27FC236}">
                <a16:creationId xmlns:a16="http://schemas.microsoft.com/office/drawing/2014/main" id="{8F1EC5EE-F8CE-4F57-B561-7C8B3603805B}"/>
              </a:ext>
            </a:extLst>
          </p:cNvPr>
          <p:cNvSpPr>
            <a:spLocks xmlns:a="http://schemas.openxmlformats.org/drawingml/2006/main" noGrp="1"/>
          </p:cNvSpPr>
          <p:nvPr/>
        </p:nvSpPr>
        <p:spPr>
          <a:xfrm xmlns:a="http://schemas.openxmlformats.org/drawingml/2006/main">
            <a:off x="1743970" y="3128962"/>
            <a:ext cx="4213104" cy="660597"/>
          </a:xfrm>
          <a:custGeom xmlns:a="http://schemas.openxmlformats.org/drawingml/2006/main">
            <a:rect l="l" t="t" r="r" b="b"/>
            <a:pathLst>
              <a:path w="5617473" h="880796">
                <a:moveTo>
                  <a:pt x="0" y="0"/>
                </a:moveTo>
                <a:lnTo>
                  <a:pt x="5617473" y="0"/>
                </a:lnTo>
                <a:lnTo>
                  <a:pt x="5617473" y="880796"/>
                </a:lnTo>
                <a:lnTo>
                  <a:pt x="0" y="880796"/>
                </a:lnTo>
                <a:close/>
              </a:path>
            </a:pathLst>
          </a:custGeom>
          <a:blipFill xmlns:a="http://schemas.openxmlformats.org/drawingml/2006/main">
            <a:blip xmlns:r="http://schemas.openxmlformats.org/officeDocument/2006/relationships" r:embed="Rce47ab244392480a">
              <a:alphaModFix amt="0"/>
            </a:blip>
            <a:stretch>
              <a:fillRect l="0" t="-74270" r="0" b="-74270"/>
            </a:stretch>
          </a:blipFill>
        </p:spPr>
        <p:txBody>
          <a:bodyPr xmlns:a="http://schemas.openxmlformats.org/drawingml/2006/main"/>
          <a:lstStyle xmlns:a="http://schemas.openxmlformats.org/drawingml/2006/main"/>
          <a:p xmlns:a="http://schemas.openxmlformats.org/drawingml/2006/main"/>
        </p:txBody>
      </p:sp>
      <p:sp>
        <p:nvSpPr>
          <p:cNvPr id="27" name="TextBox 27">
            <a:extLst xmlns:a="http://schemas.openxmlformats.org/drawingml/2006/main">
              <a:ext uri="{FF2B5EF4-FFF2-40B4-BE49-F238E27FC236}">
                <a16:creationId xmlns:a16="http://schemas.microsoft.com/office/drawing/2014/main" id="{5A761E97-8874-474D-8B58-921DC590E35F}"/>
              </a:ext>
            </a:extLst>
          </p:cNvPr>
          <p:cNvSpPr>
            <a:spLocks xmlns:a="http://schemas.openxmlformats.org/drawingml/2006/main" noGrp="1"/>
          </p:cNvSpPr>
          <p:nvPr/>
        </p:nvSpPr>
        <p:spPr>
          <a:xfrm xmlns:a="http://schemas.openxmlformats.org/drawingml/2006/main">
            <a:off x="1743970" y="3128962"/>
            <a:ext cx="4213108" cy="66059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124"/>
              </a:lnSpc>
              <a:buNone/>
            </a:pPr>
            <a:r>
              <a:rPr sz="3436" b="1">
                <a:solidFill>
                  <a:srgbClr val="2E63B7"/>
                </a:solidFill>
                <a:latin typeface="JASO Sans Bold"/>
                <a:ea typeface="JASO Sans Bold"/>
                <a:cs typeface="JASO Sans Bold"/>
              </a:rPr>
              <a:t>문제 상황</a:t>
            </a:r>
          </a:p>
        </p:txBody>
      </p:sp>
      <p:sp>
        <p:nvSpPr>
          <p:cNvPr id="28" name="TextBox 28">
            <a:extLst xmlns:a="http://schemas.openxmlformats.org/drawingml/2006/main">
              <a:ext uri="{FF2B5EF4-FFF2-40B4-BE49-F238E27FC236}">
                <a16:creationId xmlns:a16="http://schemas.microsoft.com/office/drawing/2014/main" id="{D17B9856-C6E3-4A9F-BA37-35F952DC3C53}"/>
              </a:ext>
            </a:extLst>
          </p:cNvPr>
          <p:cNvSpPr>
            <a:spLocks xmlns:a="http://schemas.openxmlformats.org/drawingml/2006/main" noGrp="1"/>
          </p:cNvSpPr>
          <p:nvPr/>
        </p:nvSpPr>
        <p:spPr>
          <a:xfrm xmlns:a="http://schemas.openxmlformats.org/drawingml/2006/main">
            <a:off x="1591027" y="3936206"/>
            <a:ext cx="6892480" cy="309283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662816" lvl="2" indent="-220939" algn="l">
              <a:lnSpc>
                <a:spcPts val="3479"/>
              </a:lnSpc>
              <a:buFont typeface="Arial"/>
              <a:buChar char="⚬"/>
            </a:pPr>
            <a:r>
              <a:rPr sz="2899">
                <a:solidFill>
                  <a:srgbClr val="9299A3"/>
                </a:solidFill>
                <a:latin typeface="JASO Sans"/>
                <a:ea typeface="JASO Sans"/>
                <a:cs typeface="JASO Sans"/>
              </a:rPr>
              <a:t>예솜24는 키워드 매칭 기반이라 자연어 질의에 대응 불가</a:t>
            </a:r>
          </a:p>
          <a:p xmlns:a="http://schemas.openxmlformats.org/drawingml/2006/main">
            <a:pPr marL="662816" lvl="2" indent="-220939" algn="l">
              <a:lnSpc>
                <a:spcPts val="3479"/>
              </a:lnSpc>
              <a:buFont typeface="Arial"/>
              <a:buChar char="⚬"/>
            </a:pPr>
            <a:r>
              <a:rPr sz="2899">
                <a:solidFill>
                  <a:srgbClr val="9299A3"/>
                </a:solidFill>
                <a:latin typeface="JASO Sans"/>
                <a:ea typeface="JASO Sans"/>
                <a:cs typeface="JASO Sans"/>
              </a:rPr>
              <a:t>조건부 정보(금액/기간 등)가 많아 근거 기반 답변 필수</a:t>
            </a:r>
          </a:p>
          <a:p xmlns:a="http://schemas.openxmlformats.org/drawingml/2006/main">
            <a:pPr marL="662816" lvl="2" indent="-220939" algn="l">
              <a:lnSpc>
                <a:spcPts val="3479"/>
              </a:lnSpc>
              <a:buFont typeface="Arial"/>
              <a:buChar char="⚬"/>
            </a:pPr>
            <a:r>
              <a:rPr sz="2899">
                <a:solidFill>
                  <a:srgbClr val="9299A3"/>
                </a:solidFill>
                <a:latin typeface="JASO Sans"/>
                <a:ea typeface="JASO Sans"/>
                <a:cs typeface="JASO Sans"/>
              </a:rPr>
              <a:t>실전1의 벡터 스토어·메타데이터를 실제 검색/답변에 활용할 RAG 챗봇 필요</a:t>
            </a:r>
          </a:p>
        </p:txBody>
      </p:sp>
      <p:sp>
        <p:nvSpPr>
          <p:cNvPr id="29" name="Freeform 29">
            <a:extLst xmlns:a="http://schemas.openxmlformats.org/drawingml/2006/main">
              <a:ext uri="{FF2B5EF4-FFF2-40B4-BE49-F238E27FC236}">
                <a16:creationId xmlns:a16="http://schemas.microsoft.com/office/drawing/2014/main" id="{E606327D-58CC-4DBB-91DB-8F43E7A7A598}"/>
              </a:ext>
            </a:extLst>
          </p:cNvPr>
          <p:cNvSpPr>
            <a:spLocks xmlns:a="http://schemas.openxmlformats.org/drawingml/2006/main" noGrp="1"/>
          </p:cNvSpPr>
          <p:nvPr/>
        </p:nvSpPr>
        <p:spPr>
          <a:xfrm xmlns:a="http://schemas.openxmlformats.org/drawingml/2006/main">
            <a:off x="9411195" y="2914650"/>
            <a:ext cx="7367092" cy="4743450"/>
          </a:xfrm>
          <a:custGeom xmlns:a="http://schemas.openxmlformats.org/drawingml/2006/main">
            <a:rect l="l" t="t" r="r" b="b"/>
            <a:pathLst>
              <a:path w="7367092" h="4743450">
                <a:moveTo>
                  <a:pt x="0" y="0"/>
                </a:moveTo>
                <a:lnTo>
                  <a:pt x="7367093" y="0"/>
                </a:lnTo>
                <a:lnTo>
                  <a:pt x="7367093" y="4743450"/>
                </a:lnTo>
                <a:lnTo>
                  <a:pt x="0" y="4743450"/>
                </a:lnTo>
                <a:lnTo>
                  <a:pt x="0" y="0"/>
                </a:lnTo>
                <a:close/>
              </a:path>
            </a:pathLst>
          </a:custGeom>
          <a:blipFill xmlns:a="http://schemas.openxmlformats.org/drawingml/2006/main">
            <a:blip xmlns:r="http://schemas.openxmlformats.org/officeDocument/2006/relationships" r:embed="R8d9bd2e51c6d42d1">
              <a:extLst>
                <a:ext uri="{96DAC541-7B7A-43D3-8B79-37D633B846F1}">
                  <asvg:svgBlip xmlns:asvg="http://schemas.microsoft.com/office/drawing/2016/SVG/main" r:embed="Rfcd69d50422547d0"/>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1" name="Freeform 31">
            <a:extLst xmlns:a="http://schemas.openxmlformats.org/drawingml/2006/main">
              <a:ext uri="{FF2B5EF4-FFF2-40B4-BE49-F238E27FC236}">
                <a16:creationId xmlns:a16="http://schemas.microsoft.com/office/drawing/2014/main" id="{E5AB02FB-CD00-4904-8158-3AB226FDB895}"/>
              </a:ext>
            </a:extLst>
          </p:cNvPr>
          <p:cNvSpPr>
            <a:spLocks xmlns:a="http://schemas.openxmlformats.org/drawingml/2006/main" noGrp="1"/>
          </p:cNvSpPr>
          <p:nvPr/>
        </p:nvSpPr>
        <p:spPr>
          <a:xfrm xmlns:a="http://schemas.openxmlformats.org/drawingml/2006/main">
            <a:off x="10045694" y="3128962"/>
            <a:ext cx="6067234" cy="660558"/>
          </a:xfrm>
          <a:custGeom xmlns:a="http://schemas.openxmlformats.org/drawingml/2006/main">
            <a:rect l="l" t="t" r="r" b="b"/>
            <a:pathLst>
              <a:path w="8089646" h="880745">
                <a:moveTo>
                  <a:pt x="0" y="0"/>
                </a:moveTo>
                <a:lnTo>
                  <a:pt x="8089646" y="0"/>
                </a:lnTo>
                <a:lnTo>
                  <a:pt x="8089646" y="880745"/>
                </a:lnTo>
                <a:lnTo>
                  <a:pt x="0" y="880745"/>
                </a:lnTo>
                <a:close/>
              </a:path>
            </a:pathLst>
          </a:custGeom>
          <a:blipFill xmlns:a="http://schemas.openxmlformats.org/drawingml/2006/main">
            <a:blip xmlns:r="http://schemas.openxmlformats.org/officeDocument/2006/relationships" r:embed="Rb2e9dc3667ac4f84">
              <a:alphaModFix amt="0"/>
            </a:blip>
            <a:stretch>
              <a:fillRect l="0" t="-128843" r="0" b="-128849"/>
            </a:stretch>
          </a:blipFill>
        </p:spPr>
        <p:txBody>
          <a:bodyPr xmlns:a="http://schemas.openxmlformats.org/drawingml/2006/main"/>
          <a:lstStyle xmlns:a="http://schemas.openxmlformats.org/drawingml/2006/main"/>
          <a:p xmlns:a="http://schemas.openxmlformats.org/drawingml/2006/main"/>
        </p:txBody>
      </p:sp>
      <p:sp>
        <p:nvSpPr>
          <p:cNvPr id="33" name="Freeform 33">
            <a:extLst xmlns:a="http://schemas.openxmlformats.org/drawingml/2006/main">
              <a:ext uri="{FF2B5EF4-FFF2-40B4-BE49-F238E27FC236}">
                <a16:creationId xmlns:a16="http://schemas.microsoft.com/office/drawing/2014/main" id="{CDA754B3-C3CE-4467-B69D-C3D5E6738992}"/>
              </a:ext>
            </a:extLst>
          </p:cNvPr>
          <p:cNvSpPr>
            <a:spLocks xmlns:a="http://schemas.openxmlformats.org/drawingml/2006/main" noGrp="1"/>
          </p:cNvSpPr>
          <p:nvPr/>
        </p:nvSpPr>
        <p:spPr>
          <a:xfrm xmlns:a="http://schemas.openxmlformats.org/drawingml/2006/main">
            <a:off x="10045694" y="3128962"/>
            <a:ext cx="6067269" cy="660597"/>
          </a:xfrm>
          <a:custGeom xmlns:a="http://schemas.openxmlformats.org/drawingml/2006/main">
            <a:rect l="l" t="t" r="r" b="b"/>
            <a:pathLst>
              <a:path w="8089692" h="880796">
                <a:moveTo>
                  <a:pt x="0" y="0"/>
                </a:moveTo>
                <a:lnTo>
                  <a:pt x="8089692" y="0"/>
                </a:lnTo>
                <a:lnTo>
                  <a:pt x="8089692" y="880796"/>
                </a:lnTo>
                <a:lnTo>
                  <a:pt x="0" y="880796"/>
                </a:lnTo>
                <a:close/>
              </a:path>
            </a:pathLst>
          </a:custGeom>
          <a:blipFill xmlns:a="http://schemas.openxmlformats.org/drawingml/2006/main">
            <a:blip xmlns:r="http://schemas.openxmlformats.org/officeDocument/2006/relationships" r:embed="Rce47ab244392480a">
              <a:alphaModFix amt="0"/>
            </a:blip>
            <a:stretch>
              <a:fillRect l="0" t="-128960" r="0" b="-128960"/>
            </a:stretch>
          </a:blipFill>
        </p:spPr>
        <p:txBody>
          <a:bodyPr xmlns:a="http://schemas.openxmlformats.org/drawingml/2006/main"/>
          <a:lstStyle xmlns:a="http://schemas.openxmlformats.org/drawingml/2006/main"/>
          <a:p xmlns:a="http://schemas.openxmlformats.org/drawingml/2006/main"/>
        </p:txBody>
      </p:sp>
      <p:sp>
        <p:nvSpPr>
          <p:cNvPr id="34" name="TextBox 34">
            <a:extLst xmlns:a="http://schemas.openxmlformats.org/drawingml/2006/main">
              <a:ext uri="{FF2B5EF4-FFF2-40B4-BE49-F238E27FC236}">
                <a16:creationId xmlns:a16="http://schemas.microsoft.com/office/drawing/2014/main" id="{6366FA75-D265-4D9B-9E84-10C2F5E704A5}"/>
              </a:ext>
            </a:extLst>
          </p:cNvPr>
          <p:cNvSpPr>
            <a:spLocks xmlns:a="http://schemas.openxmlformats.org/drawingml/2006/main" noGrp="1"/>
          </p:cNvSpPr>
          <p:nvPr/>
        </p:nvSpPr>
        <p:spPr>
          <a:xfrm xmlns:a="http://schemas.openxmlformats.org/drawingml/2006/main">
            <a:off x="10045694" y="3128962"/>
            <a:ext cx="6067273" cy="66059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4124"/>
              </a:lnSpc>
              <a:buNone/>
            </a:pPr>
            <a:r>
              <a:rPr sz="3436" b="1">
                <a:solidFill>
                  <a:srgbClr val="2E63B7"/>
                </a:solidFill>
                <a:latin typeface="JASO Sans Bold"/>
                <a:ea typeface="JASO Sans Bold"/>
                <a:cs typeface="JASO Sans Bold"/>
              </a:rPr>
              <a:t>추진 목표</a:t>
            </a:r>
          </a:p>
        </p:txBody>
      </p:sp>
      <p:sp>
        <p:nvSpPr>
          <p:cNvPr id="35" name="TextBox 35">
            <a:extLst xmlns:a="http://schemas.openxmlformats.org/drawingml/2006/main">
              <a:ext uri="{FF2B5EF4-FFF2-40B4-BE49-F238E27FC236}">
                <a16:creationId xmlns:a16="http://schemas.microsoft.com/office/drawing/2014/main" id="{6169E492-113D-4050-AE4B-AD203A3062D6}"/>
              </a:ext>
            </a:extLst>
          </p:cNvPr>
          <p:cNvSpPr>
            <a:spLocks xmlns:a="http://schemas.openxmlformats.org/drawingml/2006/main" noGrp="1"/>
          </p:cNvSpPr>
          <p:nvPr/>
        </p:nvSpPr>
        <p:spPr>
          <a:xfrm xmlns:a="http://schemas.openxmlformats.org/drawingml/2006/main">
            <a:off x="9699460" y="3936206"/>
            <a:ext cx="6759740" cy="353466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662816" lvl="2" indent="-220939" algn="l">
              <a:lnSpc>
                <a:spcPts val="3479"/>
              </a:lnSpc>
              <a:buFont typeface="Arial"/>
              <a:buChar char="⚬"/>
            </a:pPr>
            <a:r>
              <a:rPr sz="2899">
                <a:solidFill>
                  <a:srgbClr val="9299A3"/>
                </a:solidFill>
                <a:latin typeface="JASO Sans"/>
                <a:ea typeface="JASO Sans"/>
                <a:cs typeface="JASO Sans"/>
              </a:rPr>
              <a:t>6개 업무 자연어 질의 → 검색 기반 답변 생성</a:t>
            </a:r>
          </a:p>
          <a:p xmlns:a="http://schemas.openxmlformats.org/drawingml/2006/main">
            <a:pPr marL="662816" lvl="2" indent="-220939" algn="l">
              <a:lnSpc>
                <a:spcPts val="3479"/>
              </a:lnSpc>
              <a:buFont typeface="Arial"/>
              <a:buChar char="⚬"/>
            </a:pPr>
            <a:r>
              <a:rPr sz="2899">
                <a:solidFill>
                  <a:srgbClr val="9299A3"/>
                </a:solidFill>
                <a:latin typeface="JASO Sans"/>
                <a:ea typeface="JASO Sans"/>
                <a:cs typeface="JASO Sans"/>
              </a:rPr>
              <a:t>답변마다 출처(URL·브레드크럼) 표시</a:t>
            </a:r>
          </a:p>
          <a:p xmlns:a="http://schemas.openxmlformats.org/drawingml/2006/main">
            <a:pPr marL="662816" lvl="2" indent="-220939" algn="l">
              <a:lnSpc>
                <a:spcPts val="3479"/>
              </a:lnSpc>
              <a:buFont typeface="Arial"/>
              <a:buChar char="⚬"/>
            </a:pPr>
            <a:r>
              <a:rPr sz="2899">
                <a:solidFill>
                  <a:srgbClr val="9299A3"/>
                </a:solidFill>
                <a:latin typeface="JASO Sans"/>
                <a:ea typeface="JASO Sans"/>
                <a:cs typeface="JASO Sans"/>
              </a:rPr>
              <a:t>민원 질문 시 절차→서류→신청페이지 안내</a:t>
            </a:r>
          </a:p>
          <a:p xmlns:a="http://schemas.openxmlformats.org/drawingml/2006/main">
            <a:pPr marL="662816" lvl="2" indent="-220939" algn="l">
              <a:lnSpc>
                <a:spcPts val="3479"/>
              </a:lnSpc>
              <a:buFont typeface="Arial"/>
              <a:buChar char="⚬"/>
            </a:pPr>
            <a:r>
              <a:rPr sz="2899">
                <a:solidFill>
                  <a:srgbClr val="9299A3"/>
                </a:solidFill>
                <a:latin typeface="JASO Sans"/>
                <a:ea typeface="JASO Sans"/>
                <a:cs typeface="JASO Sans"/>
              </a:rPr>
              <a:t>테스트셋 기반 검색·답변 품질 정량 평가</a:t>
            </a:r>
          </a:p>
          <a:p xmlns:a="http://schemas.openxmlformats.org/drawingml/2006/main">
            <a:pPr marL="662816" lvl="2" indent="-220939" algn="l">
              <a:lnSpc>
                <a:spcPts val="3479"/>
              </a:lnSpc>
              <a:buNone/>
            </a:pPr>
          </a:p>
        </p:txBody>
      </p:sp>
      <p:sp>
        <p:nvSpPr>
          <p:cNvPr id="36" name="Freeform 36">
            <a:extLst xmlns:a="http://schemas.openxmlformats.org/drawingml/2006/main">
              <a:ext uri="{FF2B5EF4-FFF2-40B4-BE49-F238E27FC236}">
                <a16:creationId xmlns:a16="http://schemas.microsoft.com/office/drawing/2014/main" id="{327B89FC-A46A-4CB2-B37F-83F23AA01BD1}"/>
              </a:ext>
            </a:extLst>
          </p:cNvPr>
          <p:cNvSpPr>
            <a:spLocks xmlns:a="http://schemas.openxmlformats.org/drawingml/2006/main" noGrp="1"/>
          </p:cNvSpPr>
          <p:nvPr/>
        </p:nvSpPr>
        <p:spPr>
          <a:xfrm xmlns:a="http://schemas.openxmlformats.org/drawingml/2006/main">
            <a:off x="557212" y="8058150"/>
            <a:ext cx="16173450" cy="1257300"/>
          </a:xfrm>
          <a:custGeom xmlns:a="http://schemas.openxmlformats.org/drawingml/2006/main">
            <a:rect l="l" t="t" r="r" b="b"/>
            <a:pathLst>
              <a:path w="16173450" h="1257300">
                <a:moveTo>
                  <a:pt x="0" y="0"/>
                </a:moveTo>
                <a:lnTo>
                  <a:pt x="16173450" y="0"/>
                </a:lnTo>
                <a:lnTo>
                  <a:pt x="16173450" y="1257300"/>
                </a:lnTo>
                <a:lnTo>
                  <a:pt x="0" y="1257300"/>
                </a:lnTo>
                <a:lnTo>
                  <a:pt x="0" y="0"/>
                </a:lnTo>
                <a:close/>
              </a:path>
            </a:pathLst>
          </a:custGeom>
          <a:blipFill xmlns:a="http://schemas.openxmlformats.org/drawingml/2006/main">
            <a:blip xmlns:r="http://schemas.openxmlformats.org/officeDocument/2006/relationships" r:embed="Race54ea96a4b4f9f">
              <a:extLst>
                <a:ext uri="{96DAC541-7B7A-43D3-8B79-37D633B846F1}">
                  <asvg:svgBlip xmlns:asvg="http://schemas.microsoft.com/office/drawing/2016/SVG/main" r:embed="Raacf52b9312d430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8" name="Freeform 38">
            <a:extLst xmlns:a="http://schemas.openxmlformats.org/drawingml/2006/main">
              <a:ext uri="{FF2B5EF4-FFF2-40B4-BE49-F238E27FC236}">
                <a16:creationId xmlns:a16="http://schemas.microsoft.com/office/drawing/2014/main" id="{C373E72C-9F95-4AC6-86B0-D9CD6DB3F679}"/>
              </a:ext>
            </a:extLst>
          </p:cNvPr>
          <p:cNvSpPr>
            <a:spLocks xmlns:a="http://schemas.openxmlformats.org/drawingml/2006/main" noGrp="1"/>
          </p:cNvSpPr>
          <p:nvPr/>
        </p:nvSpPr>
        <p:spPr>
          <a:xfrm xmlns:a="http://schemas.openxmlformats.org/drawingml/2006/main">
            <a:off x="828675" y="8433654"/>
            <a:ext cx="15630525" cy="1022413"/>
          </a:xfrm>
          <a:custGeom xmlns:a="http://schemas.openxmlformats.org/drawingml/2006/main">
            <a:rect l="l" t="t" r="r" b="b"/>
            <a:pathLst>
              <a:path w="20840700" h="1363218">
                <a:moveTo>
                  <a:pt x="0" y="0"/>
                </a:moveTo>
                <a:lnTo>
                  <a:pt x="20840700" y="0"/>
                </a:lnTo>
                <a:lnTo>
                  <a:pt x="20840700" y="1363218"/>
                </a:lnTo>
                <a:lnTo>
                  <a:pt x="0" y="1363218"/>
                </a:lnTo>
                <a:close/>
              </a:path>
            </a:pathLst>
          </a:custGeom>
          <a:blipFill xmlns:a="http://schemas.openxmlformats.org/drawingml/2006/main">
            <a:blip xmlns:r="http://schemas.openxmlformats.org/officeDocument/2006/relationships" r:embed="Rb2e9dc3667ac4f84">
              <a:alphaModFix amt="0"/>
            </a:blip>
            <a:stretch>
              <a:fillRect l="0" t="-247675" r="0" b="-247679"/>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42BBF9F4-CC44-4A32-A093-E56E12241F7C}"/>
              </a:ext>
            </a:extLst>
          </p:cNvPr>
          <p:cNvSpPr>
            <a:spLocks xmlns:a="http://schemas.openxmlformats.org/drawingml/2006/main" noGrp="1"/>
          </p:cNvSpPr>
          <p:nvPr/>
        </p:nvSpPr>
        <p:spPr>
          <a:xfrm xmlns:a="http://schemas.openxmlformats.org/drawingml/2006/main">
            <a:off x="828675" y="8433654"/>
            <a:ext cx="15630525" cy="1022452"/>
          </a:xfrm>
          <a:custGeom xmlns:a="http://schemas.openxmlformats.org/drawingml/2006/main">
            <a:rect l="l" t="t" r="r" b="b"/>
            <a:pathLst>
              <a:path w="20840700" h="1363269">
                <a:moveTo>
                  <a:pt x="0" y="0"/>
                </a:moveTo>
                <a:lnTo>
                  <a:pt x="20840700" y="0"/>
                </a:lnTo>
                <a:lnTo>
                  <a:pt x="20840700" y="1363269"/>
                </a:lnTo>
                <a:lnTo>
                  <a:pt x="0" y="1363269"/>
                </a:lnTo>
                <a:close/>
              </a:path>
            </a:pathLst>
          </a:custGeom>
          <a:blipFill xmlns:a="http://schemas.openxmlformats.org/drawingml/2006/main">
            <a:blip xmlns:r="http://schemas.openxmlformats.org/officeDocument/2006/relationships" r:embed="Rce47ab244392480a">
              <a:alphaModFix amt="0"/>
            </a:blip>
            <a:stretch>
              <a:fillRect l="0" t="-247873" r="0" b="-247873"/>
            </a:stretch>
          </a:blipFill>
        </p:spPr>
        <p:txBody>
          <a:bodyPr xmlns:a="http://schemas.openxmlformats.org/drawingml/2006/main"/>
          <a:lstStyle xmlns:a="http://schemas.openxmlformats.org/drawingml/2006/main"/>
          <a:p xmlns:a="http://schemas.openxmlformats.org/drawingml/2006/main"/>
        </p:txBody>
      </p:sp>
      <p:sp>
        <p:nvSpPr>
          <p:cNvPr id="41" name="TextBox 41">
            <a:extLst xmlns:a="http://schemas.openxmlformats.org/drawingml/2006/main">
              <a:ext uri="{FF2B5EF4-FFF2-40B4-BE49-F238E27FC236}">
                <a16:creationId xmlns:a16="http://schemas.microsoft.com/office/drawing/2014/main" id="{029CFE82-6F85-4D3C-97EC-F22373E83FE0}"/>
              </a:ext>
            </a:extLst>
          </p:cNvPr>
          <p:cNvSpPr>
            <a:spLocks xmlns:a="http://schemas.openxmlformats.org/drawingml/2006/main" noGrp="1"/>
          </p:cNvSpPr>
          <p:nvPr/>
        </p:nvSpPr>
        <p:spPr>
          <a:xfrm xmlns:a="http://schemas.openxmlformats.org/drawingml/2006/main">
            <a:off x="828675" y="8433654"/>
            <a:ext cx="15630525" cy="102245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583"/>
              </a:lnSpc>
              <a:buNone/>
            </a:pPr>
            <a:r>
              <a:rPr sz="2987" b="1">
                <a:solidFill>
                  <a:srgbClr val="2E63B7"/>
                </a:solidFill>
                <a:latin typeface="JASO Sans Bold"/>
                <a:ea typeface="JASO Sans Bold"/>
                <a:cs typeface="JASO Sans Bold"/>
              </a:rPr>
              <a:t>핵심 산출물  |  챗봇 Prototype V1 · 검색/답변 파이프라인 · 평가 데이터셋 · Gold 검수 도구</a:t>
            </a:r>
          </a:p>
          <a:p xmlns:a="http://schemas.openxmlformats.org/drawingml/2006/main">
            <a:pPr algn="ctr">
              <a:lnSpc>
                <a:spcPts val="3583"/>
              </a:lnSpc>
              <a:buNone/>
            </a:pPr>
          </a:p>
        </p:txBody>
      </p:sp>
      <p:sp>
        <p:nvSpPr>
          <p:cNvPr id="43" name="Freeform 43">
            <a:extLst xmlns:a="http://schemas.openxmlformats.org/drawingml/2006/main">
              <a:ext uri="{FF2B5EF4-FFF2-40B4-BE49-F238E27FC236}">
                <a16:creationId xmlns:a16="http://schemas.microsoft.com/office/drawing/2014/main" id="{43B5D456-15EF-43E8-9945-C99248982A0F}"/>
              </a:ext>
            </a:extLst>
          </p:cNvPr>
          <p:cNvSpPr>
            <a:spLocks xmlns:a="http://schemas.openxmlformats.org/drawingml/2006/main" noGrp="1"/>
          </p:cNvSpPr>
          <p:nvPr/>
        </p:nvSpPr>
        <p:spPr>
          <a:xfrm xmlns:a="http://schemas.openxmlformats.org/drawingml/2006/main">
            <a:off x="1143000" y="175617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b2e9dc3667ac4f84">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45" name="Freeform 45">
            <a:extLst xmlns:a="http://schemas.openxmlformats.org/drawingml/2006/main">
              <a:ext uri="{FF2B5EF4-FFF2-40B4-BE49-F238E27FC236}">
                <a16:creationId xmlns:a16="http://schemas.microsoft.com/office/drawing/2014/main" id="{428E54B0-D85E-4766-9F72-B3D372B54E8D}"/>
              </a:ext>
            </a:extLst>
          </p:cNvPr>
          <p:cNvSpPr>
            <a:spLocks xmlns:a="http://schemas.openxmlformats.org/drawingml/2006/main" noGrp="1"/>
          </p:cNvSpPr>
          <p:nvPr/>
        </p:nvSpPr>
        <p:spPr>
          <a:xfrm xmlns:a="http://schemas.openxmlformats.org/drawingml/2006/main">
            <a:off x="1143000" y="1749028"/>
            <a:ext cx="16002000" cy="778668"/>
          </a:xfrm>
          <a:custGeom xmlns:a="http://schemas.openxmlformats.org/drawingml/2006/main">
            <a:rect l="l" t="t" r="r" b="b"/>
            <a:pathLst>
              <a:path w="21336000" h="1038224">
                <a:moveTo>
                  <a:pt x="0" y="0"/>
                </a:moveTo>
                <a:lnTo>
                  <a:pt x="21336000" y="0"/>
                </a:lnTo>
                <a:lnTo>
                  <a:pt x="21336000" y="1038224"/>
                </a:lnTo>
                <a:lnTo>
                  <a:pt x="0" y="1038224"/>
                </a:lnTo>
                <a:close/>
              </a:path>
            </a:pathLst>
          </a:custGeom>
          <a:blipFill xmlns:a="http://schemas.openxmlformats.org/drawingml/2006/main">
            <a:blip xmlns:r="http://schemas.openxmlformats.org/officeDocument/2006/relationships" r:embed="Rce47ab244392480a">
              <a:alphaModFix amt="0"/>
            </a:blip>
            <a:stretch>
              <a:fillRect l="0" t="-350426" r="0" b="-350426"/>
            </a:stretch>
          </a:blipFill>
        </p:spPr>
        <p:txBody>
          <a:bodyPr xmlns:a="http://schemas.openxmlformats.org/drawingml/2006/main"/>
          <a:lstStyle xmlns:a="http://schemas.openxmlformats.org/drawingml/2006/main"/>
          <a:p xmlns:a="http://schemas.openxmlformats.org/drawingml/2006/main"/>
        </p:txBody>
      </p:sp>
      <p:sp>
        <p:nvSpPr>
          <p:cNvPr id="46" name="TextBox 46">
            <a:extLst xmlns:a="http://schemas.openxmlformats.org/drawingml/2006/main">
              <a:ext uri="{FF2B5EF4-FFF2-40B4-BE49-F238E27FC236}">
                <a16:creationId xmlns:a16="http://schemas.microsoft.com/office/drawing/2014/main" id="{DEB34751-36AD-4B82-8791-E3C9B0EB09B8}"/>
              </a:ext>
            </a:extLst>
          </p:cNvPr>
          <p:cNvSpPr>
            <a:spLocks xmlns:a="http://schemas.openxmlformats.org/drawingml/2006/main" noGrp="1"/>
          </p:cNvSpPr>
          <p:nvPr/>
        </p:nvSpPr>
        <p:spPr>
          <a:xfrm xmlns:a="http://schemas.openxmlformats.org/drawingml/2006/main">
            <a:off x="1143000" y="1741885"/>
            <a:ext cx="16002000" cy="78581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640"/>
              </a:lnSpc>
              <a:buNone/>
            </a:pPr>
            <a:r>
              <a:rPr sz="2200">
                <a:solidFill>
                  <a:srgbClr val="202020"/>
                </a:solidFill>
                <a:latin typeface="JASO Sans"/>
                <a:ea typeface="JASO Sans"/>
                <a:cs typeface="JASO Sans"/>
              </a:rPr>
              <a:t>2026-07-20~2026-07-24</a:t>
            </a:r>
          </a:p>
        </p:txBody>
      </p:sp>
    </p:spTree>
    <p:extLst>
      <p:ext uri="{BB962C8B-B14F-4D97-AF65-F5344CB8AC3E}">
        <p14:creationId xmlns:p14="http://schemas.microsoft.com/office/powerpoint/2010/main" val="992567266"/>
      </p:ext>
    </p:extLst>
  </p:cSld>
</p:sld>
</file>

<file path=ppt/slides/slide5.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7DC8483A-8BC5-48B6-839F-1DC78CCE709B}"/>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b6c56c46099742ab">
              <a:extLst>
                <a:ext uri="{96DAC541-7B7A-43D3-8B79-37D633B846F1}">
                  <asvg:svgBlip xmlns:asvg="http://schemas.microsoft.com/office/drawing/2016/SVG/main" r:embed="Raec1305eb73742e0"/>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6D941B05-A066-41DA-9F7E-E8C750142FA4}"/>
              </a:ext>
            </a:extLst>
          </p:cNvPr>
          <p:cNvSpPr>
            <a:spLocks xmlns:a="http://schemas.openxmlformats.org/drawingml/2006/main" noGrp="1"/>
          </p:cNvSpPr>
          <p:nvPr/>
        </p:nvSpPr>
        <p:spPr>
          <a:xfrm xmlns:a="http://schemas.openxmlformats.org/drawingml/2006/main">
            <a:off x="1143000" y="67627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43d311cc1fe04e40">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21310689-585E-4E68-8C9A-FCC07430C38C}"/>
              </a:ext>
            </a:extLst>
          </p:cNvPr>
          <p:cNvSpPr>
            <a:spLocks xmlns:a="http://schemas.openxmlformats.org/drawingml/2006/main" noGrp="1"/>
          </p:cNvSpPr>
          <p:nvPr/>
        </p:nvSpPr>
        <p:spPr>
          <a:xfrm xmlns:a="http://schemas.openxmlformats.org/drawingml/2006/main">
            <a:off x="1143000" y="67627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2063805dac8041e9">
              <a:alphaModFix amt="0"/>
            </a:blip>
            <a:stretch>
              <a:fillRect l="0" t="-1162402" r="0" b="-1162402"/>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6DFA7B9E-0902-45BA-9C29-305D5669EC1F}"/>
              </a:ext>
            </a:extLst>
          </p:cNvPr>
          <p:cNvSpPr>
            <a:spLocks xmlns:a="http://schemas.openxmlformats.org/drawingml/2006/main" noGrp="1"/>
          </p:cNvSpPr>
          <p:nvPr/>
        </p:nvSpPr>
        <p:spPr>
          <a:xfrm xmlns:a="http://schemas.openxmlformats.org/drawingml/2006/main">
            <a:off x="1143000" y="676275"/>
            <a:ext cx="16002000" cy="2571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2E63B7"/>
                </a:solidFill>
                <a:latin typeface="Tlab 돋움 미디움"/>
                <a:ea typeface="Tlab 돋움 미디움"/>
                <a:cs typeface="Tlab 돋움 미디움"/>
              </a:rPr>
              <a:t>프로젝트 개요</a:t>
            </a:r>
          </a:p>
        </p:txBody>
      </p:sp>
      <p:sp>
        <p:nvSpPr>
          <p:cNvPr id="9" name="Freeform 9">
            <a:extLst xmlns:a="http://schemas.openxmlformats.org/drawingml/2006/main">
              <a:ext uri="{FF2B5EF4-FFF2-40B4-BE49-F238E27FC236}">
                <a16:creationId xmlns:a16="http://schemas.microsoft.com/office/drawing/2014/main" id="{B8BD586B-D3E0-4C13-9101-D84D15E46B9E}"/>
              </a:ext>
            </a:extLst>
          </p:cNvPr>
          <p:cNvSpPr>
            <a:spLocks xmlns:a="http://schemas.openxmlformats.org/drawingml/2006/main" noGrp="1"/>
          </p:cNvSpPr>
          <p:nvPr/>
        </p:nvSpPr>
        <p:spPr>
          <a:xfrm xmlns:a="http://schemas.openxmlformats.org/drawingml/2006/main">
            <a:off x="1150144" y="990600"/>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43d311cc1fe04e40">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F7A6790-FE35-420B-A79B-18C97A71886D}"/>
              </a:ext>
            </a:extLst>
          </p:cNvPr>
          <p:cNvSpPr>
            <a:spLocks xmlns:a="http://schemas.openxmlformats.org/drawingml/2006/main" noGrp="1"/>
          </p:cNvSpPr>
          <p:nvPr/>
        </p:nvSpPr>
        <p:spPr>
          <a:xfrm xmlns:a="http://schemas.openxmlformats.org/drawingml/2006/main">
            <a:off x="1150144" y="983456"/>
            <a:ext cx="16002000" cy="778668"/>
          </a:xfrm>
          <a:custGeom xmlns:a="http://schemas.openxmlformats.org/drawingml/2006/main">
            <a:rect l="l" t="t" r="r" b="b"/>
            <a:pathLst>
              <a:path w="21336000" h="1038224">
                <a:moveTo>
                  <a:pt x="0" y="0"/>
                </a:moveTo>
                <a:lnTo>
                  <a:pt x="21336000" y="0"/>
                </a:lnTo>
                <a:lnTo>
                  <a:pt x="21336000" y="1038224"/>
                </a:lnTo>
                <a:lnTo>
                  <a:pt x="0" y="1038224"/>
                </a:lnTo>
                <a:close/>
              </a:path>
            </a:pathLst>
          </a:custGeom>
          <a:blipFill xmlns:a="http://schemas.openxmlformats.org/drawingml/2006/main">
            <a:blip xmlns:r="http://schemas.openxmlformats.org/officeDocument/2006/relationships" r:embed="R2063805dac8041e9">
              <a:alphaModFix amt="0"/>
            </a:blip>
            <a:stretch>
              <a:fillRect l="0" t="-350426" r="0" b="-350426"/>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1E2E7619-6FA3-47FB-86CA-79C1F7A957E9}"/>
              </a:ext>
            </a:extLst>
          </p:cNvPr>
          <p:cNvSpPr>
            <a:spLocks xmlns:a="http://schemas.openxmlformats.org/drawingml/2006/main" noGrp="1"/>
          </p:cNvSpPr>
          <p:nvPr/>
        </p:nvSpPr>
        <p:spPr>
          <a:xfrm xmlns:a="http://schemas.openxmlformats.org/drawingml/2006/main">
            <a:off x="1150144" y="976313"/>
            <a:ext cx="16002000" cy="78581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Tlab 돋움 미디움"/>
                <a:ea typeface="Tlab 돋움 미디움"/>
                <a:cs typeface="Tlab 돋움 미디움"/>
              </a:rPr>
              <a:t>프로젝트 1 산출물 → 프로젝트 2 서비스로 이어집니다</a:t>
            </a:r>
          </a:p>
        </p:txBody>
      </p:sp>
      <p:sp>
        <p:nvSpPr>
          <p:cNvPr id="14" name="Freeform 14">
            <a:extLst xmlns:a="http://schemas.openxmlformats.org/drawingml/2006/main">
              <a:ext uri="{FF2B5EF4-FFF2-40B4-BE49-F238E27FC236}">
                <a16:creationId xmlns:a16="http://schemas.microsoft.com/office/drawing/2014/main" id="{2FA22761-260B-44BB-A2CA-A6B18621964B}"/>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5EAA810D-3AEE-481E-BD3E-6949D0149242}"/>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8" name="Freeform 18">
            <a:extLst xmlns:a="http://schemas.openxmlformats.org/drawingml/2006/main">
              <a:ext uri="{FF2B5EF4-FFF2-40B4-BE49-F238E27FC236}">
                <a16:creationId xmlns:a16="http://schemas.microsoft.com/office/drawing/2014/main" id="{E1C08A19-7E55-4C6E-9867-944917DA063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43d311cc1fe04e40">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0" name="Freeform 20">
            <a:extLst xmlns:a="http://schemas.openxmlformats.org/drawingml/2006/main">
              <a:ext uri="{FF2B5EF4-FFF2-40B4-BE49-F238E27FC236}">
                <a16:creationId xmlns:a16="http://schemas.microsoft.com/office/drawing/2014/main" id="{CBD621C5-EBFF-4E4D-873D-540C59384EFD}"/>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2063805dac8041e9">
              <a:alphaModFix amt="0"/>
            </a:blip>
            <a:stretch>
              <a:fillRect l="0" t="-577851" r="0" b="-577851"/>
            </a:stretch>
          </a:blipFill>
        </p:spPr>
        <p:txBody>
          <a:bodyPr xmlns:a="http://schemas.openxmlformats.org/drawingml/2006/main"/>
          <a:lstStyle xmlns:a="http://schemas.openxmlformats.org/drawingml/2006/main"/>
          <a:p xmlns:a="http://schemas.openxmlformats.org/drawingml/2006/main"/>
        </p:txBody>
      </p:sp>
      <p:sp>
        <p:nvSpPr>
          <p:cNvPr id="21" name="TextBox 21">
            <a:extLst xmlns:a="http://schemas.openxmlformats.org/drawingml/2006/main">
              <a:ext uri="{FF2B5EF4-FFF2-40B4-BE49-F238E27FC236}">
                <a16:creationId xmlns:a16="http://schemas.microsoft.com/office/drawing/2014/main" id="{2AA1DF59-D0C3-45AF-A517-4F47543F817F}"/>
              </a:ext>
            </a:extLst>
          </p:cNvPr>
          <p:cNvSpPr>
            <a:spLocks xmlns:a="http://schemas.openxmlformats.org/drawingml/2006/main" noGrp="1"/>
          </p:cNvSpPr>
          <p:nvPr/>
        </p:nvSpPr>
        <p:spPr>
          <a:xfrm xmlns:a="http://schemas.openxmlformats.org/drawingml/2006/main">
            <a:off x="857250" y="9644062"/>
            <a:ext cx="8286750" cy="2571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Tlab 돋움 미디움"/>
                <a:ea typeface="Tlab 돋움 미디움"/>
                <a:cs typeface="Tlab 돋움 미디움"/>
              </a:rPr>
              <a:t>KDIC AI 챗봇 서비스 구축 | 와쿠와쿠 6조</a:t>
            </a:r>
          </a:p>
        </p:txBody>
      </p:sp>
      <p:sp>
        <p:nvSpPr>
          <p:cNvPr id="23" name="Freeform 23">
            <a:extLst xmlns:a="http://schemas.openxmlformats.org/drawingml/2006/main">
              <a:ext uri="{FF2B5EF4-FFF2-40B4-BE49-F238E27FC236}">
                <a16:creationId xmlns:a16="http://schemas.microsoft.com/office/drawing/2014/main" id="{B910565B-6742-4BA5-AFD2-8BDD54627C66}"/>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43d311cc1fe04e40">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42E7DE79-52BE-4919-82D0-25729CD74DC9}"/>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2063805dac8041e9">
              <a:alphaModFix amt="0"/>
            </a:blip>
            <a:stretch>
              <a:fillRect l="0" t="-25775" r="0" b="-2577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6479ED0E-2D2E-4F90-8210-25AE90EFA4BD}"/>
              </a:ext>
            </a:extLst>
          </p:cNvPr>
          <p:cNvSpPr>
            <a:spLocks xmlns:a="http://schemas.openxmlformats.org/drawingml/2006/main" noGrp="1"/>
          </p:cNvSpPr>
          <p:nvPr/>
        </p:nvSpPr>
        <p:spPr>
          <a:xfrm xmlns:a="http://schemas.openxmlformats.org/drawingml/2006/main">
            <a:off x="16430625" y="9644062"/>
            <a:ext cx="1000125" cy="2571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a:solidFill>
                  <a:srgbClr val="2E63B7"/>
                </a:solidFill>
                <a:latin typeface="Tlab 돋움 미디움"/>
                <a:ea typeface="Tlab 돋움 미디움"/>
                <a:cs typeface="Tlab 돋움 미디움"/>
              </a:rPr>
              <a:t>05</a:t>
            </a:r>
          </a:p>
        </p:txBody>
      </p:sp>
      <p:sp>
        <p:nvSpPr>
          <p:cNvPr id="27" name="Freeform 27">
            <a:extLst xmlns:a="http://schemas.openxmlformats.org/drawingml/2006/main">
              <a:ext uri="{FF2B5EF4-FFF2-40B4-BE49-F238E27FC236}">
                <a16:creationId xmlns:a16="http://schemas.microsoft.com/office/drawing/2014/main" id="{D8526458-1B94-4BA2-9113-94F9204F1746}"/>
              </a:ext>
            </a:extLst>
          </p:cNvPr>
          <p:cNvSpPr>
            <a:spLocks xmlns:a="http://schemas.openxmlformats.org/drawingml/2006/main" noGrp="1"/>
          </p:cNvSpPr>
          <p:nvPr/>
        </p:nvSpPr>
        <p:spPr>
          <a:xfrm xmlns:a="http://schemas.openxmlformats.org/drawingml/2006/main">
            <a:off x="1211780" y="2474119"/>
            <a:ext cx="6595643" cy="5398294"/>
          </a:xfrm>
          <a:custGeom xmlns:a="http://schemas.openxmlformats.org/drawingml/2006/main">
            <a:rect l="l" t="t" r="r" b="b"/>
            <a:pathLst>
              <a:path w="6595643" h="5398294">
                <a:moveTo>
                  <a:pt x="0" y="0"/>
                </a:moveTo>
                <a:lnTo>
                  <a:pt x="6595643" y="0"/>
                </a:lnTo>
                <a:lnTo>
                  <a:pt x="6595643" y="5398293"/>
                </a:lnTo>
                <a:lnTo>
                  <a:pt x="0" y="5398293"/>
                </a:lnTo>
                <a:lnTo>
                  <a:pt x="0" y="0"/>
                </a:lnTo>
                <a:close/>
              </a:path>
            </a:pathLst>
          </a:custGeom>
          <a:blipFill xmlns:a="http://schemas.openxmlformats.org/drawingml/2006/main">
            <a:blip xmlns:r="http://schemas.openxmlformats.org/officeDocument/2006/relationships" r:embed="R4285906e226d4c88">
              <a:extLst>
                <a:ext uri="{96DAC541-7B7A-43D3-8B79-37D633B846F1}">
                  <asvg:svgBlip xmlns:asvg="http://schemas.microsoft.com/office/drawing/2016/SVG/main" r:embed="R008503cfe4564e61"/>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29" name="Freeform 29">
            <a:extLst xmlns:a="http://schemas.openxmlformats.org/drawingml/2006/main">
              <a:ext uri="{FF2B5EF4-FFF2-40B4-BE49-F238E27FC236}">
                <a16:creationId xmlns:a16="http://schemas.microsoft.com/office/drawing/2014/main" id="{1899F57B-1880-44E6-8987-0730E3006243}"/>
              </a:ext>
            </a:extLst>
          </p:cNvPr>
          <p:cNvSpPr>
            <a:spLocks xmlns:a="http://schemas.openxmlformats.org/drawingml/2006/main" noGrp="1"/>
          </p:cNvSpPr>
          <p:nvPr/>
        </p:nvSpPr>
        <p:spPr>
          <a:xfrm xmlns:a="http://schemas.openxmlformats.org/drawingml/2006/main">
            <a:off x="1460373" y="2942654"/>
            <a:ext cx="5511165" cy="548640"/>
          </a:xfrm>
          <a:custGeom xmlns:a="http://schemas.openxmlformats.org/drawingml/2006/main">
            <a:rect l="l" t="t" r="r" b="b"/>
            <a:pathLst>
              <a:path w="7348220" h="731520">
                <a:moveTo>
                  <a:pt x="0" y="0"/>
                </a:moveTo>
                <a:lnTo>
                  <a:pt x="7348220" y="0"/>
                </a:lnTo>
                <a:lnTo>
                  <a:pt x="7348220" y="731520"/>
                </a:lnTo>
                <a:lnTo>
                  <a:pt x="0" y="731520"/>
                </a:lnTo>
                <a:close/>
              </a:path>
            </a:pathLst>
          </a:custGeom>
          <a:blipFill xmlns:a="http://schemas.openxmlformats.org/drawingml/2006/main">
            <a:blip xmlns:r="http://schemas.openxmlformats.org/officeDocument/2006/relationships" r:embed="R43d311cc1fe04e40">
              <a:alphaModFix amt="0"/>
            </a:blip>
            <a:stretch>
              <a:fillRect l="0" t="-145593" r="0" b="-145593"/>
            </a:stretch>
          </a:blipFill>
        </p:spPr>
        <p:txBody>
          <a:bodyPr xmlns:a="http://schemas.openxmlformats.org/drawingml/2006/main"/>
          <a:lstStyle xmlns:a="http://schemas.openxmlformats.org/drawingml/2006/main"/>
          <a:p xmlns:a="http://schemas.openxmlformats.org/drawingml/2006/main"/>
        </p:txBody>
      </p:sp>
      <p:sp>
        <p:nvSpPr>
          <p:cNvPr id="31" name="Freeform 31">
            <a:extLst xmlns:a="http://schemas.openxmlformats.org/drawingml/2006/main">
              <a:ext uri="{FF2B5EF4-FFF2-40B4-BE49-F238E27FC236}">
                <a16:creationId xmlns:a16="http://schemas.microsoft.com/office/drawing/2014/main" id="{3680E78C-F588-4BF0-B3F2-6DB48BBC031E}"/>
              </a:ext>
            </a:extLst>
          </p:cNvPr>
          <p:cNvSpPr>
            <a:spLocks xmlns:a="http://schemas.openxmlformats.org/drawingml/2006/main" noGrp="1"/>
          </p:cNvSpPr>
          <p:nvPr/>
        </p:nvSpPr>
        <p:spPr>
          <a:xfrm xmlns:a="http://schemas.openxmlformats.org/drawingml/2006/main">
            <a:off x="1460373" y="2942654"/>
            <a:ext cx="5511165" cy="548639"/>
          </a:xfrm>
          <a:custGeom xmlns:a="http://schemas.openxmlformats.org/drawingml/2006/main">
            <a:rect l="l" t="t" r="r" b="b"/>
            <a:pathLst>
              <a:path w="7348220" h="731519">
                <a:moveTo>
                  <a:pt x="0" y="0"/>
                </a:moveTo>
                <a:lnTo>
                  <a:pt x="7348220" y="0"/>
                </a:lnTo>
                <a:lnTo>
                  <a:pt x="7348220" y="731519"/>
                </a:lnTo>
                <a:lnTo>
                  <a:pt x="0" y="731519"/>
                </a:lnTo>
                <a:close/>
              </a:path>
            </a:pathLst>
          </a:custGeom>
          <a:blipFill xmlns:a="http://schemas.openxmlformats.org/drawingml/2006/main">
            <a:blip xmlns:r="http://schemas.openxmlformats.org/officeDocument/2006/relationships" r:embed="R2063805dac8041e9">
              <a:alphaModFix amt="0"/>
            </a:blip>
            <a:stretch>
              <a:fillRect l="0" t="-145730" r="0" b="-145730"/>
            </a:stretch>
          </a:blipFill>
        </p:spPr>
        <p:txBody>
          <a:bodyPr xmlns:a="http://schemas.openxmlformats.org/drawingml/2006/main"/>
          <a:lstStyle xmlns:a="http://schemas.openxmlformats.org/drawingml/2006/main"/>
          <a:p xmlns:a="http://schemas.openxmlformats.org/drawingml/2006/main"/>
        </p:txBody>
      </p:sp>
      <p:sp>
        <p:nvSpPr>
          <p:cNvPr id="32" name="TextBox 32">
            <a:extLst xmlns:a="http://schemas.openxmlformats.org/drawingml/2006/main">
              <a:ext uri="{FF2B5EF4-FFF2-40B4-BE49-F238E27FC236}">
                <a16:creationId xmlns:a16="http://schemas.microsoft.com/office/drawing/2014/main" id="{D7954536-3EEE-4B4D-B0AC-1FBDBDFF6558}"/>
              </a:ext>
            </a:extLst>
          </p:cNvPr>
          <p:cNvSpPr>
            <a:spLocks xmlns:a="http://schemas.openxmlformats.org/drawingml/2006/main" noGrp="1"/>
          </p:cNvSpPr>
          <p:nvPr/>
        </p:nvSpPr>
        <p:spPr>
          <a:xfrm xmlns:a="http://schemas.openxmlformats.org/drawingml/2006/main">
            <a:off x="1460373" y="2942654"/>
            <a:ext cx="5511165" cy="54864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283"/>
              </a:lnSpc>
              <a:buNone/>
            </a:pPr>
            <a:r>
              <a:rPr sz="2736">
                <a:solidFill>
                  <a:srgbClr val="2E63B7"/>
                </a:solidFill>
                <a:latin typeface="Tlab 돋움 미디움"/>
                <a:ea typeface="Tlab 돋움 미디움"/>
                <a:cs typeface="Tlab 돋움 미디움"/>
              </a:rPr>
              <a:t>프로젝트 1 | 데이터 기반</a:t>
            </a:r>
          </a:p>
        </p:txBody>
      </p:sp>
      <p:sp>
        <p:nvSpPr>
          <p:cNvPr id="34" name="Freeform 34">
            <a:extLst xmlns:a="http://schemas.openxmlformats.org/drawingml/2006/main">
              <a:ext uri="{FF2B5EF4-FFF2-40B4-BE49-F238E27FC236}">
                <a16:creationId xmlns:a16="http://schemas.microsoft.com/office/drawing/2014/main" id="{82451667-1AC6-4E23-9AFF-BAC2129ED510}"/>
              </a:ext>
            </a:extLst>
          </p:cNvPr>
          <p:cNvSpPr>
            <a:spLocks xmlns:a="http://schemas.openxmlformats.org/drawingml/2006/main" noGrp="1"/>
          </p:cNvSpPr>
          <p:nvPr/>
        </p:nvSpPr>
        <p:spPr>
          <a:xfrm xmlns:a="http://schemas.openxmlformats.org/drawingml/2006/main">
            <a:off x="7986712" y="4822698"/>
            <a:ext cx="1285875" cy="1093470"/>
          </a:xfrm>
          <a:custGeom xmlns:a="http://schemas.openxmlformats.org/drawingml/2006/main">
            <a:rect l="l" t="t" r="r" b="b"/>
            <a:pathLst>
              <a:path w="1714500" h="1457960">
                <a:moveTo>
                  <a:pt x="0" y="0"/>
                </a:moveTo>
                <a:lnTo>
                  <a:pt x="1714500" y="0"/>
                </a:lnTo>
                <a:lnTo>
                  <a:pt x="1714500" y="1457960"/>
                </a:lnTo>
                <a:lnTo>
                  <a:pt x="0" y="1457960"/>
                </a:lnTo>
                <a:close/>
              </a:path>
            </a:pathLst>
          </a:custGeom>
          <a:blipFill xmlns:a="http://schemas.openxmlformats.org/drawingml/2006/main">
            <a:blip xmlns:r="http://schemas.openxmlformats.org/officeDocument/2006/relationships" r:embed="R43d311cc1fe04e40">
              <a:alphaModFix amt="0"/>
            </a:blip>
            <a:stretch>
              <a:fillRect l="-59181" t="0" r="-59181" b="0"/>
            </a:stretch>
          </a:blipFill>
        </p:spPr>
        <p:txBody>
          <a:bodyPr xmlns:a="http://schemas.openxmlformats.org/drawingml/2006/main"/>
          <a:lstStyle xmlns:a="http://schemas.openxmlformats.org/drawingml/2006/main"/>
          <a:p xmlns:a="http://schemas.openxmlformats.org/drawingml/2006/main"/>
        </p:txBody>
      </p:sp>
      <p:sp>
        <p:nvSpPr>
          <p:cNvPr id="35" name="Freeform 35">
            <a:extLst xmlns:a="http://schemas.openxmlformats.org/drawingml/2006/main">
              <a:ext uri="{FF2B5EF4-FFF2-40B4-BE49-F238E27FC236}">
                <a16:creationId xmlns:a16="http://schemas.microsoft.com/office/drawing/2014/main" id="{94B79F8A-A911-4EDC-9BA6-E262A1530FD8}"/>
              </a:ext>
            </a:extLst>
          </p:cNvPr>
          <p:cNvSpPr>
            <a:spLocks xmlns:a="http://schemas.openxmlformats.org/drawingml/2006/main" noGrp="1"/>
          </p:cNvSpPr>
          <p:nvPr/>
        </p:nvSpPr>
        <p:spPr>
          <a:xfrm xmlns:a="http://schemas.openxmlformats.org/drawingml/2006/main">
            <a:off x="9344025" y="2474119"/>
            <a:ext cx="6817519" cy="5398294"/>
          </a:xfrm>
          <a:custGeom xmlns:a="http://schemas.openxmlformats.org/drawingml/2006/main">
            <a:rect l="l" t="t" r="r" b="b"/>
            <a:pathLst>
              <a:path w="6817519" h="5398294">
                <a:moveTo>
                  <a:pt x="0" y="0"/>
                </a:moveTo>
                <a:lnTo>
                  <a:pt x="6817519" y="0"/>
                </a:lnTo>
                <a:lnTo>
                  <a:pt x="6817519" y="5398293"/>
                </a:lnTo>
                <a:lnTo>
                  <a:pt x="0" y="5398293"/>
                </a:lnTo>
                <a:lnTo>
                  <a:pt x="0" y="0"/>
                </a:lnTo>
                <a:close/>
              </a:path>
            </a:pathLst>
          </a:custGeom>
          <a:blipFill xmlns:a="http://schemas.openxmlformats.org/drawingml/2006/main">
            <a:blip xmlns:r="http://schemas.openxmlformats.org/officeDocument/2006/relationships" r:embed="R707f64b391c5474d">
              <a:extLst>
                <a:ext uri="{96DAC541-7B7A-43D3-8B79-37D633B846F1}">
                  <asvg:svgBlip xmlns:asvg="http://schemas.microsoft.com/office/drawing/2016/SVG/main" r:embed="R30de6ade44974b6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7" name="Freeform 37">
            <a:extLst xmlns:a="http://schemas.openxmlformats.org/drawingml/2006/main">
              <a:ext uri="{FF2B5EF4-FFF2-40B4-BE49-F238E27FC236}">
                <a16:creationId xmlns:a16="http://schemas.microsoft.com/office/drawing/2014/main" id="{C1E0F70A-6D99-452A-AE3B-75642EF8C1DF}"/>
              </a:ext>
            </a:extLst>
          </p:cNvPr>
          <p:cNvSpPr>
            <a:spLocks xmlns:a="http://schemas.openxmlformats.org/drawingml/2006/main" noGrp="1"/>
          </p:cNvSpPr>
          <p:nvPr/>
        </p:nvSpPr>
        <p:spPr>
          <a:xfrm xmlns:a="http://schemas.openxmlformats.org/drawingml/2006/main">
            <a:off x="9672638" y="2995898"/>
            <a:ext cx="7086600" cy="548640"/>
          </a:xfrm>
          <a:custGeom xmlns:a="http://schemas.openxmlformats.org/drawingml/2006/main">
            <a:rect l="l" t="t" r="r" b="b"/>
            <a:pathLst>
              <a:path w="9448800" h="731520">
                <a:moveTo>
                  <a:pt x="0" y="0"/>
                </a:moveTo>
                <a:lnTo>
                  <a:pt x="9448800" y="0"/>
                </a:lnTo>
                <a:lnTo>
                  <a:pt x="9448800" y="731520"/>
                </a:lnTo>
                <a:lnTo>
                  <a:pt x="0" y="731520"/>
                </a:lnTo>
                <a:close/>
              </a:path>
            </a:pathLst>
          </a:custGeom>
          <a:blipFill xmlns:a="http://schemas.openxmlformats.org/drawingml/2006/main">
            <a:blip xmlns:r="http://schemas.openxmlformats.org/officeDocument/2006/relationships" r:embed="R43d311cc1fe04e40">
              <a:alphaModFix amt="0"/>
            </a:blip>
            <a:stretch>
              <a:fillRect l="0" t="-201506" r="0" b="-201506"/>
            </a:stretch>
          </a:blipFill>
        </p:spPr>
        <p:txBody>
          <a:bodyPr xmlns:a="http://schemas.openxmlformats.org/drawingml/2006/main"/>
          <a:lstStyle xmlns:a="http://schemas.openxmlformats.org/drawingml/2006/main"/>
          <a:p xmlns:a="http://schemas.openxmlformats.org/drawingml/2006/main"/>
        </p:txBody>
      </p:sp>
      <p:sp>
        <p:nvSpPr>
          <p:cNvPr id="39" name="Freeform 39">
            <a:extLst xmlns:a="http://schemas.openxmlformats.org/drawingml/2006/main">
              <a:ext uri="{FF2B5EF4-FFF2-40B4-BE49-F238E27FC236}">
                <a16:creationId xmlns:a16="http://schemas.microsoft.com/office/drawing/2014/main" id="{F2ECAFA8-FA72-41C4-8CE3-7C97168C66E9}"/>
              </a:ext>
            </a:extLst>
          </p:cNvPr>
          <p:cNvSpPr>
            <a:spLocks xmlns:a="http://schemas.openxmlformats.org/drawingml/2006/main" noGrp="1"/>
          </p:cNvSpPr>
          <p:nvPr/>
        </p:nvSpPr>
        <p:spPr>
          <a:xfrm xmlns:a="http://schemas.openxmlformats.org/drawingml/2006/main">
            <a:off x="9672638" y="2995898"/>
            <a:ext cx="7086600" cy="548639"/>
          </a:xfrm>
          <a:custGeom xmlns:a="http://schemas.openxmlformats.org/drawingml/2006/main">
            <a:rect l="l" t="t" r="r" b="b"/>
            <a:pathLst>
              <a:path w="9448800" h="731519">
                <a:moveTo>
                  <a:pt x="0" y="0"/>
                </a:moveTo>
                <a:lnTo>
                  <a:pt x="9448800" y="0"/>
                </a:lnTo>
                <a:lnTo>
                  <a:pt x="9448800" y="731519"/>
                </a:lnTo>
                <a:lnTo>
                  <a:pt x="0" y="731519"/>
                </a:lnTo>
                <a:close/>
              </a:path>
            </a:pathLst>
          </a:custGeom>
          <a:blipFill xmlns:a="http://schemas.openxmlformats.org/drawingml/2006/main">
            <a:blip xmlns:r="http://schemas.openxmlformats.org/officeDocument/2006/relationships" r:embed="R2063805dac8041e9">
              <a:alphaModFix amt="0"/>
            </a:blip>
            <a:stretch>
              <a:fillRect l="0" t="-201682" r="0" b="-201682"/>
            </a:stretch>
          </a:blipFill>
        </p:spPr>
        <p:txBody>
          <a:bodyPr xmlns:a="http://schemas.openxmlformats.org/drawingml/2006/main"/>
          <a:lstStyle xmlns:a="http://schemas.openxmlformats.org/drawingml/2006/main"/>
          <a:p xmlns:a="http://schemas.openxmlformats.org/drawingml/2006/main"/>
        </p:txBody>
      </p:sp>
      <p:sp>
        <p:nvSpPr>
          <p:cNvPr id="40" name="TextBox 40">
            <a:extLst xmlns:a="http://schemas.openxmlformats.org/drawingml/2006/main">
              <a:ext uri="{FF2B5EF4-FFF2-40B4-BE49-F238E27FC236}">
                <a16:creationId xmlns:a16="http://schemas.microsoft.com/office/drawing/2014/main" id="{EE02DD44-F032-47FD-88E3-80545F78BDE3}"/>
              </a:ext>
            </a:extLst>
          </p:cNvPr>
          <p:cNvSpPr>
            <a:spLocks xmlns:a="http://schemas.openxmlformats.org/drawingml/2006/main" noGrp="1"/>
          </p:cNvSpPr>
          <p:nvPr/>
        </p:nvSpPr>
        <p:spPr>
          <a:xfrm xmlns:a="http://schemas.openxmlformats.org/drawingml/2006/main">
            <a:off x="9672638" y="2995898"/>
            <a:ext cx="7086600" cy="54864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283"/>
              </a:lnSpc>
              <a:buNone/>
            </a:pPr>
            <a:r>
              <a:rPr sz="2736">
                <a:solidFill>
                  <a:srgbClr val="2E63B7"/>
                </a:solidFill>
                <a:latin typeface="Tlab 돋움 미디움"/>
                <a:ea typeface="Tlab 돋움 미디움"/>
                <a:cs typeface="Tlab 돋움 미디움"/>
              </a:rPr>
              <a:t>프로젝트 2 | 서비스 전환</a:t>
            </a:r>
          </a:p>
        </p:txBody>
      </p:sp>
      <p:sp>
        <p:nvSpPr>
          <p:cNvPr id="41" name="Freeform 41">
            <a:extLst xmlns:a="http://schemas.openxmlformats.org/drawingml/2006/main">
              <a:ext uri="{FF2B5EF4-FFF2-40B4-BE49-F238E27FC236}">
                <a16:creationId xmlns:a16="http://schemas.microsoft.com/office/drawing/2014/main" id="{83EC5A51-F46E-4451-9F6A-C748E55CBCC0}"/>
              </a:ext>
            </a:extLst>
          </p:cNvPr>
          <p:cNvSpPr>
            <a:spLocks xmlns:a="http://schemas.openxmlformats.org/drawingml/2006/main" noGrp="1"/>
          </p:cNvSpPr>
          <p:nvPr/>
        </p:nvSpPr>
        <p:spPr>
          <a:xfrm xmlns:a="http://schemas.openxmlformats.org/drawingml/2006/main">
            <a:off x="628650" y="8272462"/>
            <a:ext cx="16459200" cy="1028700"/>
          </a:xfrm>
          <a:custGeom xmlns:a="http://schemas.openxmlformats.org/drawingml/2006/main">
            <a:rect l="l" t="t" r="r" b="b"/>
            <a:pathLst>
              <a:path w="16459200" h="1028700">
                <a:moveTo>
                  <a:pt x="0" y="0"/>
                </a:moveTo>
                <a:lnTo>
                  <a:pt x="16459200" y="0"/>
                </a:lnTo>
                <a:lnTo>
                  <a:pt x="16459200" y="1028700"/>
                </a:lnTo>
                <a:lnTo>
                  <a:pt x="0" y="1028700"/>
                </a:lnTo>
                <a:lnTo>
                  <a:pt x="0" y="0"/>
                </a:lnTo>
                <a:close/>
              </a:path>
            </a:pathLst>
          </a:custGeom>
          <a:blipFill xmlns:a="http://schemas.openxmlformats.org/drawingml/2006/main">
            <a:blip xmlns:r="http://schemas.openxmlformats.org/officeDocument/2006/relationships" r:embed="R7f4054b61fc349ec">
              <a:extLst>
                <a:ext uri="{96DAC541-7B7A-43D3-8B79-37D633B846F1}">
                  <asvg:svgBlip xmlns:asvg="http://schemas.microsoft.com/office/drawing/2016/SVG/main" r:embed="R78835fdb67674df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3" name="Freeform 43">
            <a:extLst xmlns:a="http://schemas.openxmlformats.org/drawingml/2006/main">
              <a:ext uri="{FF2B5EF4-FFF2-40B4-BE49-F238E27FC236}">
                <a16:creationId xmlns:a16="http://schemas.microsoft.com/office/drawing/2014/main" id="{CD8C0530-757B-4024-8906-0ABF27F80F59}"/>
              </a:ext>
            </a:extLst>
          </p:cNvPr>
          <p:cNvSpPr>
            <a:spLocks xmlns:a="http://schemas.openxmlformats.org/drawingml/2006/main" noGrp="1"/>
          </p:cNvSpPr>
          <p:nvPr/>
        </p:nvSpPr>
        <p:spPr>
          <a:xfrm xmlns:a="http://schemas.openxmlformats.org/drawingml/2006/main">
            <a:off x="6537093" y="8372475"/>
            <a:ext cx="5313807" cy="828675"/>
          </a:xfrm>
          <a:custGeom xmlns:a="http://schemas.openxmlformats.org/drawingml/2006/main">
            <a:rect l="l" t="t" r="r" b="b"/>
            <a:pathLst>
              <a:path w="7085076" h="1104900">
                <a:moveTo>
                  <a:pt x="0" y="0"/>
                </a:moveTo>
                <a:lnTo>
                  <a:pt x="7085076" y="0"/>
                </a:lnTo>
                <a:lnTo>
                  <a:pt x="7085076" y="1104900"/>
                </a:lnTo>
                <a:lnTo>
                  <a:pt x="0" y="1104900"/>
                </a:lnTo>
                <a:close/>
              </a:path>
            </a:pathLst>
          </a:custGeom>
          <a:blipFill xmlns:a="http://schemas.openxmlformats.org/drawingml/2006/main">
            <a:blip xmlns:r="http://schemas.openxmlformats.org/officeDocument/2006/relationships" r:embed="R43d311cc1fe04e40">
              <a:alphaModFix amt="0"/>
            </a:blip>
            <a:stretch>
              <a:fillRect l="0" t="-74859" r="0" b="-74859"/>
            </a:stretch>
          </a:blipFill>
        </p:spPr>
        <p:txBody>
          <a:bodyPr xmlns:a="http://schemas.openxmlformats.org/drawingml/2006/main"/>
          <a:lstStyle xmlns:a="http://schemas.openxmlformats.org/drawingml/2006/main"/>
          <a:p xmlns:a="http://schemas.openxmlformats.org/drawingml/2006/main"/>
        </p:txBody>
      </p:sp>
      <p:sp>
        <p:nvSpPr>
          <p:cNvPr id="45" name="Freeform 45">
            <a:extLst xmlns:a="http://schemas.openxmlformats.org/drawingml/2006/main">
              <a:ext uri="{FF2B5EF4-FFF2-40B4-BE49-F238E27FC236}">
                <a16:creationId xmlns:a16="http://schemas.microsoft.com/office/drawing/2014/main" id="{3C0D2115-19BF-4B67-AB3C-CDCB66A00296}"/>
              </a:ext>
            </a:extLst>
          </p:cNvPr>
          <p:cNvSpPr>
            <a:spLocks xmlns:a="http://schemas.openxmlformats.org/drawingml/2006/main" noGrp="1"/>
          </p:cNvSpPr>
          <p:nvPr/>
        </p:nvSpPr>
        <p:spPr>
          <a:xfrm xmlns:a="http://schemas.openxmlformats.org/drawingml/2006/main">
            <a:off x="6537093" y="8365331"/>
            <a:ext cx="5313826" cy="835818"/>
          </a:xfrm>
          <a:custGeom xmlns:a="http://schemas.openxmlformats.org/drawingml/2006/main">
            <a:rect l="l" t="t" r="r" b="b"/>
            <a:pathLst>
              <a:path w="7085102" h="1114424">
                <a:moveTo>
                  <a:pt x="0" y="0"/>
                </a:moveTo>
                <a:lnTo>
                  <a:pt x="7085102" y="0"/>
                </a:lnTo>
                <a:lnTo>
                  <a:pt x="7085102" y="1114424"/>
                </a:lnTo>
                <a:lnTo>
                  <a:pt x="0" y="1114424"/>
                </a:lnTo>
                <a:close/>
              </a:path>
            </a:pathLst>
          </a:custGeom>
          <a:blipFill xmlns:a="http://schemas.openxmlformats.org/drawingml/2006/main">
            <a:blip xmlns:r="http://schemas.openxmlformats.org/officeDocument/2006/relationships" r:embed="R2063805dac8041e9">
              <a:alphaModFix amt="0"/>
            </a:blip>
            <a:stretch>
              <a:fillRect l="0" t="-73878" r="0" b="-73878"/>
            </a:stretch>
          </a:blipFill>
        </p:spPr>
        <p:txBody>
          <a:bodyPr xmlns:a="http://schemas.openxmlformats.org/drawingml/2006/main"/>
          <a:lstStyle xmlns:a="http://schemas.openxmlformats.org/drawingml/2006/main"/>
          <a:p xmlns:a="http://schemas.openxmlformats.org/drawingml/2006/main"/>
        </p:txBody>
      </p:sp>
      <p:sp>
        <p:nvSpPr>
          <p:cNvPr id="46" name="TextBox 46">
            <a:extLst xmlns:a="http://schemas.openxmlformats.org/drawingml/2006/main">
              <a:ext uri="{FF2B5EF4-FFF2-40B4-BE49-F238E27FC236}">
                <a16:creationId xmlns:a16="http://schemas.microsoft.com/office/drawing/2014/main" id="{68B75C9F-6EBA-4C17-B909-1BCCD96C17DC}"/>
              </a:ext>
            </a:extLst>
          </p:cNvPr>
          <p:cNvSpPr>
            <a:spLocks xmlns:a="http://schemas.openxmlformats.org/drawingml/2006/main" noGrp="1"/>
          </p:cNvSpPr>
          <p:nvPr/>
        </p:nvSpPr>
        <p:spPr>
          <a:xfrm xmlns:a="http://schemas.openxmlformats.org/drawingml/2006/main">
            <a:off x="6537093" y="8358188"/>
            <a:ext cx="5313826" cy="84296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224"/>
              </a:lnSpc>
              <a:buNone/>
            </a:pPr>
            <a:r>
              <a:rPr sz="2687">
                <a:solidFill>
                  <a:srgbClr val="202020"/>
                </a:solidFill>
                <a:latin typeface="Tlab 돋움 미디움"/>
                <a:ea typeface="Tlab 돋움 미디움"/>
                <a:cs typeface="Tlab 돋움 미디움"/>
              </a:rPr>
              <a:t>프로젝트 1 보고서 작성 및 데이터 산출물 정리 완료</a:t>
            </a:r>
          </a:p>
        </p:txBody>
      </p:sp>
      <p:sp>
        <p:nvSpPr>
          <p:cNvPr id="48" name="Freeform 48">
            <a:extLst xmlns:a="http://schemas.openxmlformats.org/drawingml/2006/main">
              <a:ext uri="{FF2B5EF4-FFF2-40B4-BE49-F238E27FC236}">
                <a16:creationId xmlns:a16="http://schemas.microsoft.com/office/drawing/2014/main" id="{6E7032C6-3B39-4FB9-89B0-E3033AA807EE}"/>
              </a:ext>
            </a:extLst>
          </p:cNvPr>
          <p:cNvSpPr>
            <a:spLocks xmlns:a="http://schemas.openxmlformats.org/drawingml/2006/main" noGrp="1"/>
          </p:cNvSpPr>
          <p:nvPr/>
        </p:nvSpPr>
        <p:spPr>
          <a:xfrm xmlns:a="http://schemas.openxmlformats.org/drawingml/2006/main">
            <a:off x="8166745" y="4795237"/>
            <a:ext cx="817911" cy="817911"/>
          </a:xfrm>
          <a:custGeom xmlns:a="http://schemas.openxmlformats.org/drawingml/2006/main">
            <a:rect l="l" t="t" r="r" b="b"/>
            <a:pathLst>
              <a:path w="1090549" h="1090549">
                <a:moveTo>
                  <a:pt x="1090549" y="545338"/>
                </a:moveTo>
                <a:lnTo>
                  <a:pt x="545338" y="0"/>
                </a:lnTo>
                <a:lnTo>
                  <a:pt x="545338" y="272669"/>
                </a:lnTo>
                <a:lnTo>
                  <a:pt x="0" y="272669"/>
                </a:lnTo>
                <a:lnTo>
                  <a:pt x="0" y="818007"/>
                </a:lnTo>
                <a:lnTo>
                  <a:pt x="545338" y="818007"/>
                </a:lnTo>
                <a:lnTo>
                  <a:pt x="545338" y="1090549"/>
                </a:lnTo>
                <a:lnTo>
                  <a:pt x="1090549" y="545338"/>
                </a:lnTo>
                <a:close/>
              </a:path>
            </a:pathLst>
          </a:custGeom>
          <a:solidFill xmlns:a="http://schemas.openxmlformats.org/drawingml/2006/main">
            <a:srgbClr val="C8D1D9"/>
          </a:solidFill>
        </p:spPr>
        <p:txBody>
          <a:bodyPr xmlns:a="http://schemas.openxmlformats.org/drawingml/2006/main"/>
          <a:lstStyle xmlns:a="http://schemas.openxmlformats.org/drawingml/2006/main"/>
          <a:p xmlns:a="http://schemas.openxmlformats.org/drawingml/2006/main"/>
        </p:txBody>
      </p:sp>
      <p:sp>
        <p:nvSpPr>
          <p:cNvPr id="49" name="TextBox 49">
            <a:extLst xmlns:a="http://schemas.openxmlformats.org/drawingml/2006/main">
              <a:ext uri="{FF2B5EF4-FFF2-40B4-BE49-F238E27FC236}">
                <a16:creationId xmlns:a16="http://schemas.microsoft.com/office/drawing/2014/main" id="{60822ACF-A405-41CA-A3F9-8A1148D088BF}"/>
              </a:ext>
            </a:extLst>
          </p:cNvPr>
          <p:cNvSpPr>
            <a:spLocks xmlns:a="http://schemas.openxmlformats.org/drawingml/2006/main" noGrp="1"/>
          </p:cNvSpPr>
          <p:nvPr/>
        </p:nvSpPr>
        <p:spPr>
          <a:xfrm xmlns:a="http://schemas.openxmlformats.org/drawingml/2006/main">
            <a:off x="1324537" y="3743992"/>
            <a:ext cx="5890651" cy="3785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6개 업무 도메인 42건 URL 확정 및 크롤링 완료(41건)</a:t>
            </a:r>
          </a:p>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HTML → Markdown 결정론적 변환, 표/이미지/첨부파일/링크 보존</a:t>
            </a:r>
          </a:p>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business_function/sub_category/parent_doc_id 계층 메타데이터</a:t>
            </a:r>
          </a:p>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헤더기준+overlap 청킹(chunks.jsonl), documents/chunks/resource_groups/attachments DB 스키마 설계</a:t>
            </a:r>
          </a:p>
        </p:txBody>
      </p:sp>
      <p:sp>
        <p:nvSpPr>
          <p:cNvPr id="50" name="TextBox 50">
            <a:extLst xmlns:a="http://schemas.openxmlformats.org/drawingml/2006/main">
              <a:ext uri="{FF2B5EF4-FFF2-40B4-BE49-F238E27FC236}">
                <a16:creationId xmlns:a16="http://schemas.microsoft.com/office/drawing/2014/main" id="{2A792BE3-17B5-41CC-954C-69AC6DEDCEB8}"/>
              </a:ext>
            </a:extLst>
          </p:cNvPr>
          <p:cNvSpPr>
            <a:spLocks xmlns:a="http://schemas.openxmlformats.org/drawingml/2006/main" noGrp="1"/>
          </p:cNvSpPr>
          <p:nvPr/>
        </p:nvSpPr>
        <p:spPr>
          <a:xfrm xmlns:a="http://schemas.openxmlformats.org/drawingml/2006/main">
            <a:off x="9625012" y="3775519"/>
            <a:ext cx="6156569" cy="372656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청킹된 chunks.jsonl → bge-m3로 임베딩해 검색(Dense retrieval) 대상으로 활용</a:t>
            </a:r>
          </a:p>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business_function 메타데이터 → 질의 시 업무 필터링 근거로 활용</a:t>
            </a:r>
          </a:p>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parent_doc_id → 답변 생성 시 원본 문맥 확장(Parent-Child Retrieval)에 활용</a:t>
            </a:r>
          </a:p>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source_url/breadcrumb → 답변의 출처 표시에 그대로 활용</a:t>
            </a:r>
          </a:p>
          <a:p xmlns:a="http://schemas.openxmlformats.org/drawingml/2006/main">
            <a:pPr marL="525657" lvl="2" indent="-175219" algn="l">
              <a:lnSpc>
                <a:spcPts val="2966"/>
              </a:lnSpc>
              <a:buFont typeface="Arial"/>
              <a:buChar char="⚬"/>
            </a:pPr>
            <a:r>
              <a:rPr sz="2299">
                <a:solidFill>
                  <a:srgbClr val="666B73"/>
                </a:solidFill>
                <a:latin typeface="Tlab 돋움 미디움"/>
                <a:ea typeface="Tlab 돋움 미디움"/>
                <a:cs typeface="Tlab 돋움 미디움"/>
              </a:rPr>
              <a:t>attachments 메타데이터 → 민원처리 응답(서류 다운로드 안내)에 활용</a:t>
            </a:r>
          </a:p>
        </p:txBody>
      </p:sp>
    </p:spTree>
    <p:extLst>
      <p:ext uri="{BB962C8B-B14F-4D97-AF65-F5344CB8AC3E}">
        <p14:creationId xmlns:p14="http://schemas.microsoft.com/office/powerpoint/2010/main" val="941857222"/>
      </p:ext>
    </p:extLst>
  </p:cSld>
</p:sld>
</file>

<file path=ppt/slides/slide6.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5B75848-722E-426E-A7B6-9C671701CF46}"/>
              </a:ext>
            </a:extLst>
          </p:cNvPr>
          <p:cNvSpPr>
            <a:spLocks xmlns:a="http://schemas.openxmlformats.org/drawingml/2006/main" noGrp="1"/>
          </p:cNvSpPr>
          <p:nvPr/>
        </p:nvSpPr>
        <p:spPr>
          <a:xfrm xmlns:a="http://schemas.openxmlformats.org/drawingml/2006/main">
            <a:off x="2671762" y="2185988"/>
            <a:ext cx="12944475" cy="5372100"/>
          </a:xfrm>
          <a:custGeom xmlns:a="http://schemas.openxmlformats.org/drawingml/2006/main">
            <a:rect l="l" t="t" r="r" b="b"/>
            <a:pathLst>
              <a:path w="12944475" h="5372100">
                <a:moveTo>
                  <a:pt x="0" y="0"/>
                </a:moveTo>
                <a:lnTo>
                  <a:pt x="12944476" y="0"/>
                </a:lnTo>
                <a:lnTo>
                  <a:pt x="12944476" y="5372100"/>
                </a:lnTo>
                <a:lnTo>
                  <a:pt x="0" y="5372100"/>
                </a:lnTo>
                <a:lnTo>
                  <a:pt x="0" y="0"/>
                </a:lnTo>
                <a:close/>
              </a:path>
            </a:pathLst>
          </a:custGeom>
          <a:blipFill xmlns:a="http://schemas.openxmlformats.org/drawingml/2006/main">
            <a:blip xmlns:r="http://schemas.openxmlformats.org/officeDocument/2006/relationships" r:embed="R1fee1fc715cc4c99">
              <a:extLst>
                <a:ext uri="{96DAC541-7B7A-43D3-8B79-37D633B846F1}">
                  <asvg:svgBlip xmlns:asvg="http://schemas.microsoft.com/office/drawing/2016/SVG/main" r:embed="Rd56f95fa7c48481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997A423D-6B15-4EDE-8C82-A0E54EEAFE4D}"/>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228600"/>
                </a:moveTo>
                <a:cubicBezTo>
                  <a:pt x="0" y="102362"/>
                  <a:pt x="102362" y="0"/>
                  <a:pt x="228600" y="0"/>
                </a:cubicBezTo>
                <a:lnTo>
                  <a:pt x="2819400" y="0"/>
                </a:lnTo>
                <a:cubicBezTo>
                  <a:pt x="2945638" y="0"/>
                  <a:pt x="3048000" y="102362"/>
                  <a:pt x="3048000" y="228600"/>
                </a:cubicBezTo>
                <a:lnTo>
                  <a:pt x="3048000" y="800100"/>
                </a:lnTo>
                <a:cubicBezTo>
                  <a:pt x="3048000" y="926338"/>
                  <a:pt x="2945638" y="1028700"/>
                  <a:pt x="2819400" y="1028700"/>
                </a:cubicBezTo>
                <a:lnTo>
                  <a:pt x="228600" y="1028700"/>
                </a:lnTo>
                <a:cubicBezTo>
                  <a:pt x="102362" y="1028700"/>
                  <a:pt x="0" y="926338"/>
                  <a:pt x="0" y="80010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E215B4B1-A244-4CDF-8F12-798A5D5EB437}"/>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0"/>
                </a:moveTo>
                <a:lnTo>
                  <a:pt x="3048000" y="0"/>
                </a:lnTo>
                <a:lnTo>
                  <a:pt x="3048000" y="1028700"/>
                </a:lnTo>
                <a:lnTo>
                  <a:pt x="0" y="1028700"/>
                </a:lnTo>
                <a:close/>
              </a:path>
            </a:pathLst>
          </a:custGeom>
          <a:blipFill xmlns:a="http://schemas.openxmlformats.org/drawingml/2006/main">
            <a:blip xmlns:r="http://schemas.openxmlformats.org/officeDocument/2006/relationships" r:embed="R4eb542e060404556">
              <a:alphaModFix amt="0"/>
            </a:blip>
            <a:stretch>
              <a:fillRect l="0" t="-7693" r="0" b="-7692"/>
            </a:stretch>
          </a:blipFill>
        </p:spPr>
        <p:txBody>
          <a:bodyPr xmlns:a="http://schemas.openxmlformats.org/drawingml/2006/main"/>
          <a:lstStyle xmlns:a="http://schemas.openxmlformats.org/drawingml/2006/main"/>
          <a:p xmlns:a="http://schemas.openxmlformats.org/drawingml/2006/main"/>
        </p:txBody>
      </p:sp>
      <p:sp>
        <p:nvSpPr>
          <p:cNvPr id="8" name="Freeform 8">
            <a:extLst xmlns:a="http://schemas.openxmlformats.org/drawingml/2006/main">
              <a:ext uri="{FF2B5EF4-FFF2-40B4-BE49-F238E27FC236}">
                <a16:creationId xmlns:a16="http://schemas.microsoft.com/office/drawing/2014/main" id="{9A7944BD-7C24-48A6-83B9-E1DEF0A7A92A}"/>
              </a:ext>
            </a:extLst>
          </p:cNvPr>
          <p:cNvSpPr>
            <a:spLocks xmlns:a="http://schemas.openxmlformats.org/drawingml/2006/main" noGrp="1"/>
          </p:cNvSpPr>
          <p:nvPr/>
        </p:nvSpPr>
        <p:spPr>
          <a:xfrm xmlns:a="http://schemas.openxmlformats.org/drawingml/2006/main">
            <a:off x="8001000" y="2657475"/>
            <a:ext cx="2286000" cy="800100"/>
          </a:xfrm>
          <a:custGeom xmlns:a="http://schemas.openxmlformats.org/drawingml/2006/main">
            <a:rect l="l" t="t" r="r" b="b"/>
            <a:pathLst>
              <a:path w="3048000" h="1066800">
                <a:moveTo>
                  <a:pt x="0" y="0"/>
                </a:moveTo>
                <a:lnTo>
                  <a:pt x="3048000" y="0"/>
                </a:lnTo>
                <a:lnTo>
                  <a:pt x="3048000" y="1066800"/>
                </a:lnTo>
                <a:lnTo>
                  <a:pt x="0" y="1066800"/>
                </a:lnTo>
                <a:close/>
              </a:path>
            </a:pathLst>
          </a:custGeom>
          <a:blipFill xmlns:a="http://schemas.openxmlformats.org/drawingml/2006/main">
            <a:blip xmlns:r="http://schemas.openxmlformats.org/officeDocument/2006/relationships" r:embed="R1fee1fc715cc4c99">
              <a:alphaModFix amt="0"/>
            </a:blip>
            <a:stretch>
              <a:fillRect l="0" t="-5671" r="0" b="-5671"/>
            </a:stretch>
          </a:blipFill>
        </p:spPr>
        <p:txBody>
          <a:bodyPr xmlns:a="http://schemas.openxmlformats.org/drawingml/2006/main"/>
          <a:lstStyle xmlns:a="http://schemas.openxmlformats.org/drawingml/2006/main"/>
          <a:p xmlns:a="http://schemas.openxmlformats.org/drawingml/2006/main"/>
        </p:txBody>
      </p:sp>
      <p:sp>
        <p:nvSpPr>
          <p:cNvPr id="9" name="TextBox 9">
            <a:extLst xmlns:a="http://schemas.openxmlformats.org/drawingml/2006/main">
              <a:ext uri="{FF2B5EF4-FFF2-40B4-BE49-F238E27FC236}">
                <a16:creationId xmlns:a16="http://schemas.microsoft.com/office/drawing/2014/main" id="{36C9D771-DD14-4276-97E1-C224101BC15E}"/>
              </a:ext>
            </a:extLst>
          </p:cNvPr>
          <p:cNvSpPr>
            <a:spLocks xmlns:a="http://schemas.openxmlformats.org/drawingml/2006/main" noGrp="1"/>
          </p:cNvSpPr>
          <p:nvPr/>
        </p:nvSpPr>
        <p:spPr>
          <a:xfrm xmlns:a="http://schemas.openxmlformats.org/drawingml/2006/main">
            <a:off x="8001000" y="2628900"/>
            <a:ext cx="2286000" cy="8286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160"/>
              </a:lnSpc>
              <a:buNone/>
            </a:pPr>
            <a:r>
              <a:rPr sz="1800" b="1">
                <a:solidFill>
                  <a:srgbClr val="FFFFFF"/>
                </a:solidFill>
                <a:latin typeface="Calibri (MS) Bold"/>
                <a:ea typeface="Calibri (MS) Bold"/>
                <a:cs typeface="Calibri (MS) Bold"/>
              </a:rPr>
              <a:t>SECTION 02</a:t>
            </a:r>
          </a:p>
        </p:txBody>
      </p:sp>
      <p:sp>
        <p:nvSpPr>
          <p:cNvPr id="11" name="Freeform 11">
            <a:extLst xmlns:a="http://schemas.openxmlformats.org/drawingml/2006/main">
              <a:ext uri="{FF2B5EF4-FFF2-40B4-BE49-F238E27FC236}">
                <a16:creationId xmlns:a16="http://schemas.microsoft.com/office/drawing/2014/main" id="{73291BE1-C11F-40DD-A214-CDED414794C7}"/>
              </a:ext>
            </a:extLst>
          </p:cNvPr>
          <p:cNvSpPr>
            <a:spLocks xmlns:a="http://schemas.openxmlformats.org/drawingml/2006/main" noGrp="1"/>
          </p:cNvSpPr>
          <p:nvPr/>
        </p:nvSpPr>
        <p:spPr>
          <a:xfrm xmlns:a="http://schemas.openxmlformats.org/drawingml/2006/main">
            <a:off x="3714750" y="3971925"/>
            <a:ext cx="10858500" cy="942975"/>
          </a:xfrm>
          <a:custGeom xmlns:a="http://schemas.openxmlformats.org/drawingml/2006/main">
            <a:rect l="l" t="t" r="r" b="b"/>
            <a:pathLst>
              <a:path w="14478000" h="1257300">
                <a:moveTo>
                  <a:pt x="0" y="0"/>
                </a:moveTo>
                <a:lnTo>
                  <a:pt x="14478000" y="0"/>
                </a:lnTo>
                <a:lnTo>
                  <a:pt x="14478000" y="1257300"/>
                </a:lnTo>
                <a:lnTo>
                  <a:pt x="0" y="1257300"/>
                </a:lnTo>
                <a:close/>
              </a:path>
            </a:pathLst>
          </a:custGeom>
          <a:blipFill xmlns:a="http://schemas.openxmlformats.org/drawingml/2006/main">
            <a:blip xmlns:r="http://schemas.openxmlformats.org/officeDocument/2006/relationships" r:embed="R4eb542e060404556">
              <a:alphaModFix amt="0"/>
            </a:blip>
            <a:stretch>
              <a:fillRect l="0" t="-174217" r="0" b="-174217"/>
            </a:stretch>
          </a:blipFill>
        </p:spPr>
        <p:txBody>
          <a:bodyPr xmlns:a="http://schemas.openxmlformats.org/drawingml/2006/main"/>
          <a:lstStyle xmlns:a="http://schemas.openxmlformats.org/drawingml/2006/main"/>
          <a:p xmlns:a="http://schemas.openxmlformats.org/drawingml/2006/main"/>
        </p:txBody>
      </p:sp>
      <p:sp>
        <p:nvSpPr>
          <p:cNvPr id="13" name="Freeform 13">
            <a:extLst xmlns:a="http://schemas.openxmlformats.org/drawingml/2006/main">
              <a:ext uri="{FF2B5EF4-FFF2-40B4-BE49-F238E27FC236}">
                <a16:creationId xmlns:a16="http://schemas.microsoft.com/office/drawing/2014/main" id="{88986243-4C71-491A-8FAC-CE545FBD91D3}"/>
              </a:ext>
            </a:extLst>
          </p:cNvPr>
          <p:cNvSpPr>
            <a:spLocks xmlns:a="http://schemas.openxmlformats.org/drawingml/2006/main" noGrp="1"/>
          </p:cNvSpPr>
          <p:nvPr/>
        </p:nvSpPr>
        <p:spPr>
          <a:xfrm xmlns:a="http://schemas.openxmlformats.org/drawingml/2006/main">
            <a:off x="3714750" y="3907631"/>
            <a:ext cx="10858500" cy="1007268"/>
          </a:xfrm>
          <a:custGeom xmlns:a="http://schemas.openxmlformats.org/drawingml/2006/main">
            <a:rect l="l" t="t" r="r" b="b"/>
            <a:pathLst>
              <a:path w="14478000" h="1343024">
                <a:moveTo>
                  <a:pt x="0" y="0"/>
                </a:moveTo>
                <a:lnTo>
                  <a:pt x="14478000" y="0"/>
                </a:lnTo>
                <a:lnTo>
                  <a:pt x="14478000" y="1343024"/>
                </a:lnTo>
                <a:lnTo>
                  <a:pt x="0" y="1343024"/>
                </a:lnTo>
                <a:close/>
              </a:path>
            </a:pathLst>
          </a:custGeom>
          <a:blipFill xmlns:a="http://schemas.openxmlformats.org/drawingml/2006/main">
            <a:blip xmlns:r="http://schemas.openxmlformats.org/officeDocument/2006/relationships" r:embed="R1fee1fc715cc4c99">
              <a:alphaModFix amt="0"/>
            </a:blip>
            <a:stretch>
              <a:fillRect l="0" t="-160051" r="0" b="-160051"/>
            </a:stretch>
          </a:blipFill>
        </p:spPr>
        <p:txBody>
          <a:bodyPr xmlns:a="http://schemas.openxmlformats.org/drawingml/2006/main"/>
          <a:lstStyle xmlns:a="http://schemas.openxmlformats.org/drawingml/2006/main"/>
          <a:p xmlns:a="http://schemas.openxmlformats.org/drawingml/2006/main"/>
        </p:txBody>
      </p:sp>
      <p:sp>
        <p:nvSpPr>
          <p:cNvPr id="14" name="TextBox 14">
            <a:extLst xmlns:a="http://schemas.openxmlformats.org/drawingml/2006/main">
              <a:ext uri="{FF2B5EF4-FFF2-40B4-BE49-F238E27FC236}">
                <a16:creationId xmlns:a16="http://schemas.microsoft.com/office/drawing/2014/main" id="{A32E6CDD-F98A-46A1-B39C-53C7319C7034}"/>
              </a:ext>
            </a:extLst>
          </p:cNvPr>
          <p:cNvSpPr>
            <a:spLocks xmlns:a="http://schemas.openxmlformats.org/drawingml/2006/main" noGrp="1"/>
          </p:cNvSpPr>
          <p:nvPr/>
        </p:nvSpPr>
        <p:spPr>
          <a:xfrm xmlns:a="http://schemas.openxmlformats.org/drawingml/2006/main">
            <a:off x="3714750" y="3843338"/>
            <a:ext cx="10858500" cy="107156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130"/>
              </a:lnSpc>
              <a:buNone/>
            </a:pPr>
            <a:r>
              <a:rPr sz="4275">
                <a:solidFill>
                  <a:srgbClr val="202020"/>
                </a:solidFill>
                <a:latin typeface="Calibri (MS)"/>
                <a:ea typeface="Calibri (MS)"/>
                <a:cs typeface="Calibri (MS)"/>
              </a:rPr>
              <a:t>프로젝트 팀 구성 및 역할</a:t>
            </a:r>
          </a:p>
        </p:txBody>
      </p:sp>
      <p:sp>
        <p:nvSpPr>
          <p:cNvPr id="16" name="Freeform 16">
            <a:extLst xmlns:a="http://schemas.openxmlformats.org/drawingml/2006/main">
              <a:ext uri="{FF2B5EF4-FFF2-40B4-BE49-F238E27FC236}">
                <a16:creationId xmlns:a16="http://schemas.microsoft.com/office/drawing/2014/main" id="{8786CA38-225B-40C8-B478-B8755E876BC5}"/>
              </a:ext>
            </a:extLst>
          </p:cNvPr>
          <p:cNvSpPr>
            <a:spLocks xmlns:a="http://schemas.openxmlformats.org/drawingml/2006/main" noGrp="1"/>
          </p:cNvSpPr>
          <p:nvPr/>
        </p:nvSpPr>
        <p:spPr>
          <a:xfrm xmlns:a="http://schemas.openxmlformats.org/drawingml/2006/main">
            <a:off x="5572125" y="5186362"/>
            <a:ext cx="7143750" cy="14288"/>
          </a:xfrm>
          <a:custGeom xmlns:a="http://schemas.openxmlformats.org/drawingml/2006/main">
            <a:rect l="l" t="t" r="r" b="b"/>
            <a:pathLst>
              <a:path w="9525000" h="19050">
                <a:moveTo>
                  <a:pt x="0" y="0"/>
                </a:moveTo>
                <a:lnTo>
                  <a:pt x="9525000" y="0"/>
                </a:lnTo>
                <a:lnTo>
                  <a:pt x="9525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8" name="Freeform 18">
            <a:extLst xmlns:a="http://schemas.openxmlformats.org/drawingml/2006/main">
              <a:ext uri="{FF2B5EF4-FFF2-40B4-BE49-F238E27FC236}">
                <a16:creationId xmlns:a16="http://schemas.microsoft.com/office/drawing/2014/main" id="{C8A714D0-9913-499C-8D78-DD7674DF2D7A}"/>
              </a:ext>
            </a:extLst>
          </p:cNvPr>
          <p:cNvSpPr>
            <a:spLocks xmlns:a="http://schemas.openxmlformats.org/drawingml/2006/main" noGrp="1"/>
          </p:cNvSpPr>
          <p:nvPr/>
        </p:nvSpPr>
        <p:spPr>
          <a:xfrm xmlns:a="http://schemas.openxmlformats.org/drawingml/2006/main">
            <a:off x="4429125" y="5586412"/>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4eb542e060404556">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20" name="Freeform 20">
            <a:extLst xmlns:a="http://schemas.openxmlformats.org/drawingml/2006/main">
              <a:ext uri="{FF2B5EF4-FFF2-40B4-BE49-F238E27FC236}">
                <a16:creationId xmlns:a16="http://schemas.microsoft.com/office/drawing/2014/main" id="{C1356680-061F-4A57-BB90-3BA62E54E6E5}"/>
              </a:ext>
            </a:extLst>
          </p:cNvPr>
          <p:cNvSpPr>
            <a:spLocks xmlns:a="http://schemas.openxmlformats.org/drawingml/2006/main" noGrp="1"/>
          </p:cNvSpPr>
          <p:nvPr/>
        </p:nvSpPr>
        <p:spPr>
          <a:xfrm xmlns:a="http://schemas.openxmlformats.org/drawingml/2006/main">
            <a:off x="4429125" y="5557838"/>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1fee1fc715cc4c99">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21" name="TextBox 21">
            <a:extLst xmlns:a="http://schemas.openxmlformats.org/drawingml/2006/main">
              <a:ext uri="{FF2B5EF4-FFF2-40B4-BE49-F238E27FC236}">
                <a16:creationId xmlns:a16="http://schemas.microsoft.com/office/drawing/2014/main" id="{64DFA97C-148D-4F8C-AB31-30F84DCEDF10}"/>
              </a:ext>
            </a:extLst>
          </p:cNvPr>
          <p:cNvSpPr>
            <a:spLocks xmlns:a="http://schemas.openxmlformats.org/drawingml/2006/main" noGrp="1"/>
          </p:cNvSpPr>
          <p:nvPr/>
        </p:nvSpPr>
        <p:spPr>
          <a:xfrm xmlns:a="http://schemas.openxmlformats.org/drawingml/2006/main">
            <a:off x="4429125" y="5529264"/>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294"/>
              </a:lnSpc>
              <a:buNone/>
            </a:pPr>
            <a:r>
              <a:rPr sz="1911">
                <a:solidFill>
                  <a:srgbClr val="666B73"/>
                </a:solidFill>
                <a:latin typeface="Calibri (MS)"/>
                <a:ea typeface="Calibri (MS)"/>
                <a:cs typeface="Calibri (MS)"/>
              </a:rPr>
              <a:t>역할 분담과 교차 검수로 데이터·서비스·평가를 연결</a:t>
            </a:r>
          </a:p>
        </p:txBody>
      </p:sp>
      <p:sp>
        <p:nvSpPr>
          <p:cNvPr id="23" name="Freeform 23">
            <a:extLst xmlns:a="http://schemas.openxmlformats.org/drawingml/2006/main">
              <a:ext uri="{FF2B5EF4-FFF2-40B4-BE49-F238E27FC236}">
                <a16:creationId xmlns:a16="http://schemas.microsoft.com/office/drawing/2014/main" id="{C071726F-0B1C-4692-A487-39392A23A0E1}"/>
              </a:ext>
            </a:extLst>
          </p:cNvPr>
          <p:cNvSpPr>
            <a:spLocks xmlns:a="http://schemas.openxmlformats.org/drawingml/2006/main" noGrp="1"/>
          </p:cNvSpPr>
          <p:nvPr/>
        </p:nvSpPr>
        <p:spPr>
          <a:xfrm xmlns:a="http://schemas.openxmlformats.org/drawingml/2006/main">
            <a:off x="485775" y="9544050"/>
            <a:ext cx="17316450" cy="14288"/>
          </a:xfrm>
          <a:custGeom xmlns:a="http://schemas.openxmlformats.org/drawingml/2006/main">
            <a:rect l="l" t="t" r="r" b="b"/>
            <a:pathLst>
              <a:path w="23088600" h="19050">
                <a:moveTo>
                  <a:pt x="0" y="0"/>
                </a:moveTo>
                <a:lnTo>
                  <a:pt x="23088600" y="0"/>
                </a:lnTo>
                <a:lnTo>
                  <a:pt x="23088600" y="19050"/>
                </a:lnTo>
                <a:lnTo>
                  <a:pt x="0" y="19050"/>
                </a:lnTo>
                <a:close/>
              </a:path>
            </a:pathLst>
          </a:custGeom>
          <a:solidFill xmlns:a="http://schemas.openxmlformats.org/drawingml/2006/main">
            <a:srgbClr val="8EADE0"/>
          </a:solid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AD7EBF51-13B7-4DB8-900D-1A73D4506A17}"/>
              </a:ext>
            </a:extLst>
          </p:cNvPr>
          <p:cNvSpPr>
            <a:spLocks xmlns:a="http://schemas.openxmlformats.org/drawingml/2006/main" noGrp="1"/>
          </p:cNvSpPr>
          <p:nvPr/>
        </p:nvSpPr>
        <p:spPr>
          <a:xfrm xmlns:a="http://schemas.openxmlformats.org/drawingml/2006/main">
            <a:off x="500062"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4eb542e060404556">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7" name="Freeform 27">
            <a:extLst xmlns:a="http://schemas.openxmlformats.org/drawingml/2006/main">
              <a:ext uri="{FF2B5EF4-FFF2-40B4-BE49-F238E27FC236}">
                <a16:creationId xmlns:a16="http://schemas.microsoft.com/office/drawing/2014/main" id="{5EDD380F-33EB-4C52-BEBA-B67D49AA50C5}"/>
              </a:ext>
            </a:extLst>
          </p:cNvPr>
          <p:cNvSpPr>
            <a:spLocks xmlns:a="http://schemas.openxmlformats.org/drawingml/2006/main" noGrp="1"/>
          </p:cNvSpPr>
          <p:nvPr/>
        </p:nvSpPr>
        <p:spPr>
          <a:xfrm xmlns:a="http://schemas.openxmlformats.org/drawingml/2006/main">
            <a:off x="500062"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1fee1fc715cc4c99">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8" name="TextBox 28">
            <a:extLst xmlns:a="http://schemas.openxmlformats.org/drawingml/2006/main">
              <a:ext uri="{FF2B5EF4-FFF2-40B4-BE49-F238E27FC236}">
                <a16:creationId xmlns:a16="http://schemas.microsoft.com/office/drawing/2014/main" id="{63F9D50D-FAD9-48A7-978C-FB3D520EBFB6}"/>
              </a:ext>
            </a:extLst>
          </p:cNvPr>
          <p:cNvSpPr>
            <a:spLocks xmlns:a="http://schemas.openxmlformats.org/drawingml/2006/main" noGrp="1"/>
          </p:cNvSpPr>
          <p:nvPr/>
        </p:nvSpPr>
        <p:spPr>
          <a:xfrm xmlns:a="http://schemas.openxmlformats.org/drawingml/2006/main">
            <a:off x="500062"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D7E4F7"/>
                </a:solidFill>
                <a:latin typeface="Calibri (MS)"/>
                <a:ea typeface="Calibri (MS)"/>
                <a:cs typeface="Calibri (MS)"/>
              </a:rPr>
              <a:t>KDIC AI 챗봇 서비스 구축 | 와쿠와쿠 6조</a:t>
            </a:r>
          </a:p>
        </p:txBody>
      </p:sp>
      <p:sp>
        <p:nvSpPr>
          <p:cNvPr id="30" name="Freeform 30">
            <a:extLst xmlns:a="http://schemas.openxmlformats.org/drawingml/2006/main">
              <a:ext uri="{FF2B5EF4-FFF2-40B4-BE49-F238E27FC236}">
                <a16:creationId xmlns:a16="http://schemas.microsoft.com/office/drawing/2014/main" id="{4DCFFF26-A315-454D-B0C5-581FF950CA99}"/>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4eb542e060404556">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2" name="Freeform 32">
            <a:extLst xmlns:a="http://schemas.openxmlformats.org/drawingml/2006/main">
              <a:ext uri="{FF2B5EF4-FFF2-40B4-BE49-F238E27FC236}">
                <a16:creationId xmlns:a16="http://schemas.microsoft.com/office/drawing/2014/main" id="{75615091-071B-43FB-9570-ACA1388B76C4}"/>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1fee1fc715cc4c99">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3" name="TextBox 33">
            <a:extLst xmlns:a="http://schemas.openxmlformats.org/drawingml/2006/main">
              <a:ext uri="{FF2B5EF4-FFF2-40B4-BE49-F238E27FC236}">
                <a16:creationId xmlns:a16="http://schemas.microsoft.com/office/drawing/2014/main" id="{8C66B864-24A4-42D8-9026-F90CFC5FF049}"/>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FFFFFF"/>
                </a:solidFill>
                <a:latin typeface="Calibri (MS) Bold"/>
                <a:ea typeface="Calibri (MS) Bold"/>
                <a:cs typeface="Calibri (MS) Bold"/>
              </a:rPr>
              <a:t>06</a:t>
            </a:r>
          </a:p>
        </p:txBody>
      </p:sp>
    </p:spTree>
    <p:extLst>
      <p:ext uri="{BB962C8B-B14F-4D97-AF65-F5344CB8AC3E}">
        <p14:creationId xmlns:p14="http://schemas.microsoft.com/office/powerpoint/2010/main" val="1214078614"/>
      </p:ext>
    </p:extLst>
  </p:cSld>
</p:sld>
</file>

<file path=ppt/slides/slide7.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981A0B9-BC35-4D98-AA99-8F1AD5D3AED9}"/>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85923c9cc9a7449c">
              <a:extLst>
                <a:ext uri="{96DAC541-7B7A-43D3-8B79-37D633B846F1}">
                  <asvg:svgBlip xmlns:asvg="http://schemas.microsoft.com/office/drawing/2016/SVG/main" r:embed="R645d085fff784c97"/>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EF6172B4-9DA6-4431-AE62-AF4368A2133E}"/>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1d6ef287194b41e7">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96078B53-A749-4F00-B885-9256251AD85C}"/>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0afeabdd97be40ec">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9523EFC6-40C8-478B-B302-72EC8720542C}"/>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협업 구조와 산출물 연결</a:t>
            </a:r>
          </a:p>
        </p:txBody>
      </p:sp>
      <p:sp>
        <p:nvSpPr>
          <p:cNvPr id="9" name="Freeform 9">
            <a:extLst xmlns:a="http://schemas.openxmlformats.org/drawingml/2006/main">
              <a:ext uri="{FF2B5EF4-FFF2-40B4-BE49-F238E27FC236}">
                <a16:creationId xmlns:a16="http://schemas.microsoft.com/office/drawing/2014/main" id="{79DECF9F-2B92-4B51-8D73-6B2C5D9AD804}"/>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1d6ef287194b41e7">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9660C6BC-429F-47D4-A1F2-88DA136F3142}"/>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0afeabdd97be40ec">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B3D27EB4-C198-4D85-8DA2-4DA8A50B6BBF}"/>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각 담당 결과가 다음 단계의 입력값이 되도록 연결했습니다</a:t>
            </a:r>
          </a:p>
        </p:txBody>
      </p:sp>
      <p:sp>
        <p:nvSpPr>
          <p:cNvPr id="14" name="Freeform 14">
            <a:extLst xmlns:a="http://schemas.openxmlformats.org/drawingml/2006/main">
              <a:ext uri="{FF2B5EF4-FFF2-40B4-BE49-F238E27FC236}">
                <a16:creationId xmlns:a16="http://schemas.microsoft.com/office/drawing/2014/main" id="{B311250A-7C5B-4D99-9EE3-651C130E3DF6}"/>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1d6ef287194b41e7">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373F17A7-890E-4B18-B28F-438FA62FE5E8}"/>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0afeabdd97be40ec">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C1E345BA-667E-48C4-8E8E-119C07403F3B}"/>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보고서·청크·평가셋·화면을 공통 산출물로 공유해 이해 격차를 줄임</a:t>
            </a:r>
          </a:p>
        </p:txBody>
      </p:sp>
      <p:sp>
        <p:nvSpPr>
          <p:cNvPr id="19" name="Freeform 19">
            <a:extLst xmlns:a="http://schemas.openxmlformats.org/drawingml/2006/main">
              <a:ext uri="{FF2B5EF4-FFF2-40B4-BE49-F238E27FC236}">
                <a16:creationId xmlns:a16="http://schemas.microsoft.com/office/drawing/2014/main" id="{EDB5744A-1DD3-432C-8413-98518381F9C4}"/>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E9392A7E-6CC7-457F-8E38-0EF72C5006A0}"/>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E912936B-B5C4-44F5-B9DE-E42FB6061285}"/>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1d6ef287194b41e7">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36A5E0FB-D272-428E-87FD-CFF884307869}"/>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0afeabdd97be40ec">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1071D073-2109-4DE9-A145-3A9D7F0831C0}"/>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EED89A9D-3908-4DAD-B377-9F622C1CBDB3}"/>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1d6ef287194b41e7">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BE6C067F-114D-463B-8AE7-725CBB0FAA86}"/>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0afeabdd97be40ec">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B6D37564-2EF9-4D51-8000-9F03E245895E}"/>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08</a:t>
            </a:r>
          </a:p>
        </p:txBody>
      </p:sp>
      <p:sp>
        <p:nvSpPr>
          <p:cNvPr id="32" name="Freeform 32">
            <a:extLst xmlns:a="http://schemas.openxmlformats.org/drawingml/2006/main">
              <a:ext uri="{FF2B5EF4-FFF2-40B4-BE49-F238E27FC236}">
                <a16:creationId xmlns:a16="http://schemas.microsoft.com/office/drawing/2014/main" id="{F075856E-5ED4-4ABA-B7B1-E4491F7CA6A6}"/>
              </a:ext>
            </a:extLst>
          </p:cNvPr>
          <p:cNvSpPr>
            <a:spLocks xmlns:a="http://schemas.openxmlformats.org/drawingml/2006/main" noGrp="1"/>
          </p:cNvSpPr>
          <p:nvPr/>
        </p:nvSpPr>
        <p:spPr>
          <a:xfrm xmlns:a="http://schemas.openxmlformats.org/drawingml/2006/main">
            <a:off x="2414588" y="2628900"/>
            <a:ext cx="13458825" cy="1143000"/>
          </a:xfrm>
          <a:custGeom xmlns:a="http://schemas.openxmlformats.org/drawingml/2006/main">
            <a:rect l="l" t="t" r="r" b="b"/>
            <a:pathLst>
              <a:path w="13458825" h="1143000">
                <a:moveTo>
                  <a:pt x="0" y="0"/>
                </a:moveTo>
                <a:lnTo>
                  <a:pt x="13458824" y="0"/>
                </a:lnTo>
                <a:lnTo>
                  <a:pt x="13458824" y="1143000"/>
                </a:lnTo>
                <a:lnTo>
                  <a:pt x="0" y="1143000"/>
                </a:lnTo>
                <a:lnTo>
                  <a:pt x="0" y="0"/>
                </a:lnTo>
                <a:close/>
              </a:path>
            </a:pathLst>
          </a:custGeom>
          <a:blipFill xmlns:a="http://schemas.openxmlformats.org/drawingml/2006/main">
            <a:blip xmlns:r="http://schemas.openxmlformats.org/officeDocument/2006/relationships" r:embed="Refa194a680024297">
              <a:extLst>
                <a:ext uri="{96DAC541-7B7A-43D3-8B79-37D633B846F1}">
                  <asvg:svgBlip xmlns:asvg="http://schemas.microsoft.com/office/drawing/2016/SVG/main" r:embed="R971c52290aba4eb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D4D9E6A5-6053-4397-B405-7CF59FE6D2E4}"/>
              </a:ext>
            </a:extLst>
          </p:cNvPr>
          <p:cNvSpPr>
            <a:spLocks xmlns:a="http://schemas.openxmlformats.org/drawingml/2006/main" noGrp="1"/>
          </p:cNvSpPr>
          <p:nvPr/>
        </p:nvSpPr>
        <p:spPr>
          <a:xfrm xmlns:a="http://schemas.openxmlformats.org/drawingml/2006/main">
            <a:off x="2786062" y="2857500"/>
            <a:ext cx="2928938" cy="642938"/>
          </a:xfrm>
          <a:custGeom xmlns:a="http://schemas.openxmlformats.org/drawingml/2006/main">
            <a:rect l="l" t="t" r="r" b="b"/>
            <a:pathLst>
              <a:path w="3905250" h="857250">
                <a:moveTo>
                  <a:pt x="0" y="0"/>
                </a:moveTo>
                <a:lnTo>
                  <a:pt x="3905250" y="0"/>
                </a:lnTo>
                <a:lnTo>
                  <a:pt x="3905250" y="857250"/>
                </a:lnTo>
                <a:lnTo>
                  <a:pt x="0" y="857250"/>
                </a:lnTo>
                <a:close/>
              </a:path>
            </a:pathLst>
          </a:custGeom>
          <a:blipFill xmlns:a="http://schemas.openxmlformats.org/drawingml/2006/main">
            <a:blip xmlns:r="http://schemas.openxmlformats.org/officeDocument/2006/relationships" r:embed="R1d6ef287194b41e7">
              <a:alphaModFix amt="0"/>
            </a:blip>
            <a:stretch>
              <a:fillRect l="0" t="-38703" r="0" b="-38703"/>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A278487B-FF25-48DF-9A87-98D5A0F44B56}"/>
              </a:ext>
            </a:extLst>
          </p:cNvPr>
          <p:cNvSpPr>
            <a:spLocks xmlns:a="http://schemas.openxmlformats.org/drawingml/2006/main" noGrp="1"/>
          </p:cNvSpPr>
          <p:nvPr/>
        </p:nvSpPr>
        <p:spPr>
          <a:xfrm xmlns:a="http://schemas.openxmlformats.org/drawingml/2006/main">
            <a:off x="2786062" y="2828925"/>
            <a:ext cx="2928938" cy="671512"/>
          </a:xfrm>
          <a:custGeom xmlns:a="http://schemas.openxmlformats.org/drawingml/2006/main">
            <a:rect l="l" t="t" r="r" b="b"/>
            <a:pathLst>
              <a:path w="3905251" h="895351">
                <a:moveTo>
                  <a:pt x="0" y="0"/>
                </a:moveTo>
                <a:lnTo>
                  <a:pt x="3905251" y="0"/>
                </a:lnTo>
                <a:lnTo>
                  <a:pt x="3905251" y="895351"/>
                </a:lnTo>
                <a:lnTo>
                  <a:pt x="0" y="895351"/>
                </a:lnTo>
                <a:close/>
              </a:path>
            </a:pathLst>
          </a:custGeom>
          <a:blipFill xmlns:a="http://schemas.openxmlformats.org/drawingml/2006/main">
            <a:blip xmlns:r="http://schemas.openxmlformats.org/officeDocument/2006/relationships" r:embed="R0afeabdd97be40ec">
              <a:alphaModFix amt="0"/>
            </a:blip>
            <a:stretch>
              <a:fillRect l="0" t="-34987" r="0" b="-3498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B18A56C0-A7DA-4873-86B8-63C3EC1CEE69}"/>
              </a:ext>
            </a:extLst>
          </p:cNvPr>
          <p:cNvSpPr>
            <a:spLocks xmlns:a="http://schemas.openxmlformats.org/drawingml/2006/main" noGrp="1"/>
          </p:cNvSpPr>
          <p:nvPr/>
        </p:nvSpPr>
        <p:spPr>
          <a:xfrm xmlns:a="http://schemas.openxmlformats.org/drawingml/2006/main">
            <a:off x="2786062" y="2800351"/>
            <a:ext cx="2928938"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데이터 기반</a:t>
            </a:r>
          </a:p>
        </p:txBody>
      </p:sp>
      <p:sp>
        <p:nvSpPr>
          <p:cNvPr id="39" name="Freeform 39">
            <a:extLst xmlns:a="http://schemas.openxmlformats.org/drawingml/2006/main">
              <a:ext uri="{FF2B5EF4-FFF2-40B4-BE49-F238E27FC236}">
                <a16:creationId xmlns:a16="http://schemas.microsoft.com/office/drawing/2014/main" id="{47EF46C1-3787-40DC-8D0D-BF3EE3E991F3}"/>
              </a:ext>
            </a:extLst>
          </p:cNvPr>
          <p:cNvSpPr>
            <a:spLocks xmlns:a="http://schemas.openxmlformats.org/drawingml/2006/main" noGrp="1"/>
          </p:cNvSpPr>
          <p:nvPr/>
        </p:nvSpPr>
        <p:spPr>
          <a:xfrm xmlns:a="http://schemas.openxmlformats.org/drawingml/2006/main">
            <a:off x="5929312" y="2857500"/>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1d6ef287194b41e7">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0A8374E3-3E69-4055-AE1C-116009B40E42}"/>
              </a:ext>
            </a:extLst>
          </p:cNvPr>
          <p:cNvSpPr>
            <a:spLocks xmlns:a="http://schemas.openxmlformats.org/drawingml/2006/main" noGrp="1"/>
          </p:cNvSpPr>
          <p:nvPr/>
        </p:nvSpPr>
        <p:spPr>
          <a:xfrm xmlns:a="http://schemas.openxmlformats.org/drawingml/2006/main">
            <a:off x="5929312" y="2828925"/>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0afeabdd97be40ec">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42" name="TextBox 42">
            <a:extLst xmlns:a="http://schemas.openxmlformats.org/drawingml/2006/main">
              <a:ext uri="{FF2B5EF4-FFF2-40B4-BE49-F238E27FC236}">
                <a16:creationId xmlns:a16="http://schemas.microsoft.com/office/drawing/2014/main" id="{8E52D8E0-25C6-4718-8B14-ED2E0CC8A7BD}"/>
              </a:ext>
            </a:extLst>
          </p:cNvPr>
          <p:cNvSpPr>
            <a:spLocks xmlns:a="http://schemas.openxmlformats.org/drawingml/2006/main" noGrp="1"/>
          </p:cNvSpPr>
          <p:nvPr/>
        </p:nvSpPr>
        <p:spPr>
          <a:xfrm xmlns:a="http://schemas.openxmlformats.org/drawingml/2006/main">
            <a:off x="5929312" y="2800351"/>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크롤링 결과·청크·메타데이터</a:t>
            </a:r>
          </a:p>
          <a:p xmlns:a="http://schemas.openxmlformats.org/drawingml/2006/main">
            <a:pPr algn="l">
              <a:lnSpc>
                <a:spcPts val="2160"/>
              </a:lnSpc>
              <a:buNone/>
            </a:pPr>
            <a:r>
              <a:rPr sz="1800">
                <a:solidFill>
                  <a:srgbClr val="9299A3"/>
                </a:solidFill>
                <a:latin typeface="Calibri (MS)"/>
                <a:ea typeface="Calibri (MS)"/>
                <a:cs typeface="Calibri (MS)"/>
              </a:rPr>
              <a:t>원문 URL·첨부파일 구조</a:t>
            </a:r>
          </a:p>
        </p:txBody>
      </p:sp>
      <p:sp>
        <p:nvSpPr>
          <p:cNvPr id="43" name="Freeform 43">
            <a:extLst xmlns:a="http://schemas.openxmlformats.org/drawingml/2006/main">
              <a:ext uri="{FF2B5EF4-FFF2-40B4-BE49-F238E27FC236}">
                <a16:creationId xmlns:a16="http://schemas.microsoft.com/office/drawing/2014/main" id="{FBD5EEB7-84B1-4BDC-ABBD-685E0D421FBB}"/>
              </a:ext>
            </a:extLst>
          </p:cNvPr>
          <p:cNvSpPr>
            <a:spLocks xmlns:a="http://schemas.openxmlformats.org/drawingml/2006/main" noGrp="1"/>
          </p:cNvSpPr>
          <p:nvPr/>
        </p:nvSpPr>
        <p:spPr>
          <a:xfrm xmlns:a="http://schemas.openxmlformats.org/drawingml/2006/main">
            <a:off x="2414588" y="4148138"/>
            <a:ext cx="13458825" cy="1143000"/>
          </a:xfrm>
          <a:custGeom xmlns:a="http://schemas.openxmlformats.org/drawingml/2006/main">
            <a:rect l="l" t="t" r="r" b="b"/>
            <a:pathLst>
              <a:path w="13458825" h="1143000">
                <a:moveTo>
                  <a:pt x="0" y="0"/>
                </a:moveTo>
                <a:lnTo>
                  <a:pt x="13458824" y="0"/>
                </a:lnTo>
                <a:lnTo>
                  <a:pt x="13458824" y="1143000"/>
                </a:lnTo>
                <a:lnTo>
                  <a:pt x="0" y="1143000"/>
                </a:lnTo>
                <a:lnTo>
                  <a:pt x="0" y="0"/>
                </a:lnTo>
                <a:close/>
              </a:path>
            </a:pathLst>
          </a:custGeom>
          <a:blipFill xmlns:a="http://schemas.openxmlformats.org/drawingml/2006/main">
            <a:blip xmlns:r="http://schemas.openxmlformats.org/officeDocument/2006/relationships" r:embed="R96c809e601c24e5d">
              <a:extLst>
                <a:ext uri="{96DAC541-7B7A-43D3-8B79-37D633B846F1}">
                  <asvg:svgBlip xmlns:asvg="http://schemas.microsoft.com/office/drawing/2016/SVG/main" r:embed="R14fbf42b579a444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5" name="Freeform 45">
            <a:extLst xmlns:a="http://schemas.openxmlformats.org/drawingml/2006/main">
              <a:ext uri="{FF2B5EF4-FFF2-40B4-BE49-F238E27FC236}">
                <a16:creationId xmlns:a16="http://schemas.microsoft.com/office/drawing/2014/main" id="{422B2FE9-7003-489D-9DA8-0302650E1357}"/>
              </a:ext>
            </a:extLst>
          </p:cNvPr>
          <p:cNvSpPr>
            <a:spLocks xmlns:a="http://schemas.openxmlformats.org/drawingml/2006/main" noGrp="1"/>
          </p:cNvSpPr>
          <p:nvPr/>
        </p:nvSpPr>
        <p:spPr>
          <a:xfrm xmlns:a="http://schemas.openxmlformats.org/drawingml/2006/main">
            <a:off x="2786062" y="4357688"/>
            <a:ext cx="2928938" cy="642938"/>
          </a:xfrm>
          <a:custGeom xmlns:a="http://schemas.openxmlformats.org/drawingml/2006/main">
            <a:rect l="l" t="t" r="r" b="b"/>
            <a:pathLst>
              <a:path w="3905250" h="857250">
                <a:moveTo>
                  <a:pt x="0" y="0"/>
                </a:moveTo>
                <a:lnTo>
                  <a:pt x="3905250" y="0"/>
                </a:lnTo>
                <a:lnTo>
                  <a:pt x="3905250" y="857250"/>
                </a:lnTo>
                <a:lnTo>
                  <a:pt x="0" y="857250"/>
                </a:lnTo>
                <a:close/>
              </a:path>
            </a:pathLst>
          </a:custGeom>
          <a:blipFill xmlns:a="http://schemas.openxmlformats.org/drawingml/2006/main">
            <a:blip xmlns:r="http://schemas.openxmlformats.org/officeDocument/2006/relationships" r:embed="R1d6ef287194b41e7">
              <a:alphaModFix amt="0"/>
            </a:blip>
            <a:stretch>
              <a:fillRect l="0" t="-38703" r="0" b="-38703"/>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E0794357-3511-4284-B9E4-E718DC15955D}"/>
              </a:ext>
            </a:extLst>
          </p:cNvPr>
          <p:cNvSpPr>
            <a:spLocks xmlns:a="http://schemas.openxmlformats.org/drawingml/2006/main" noGrp="1"/>
          </p:cNvSpPr>
          <p:nvPr/>
        </p:nvSpPr>
        <p:spPr>
          <a:xfrm xmlns:a="http://schemas.openxmlformats.org/drawingml/2006/main">
            <a:off x="2786062" y="4329112"/>
            <a:ext cx="2928938" cy="671512"/>
          </a:xfrm>
          <a:custGeom xmlns:a="http://schemas.openxmlformats.org/drawingml/2006/main">
            <a:rect l="l" t="t" r="r" b="b"/>
            <a:pathLst>
              <a:path w="3905251" h="895351">
                <a:moveTo>
                  <a:pt x="0" y="0"/>
                </a:moveTo>
                <a:lnTo>
                  <a:pt x="3905251" y="0"/>
                </a:lnTo>
                <a:lnTo>
                  <a:pt x="3905251" y="895351"/>
                </a:lnTo>
                <a:lnTo>
                  <a:pt x="0" y="895351"/>
                </a:lnTo>
                <a:close/>
              </a:path>
            </a:pathLst>
          </a:custGeom>
          <a:blipFill xmlns:a="http://schemas.openxmlformats.org/drawingml/2006/main">
            <a:blip xmlns:r="http://schemas.openxmlformats.org/officeDocument/2006/relationships" r:embed="R0afeabdd97be40ec">
              <a:alphaModFix amt="0"/>
            </a:blip>
            <a:stretch>
              <a:fillRect l="0" t="-34987" r="0" b="-34987"/>
            </a:stretch>
          </a:blipFill>
        </p:spPr>
        <p:txBody>
          <a:bodyPr xmlns:a="http://schemas.openxmlformats.org/drawingml/2006/main"/>
          <a:lstStyle xmlns:a="http://schemas.openxmlformats.org/drawingml/2006/main"/>
          <a:p xmlns:a="http://schemas.openxmlformats.org/drawingml/2006/main"/>
        </p:txBody>
      </p:sp>
      <p:sp>
        <p:nvSpPr>
          <p:cNvPr id="48" name="TextBox 48">
            <a:extLst xmlns:a="http://schemas.openxmlformats.org/drawingml/2006/main">
              <a:ext uri="{FF2B5EF4-FFF2-40B4-BE49-F238E27FC236}">
                <a16:creationId xmlns:a16="http://schemas.microsoft.com/office/drawing/2014/main" id="{C9CD551A-E78A-49D5-919C-190EA6BA3541}"/>
              </a:ext>
            </a:extLst>
          </p:cNvPr>
          <p:cNvSpPr>
            <a:spLocks xmlns:a="http://schemas.openxmlformats.org/drawingml/2006/main" noGrp="1"/>
          </p:cNvSpPr>
          <p:nvPr/>
        </p:nvSpPr>
        <p:spPr>
          <a:xfrm xmlns:a="http://schemas.openxmlformats.org/drawingml/2006/main">
            <a:off x="2786062" y="4300538"/>
            <a:ext cx="2928938"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서비스 설계</a:t>
            </a:r>
          </a:p>
        </p:txBody>
      </p:sp>
      <p:sp>
        <p:nvSpPr>
          <p:cNvPr id="50" name="Freeform 50">
            <a:extLst xmlns:a="http://schemas.openxmlformats.org/drawingml/2006/main">
              <a:ext uri="{FF2B5EF4-FFF2-40B4-BE49-F238E27FC236}">
                <a16:creationId xmlns:a16="http://schemas.microsoft.com/office/drawing/2014/main" id="{7B84CFF4-3584-42B9-A4B2-141AC6AD52B9}"/>
              </a:ext>
            </a:extLst>
          </p:cNvPr>
          <p:cNvSpPr>
            <a:spLocks xmlns:a="http://schemas.openxmlformats.org/drawingml/2006/main" noGrp="1"/>
          </p:cNvSpPr>
          <p:nvPr/>
        </p:nvSpPr>
        <p:spPr>
          <a:xfrm xmlns:a="http://schemas.openxmlformats.org/drawingml/2006/main">
            <a:off x="5929312" y="4357688"/>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1d6ef287194b41e7">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52" name="Freeform 52">
            <a:extLst xmlns:a="http://schemas.openxmlformats.org/drawingml/2006/main">
              <a:ext uri="{FF2B5EF4-FFF2-40B4-BE49-F238E27FC236}">
                <a16:creationId xmlns:a16="http://schemas.microsoft.com/office/drawing/2014/main" id="{D3C5AA14-B4C0-4993-8FF7-A3ACCC52BC18}"/>
              </a:ext>
            </a:extLst>
          </p:cNvPr>
          <p:cNvSpPr>
            <a:spLocks xmlns:a="http://schemas.openxmlformats.org/drawingml/2006/main" noGrp="1"/>
          </p:cNvSpPr>
          <p:nvPr/>
        </p:nvSpPr>
        <p:spPr>
          <a:xfrm xmlns:a="http://schemas.openxmlformats.org/drawingml/2006/main">
            <a:off x="5929312" y="4329112"/>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0afeabdd97be40ec">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53" name="TextBox 53">
            <a:extLst xmlns:a="http://schemas.openxmlformats.org/drawingml/2006/main">
              <a:ext uri="{FF2B5EF4-FFF2-40B4-BE49-F238E27FC236}">
                <a16:creationId xmlns:a16="http://schemas.microsoft.com/office/drawing/2014/main" id="{C3CCA1AA-866F-4D70-8AC8-EA2C177F2F83}"/>
              </a:ext>
            </a:extLst>
          </p:cNvPr>
          <p:cNvSpPr>
            <a:spLocks xmlns:a="http://schemas.openxmlformats.org/drawingml/2006/main" noGrp="1"/>
          </p:cNvSpPr>
          <p:nvPr/>
        </p:nvSpPr>
        <p:spPr>
          <a:xfrm xmlns:a="http://schemas.openxmlformats.org/drawingml/2006/main">
            <a:off x="5929312" y="4300538"/>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UI/UX 사용자 흐름</a:t>
            </a:r>
          </a:p>
          <a:p xmlns:a="http://schemas.openxmlformats.org/drawingml/2006/main">
            <a:pPr algn="l">
              <a:lnSpc>
                <a:spcPts val="2160"/>
              </a:lnSpc>
              <a:buNone/>
            </a:pPr>
            <a:r>
              <a:rPr sz="1800">
                <a:solidFill>
                  <a:srgbClr val="9299A3"/>
                </a:solidFill>
                <a:latin typeface="Calibri (MS)"/>
                <a:ea typeface="Calibri (MS)"/>
                <a:cs typeface="Calibri (MS)"/>
              </a:rPr>
              <a:t>업무·의도·추가 질문 정책</a:t>
            </a:r>
          </a:p>
        </p:txBody>
      </p:sp>
      <p:sp>
        <p:nvSpPr>
          <p:cNvPr id="54" name="Freeform 54">
            <a:extLst xmlns:a="http://schemas.openxmlformats.org/drawingml/2006/main">
              <a:ext uri="{FF2B5EF4-FFF2-40B4-BE49-F238E27FC236}">
                <a16:creationId xmlns:a16="http://schemas.microsoft.com/office/drawing/2014/main" id="{D784CCD8-E4FD-4839-B6EA-7F2EE8BCA859}"/>
              </a:ext>
            </a:extLst>
          </p:cNvPr>
          <p:cNvSpPr>
            <a:spLocks xmlns:a="http://schemas.openxmlformats.org/drawingml/2006/main" noGrp="1"/>
          </p:cNvSpPr>
          <p:nvPr/>
        </p:nvSpPr>
        <p:spPr>
          <a:xfrm xmlns:a="http://schemas.openxmlformats.org/drawingml/2006/main">
            <a:off x="2414588" y="5629275"/>
            <a:ext cx="13458825" cy="1143000"/>
          </a:xfrm>
          <a:custGeom xmlns:a="http://schemas.openxmlformats.org/drawingml/2006/main">
            <a:rect l="l" t="t" r="r" b="b"/>
            <a:pathLst>
              <a:path w="13458825" h="1143000">
                <a:moveTo>
                  <a:pt x="0" y="0"/>
                </a:moveTo>
                <a:lnTo>
                  <a:pt x="13458824" y="0"/>
                </a:lnTo>
                <a:lnTo>
                  <a:pt x="13458824" y="1143000"/>
                </a:lnTo>
                <a:lnTo>
                  <a:pt x="0" y="1143000"/>
                </a:lnTo>
                <a:lnTo>
                  <a:pt x="0" y="0"/>
                </a:lnTo>
                <a:close/>
              </a:path>
            </a:pathLst>
          </a:custGeom>
          <a:blipFill xmlns:a="http://schemas.openxmlformats.org/drawingml/2006/main">
            <a:blip xmlns:r="http://schemas.openxmlformats.org/officeDocument/2006/relationships" r:embed="Refa194a680024297">
              <a:extLst>
                <a:ext uri="{96DAC541-7B7A-43D3-8B79-37D633B846F1}">
                  <asvg:svgBlip xmlns:asvg="http://schemas.microsoft.com/office/drawing/2016/SVG/main" r:embed="R971c52290aba4eb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6" name="Freeform 56">
            <a:extLst xmlns:a="http://schemas.openxmlformats.org/drawingml/2006/main">
              <a:ext uri="{FF2B5EF4-FFF2-40B4-BE49-F238E27FC236}">
                <a16:creationId xmlns:a16="http://schemas.microsoft.com/office/drawing/2014/main" id="{707047A0-51DE-44AE-B8E9-FF18C58409A8}"/>
              </a:ext>
            </a:extLst>
          </p:cNvPr>
          <p:cNvSpPr>
            <a:spLocks xmlns:a="http://schemas.openxmlformats.org/drawingml/2006/main" noGrp="1"/>
          </p:cNvSpPr>
          <p:nvPr/>
        </p:nvSpPr>
        <p:spPr>
          <a:xfrm xmlns:a="http://schemas.openxmlformats.org/drawingml/2006/main">
            <a:off x="2786062" y="5857875"/>
            <a:ext cx="2928938" cy="642938"/>
          </a:xfrm>
          <a:custGeom xmlns:a="http://schemas.openxmlformats.org/drawingml/2006/main">
            <a:rect l="l" t="t" r="r" b="b"/>
            <a:pathLst>
              <a:path w="3905250" h="857250">
                <a:moveTo>
                  <a:pt x="0" y="0"/>
                </a:moveTo>
                <a:lnTo>
                  <a:pt x="3905250" y="0"/>
                </a:lnTo>
                <a:lnTo>
                  <a:pt x="3905250" y="857250"/>
                </a:lnTo>
                <a:lnTo>
                  <a:pt x="0" y="857250"/>
                </a:lnTo>
                <a:close/>
              </a:path>
            </a:pathLst>
          </a:custGeom>
          <a:blipFill xmlns:a="http://schemas.openxmlformats.org/drawingml/2006/main">
            <a:blip xmlns:r="http://schemas.openxmlformats.org/officeDocument/2006/relationships" r:embed="R1d6ef287194b41e7">
              <a:alphaModFix amt="0"/>
            </a:blip>
            <a:stretch>
              <a:fillRect l="0" t="-38703" r="0" b="-38703"/>
            </a:stretch>
          </a:blipFill>
        </p:spPr>
        <p:txBody>
          <a:bodyPr xmlns:a="http://schemas.openxmlformats.org/drawingml/2006/main"/>
          <a:lstStyle xmlns:a="http://schemas.openxmlformats.org/drawingml/2006/main"/>
          <a:p xmlns:a="http://schemas.openxmlformats.org/drawingml/2006/main"/>
        </p:txBody>
      </p:sp>
      <p:sp>
        <p:nvSpPr>
          <p:cNvPr id="58" name="Freeform 58">
            <a:extLst xmlns:a="http://schemas.openxmlformats.org/drawingml/2006/main">
              <a:ext uri="{FF2B5EF4-FFF2-40B4-BE49-F238E27FC236}">
                <a16:creationId xmlns:a16="http://schemas.microsoft.com/office/drawing/2014/main" id="{0FECF8FC-59A5-49AD-9F44-3208098430E8}"/>
              </a:ext>
            </a:extLst>
          </p:cNvPr>
          <p:cNvSpPr>
            <a:spLocks xmlns:a="http://schemas.openxmlformats.org/drawingml/2006/main" noGrp="1"/>
          </p:cNvSpPr>
          <p:nvPr/>
        </p:nvSpPr>
        <p:spPr>
          <a:xfrm xmlns:a="http://schemas.openxmlformats.org/drawingml/2006/main">
            <a:off x="2786062" y="5829300"/>
            <a:ext cx="2928938" cy="671512"/>
          </a:xfrm>
          <a:custGeom xmlns:a="http://schemas.openxmlformats.org/drawingml/2006/main">
            <a:rect l="l" t="t" r="r" b="b"/>
            <a:pathLst>
              <a:path w="3905251" h="895351">
                <a:moveTo>
                  <a:pt x="0" y="0"/>
                </a:moveTo>
                <a:lnTo>
                  <a:pt x="3905251" y="0"/>
                </a:lnTo>
                <a:lnTo>
                  <a:pt x="3905251" y="895351"/>
                </a:lnTo>
                <a:lnTo>
                  <a:pt x="0" y="895351"/>
                </a:lnTo>
                <a:close/>
              </a:path>
            </a:pathLst>
          </a:custGeom>
          <a:blipFill xmlns:a="http://schemas.openxmlformats.org/drawingml/2006/main">
            <a:blip xmlns:r="http://schemas.openxmlformats.org/officeDocument/2006/relationships" r:embed="R0afeabdd97be40ec">
              <a:alphaModFix amt="0"/>
            </a:blip>
            <a:stretch>
              <a:fillRect l="0" t="-34987" r="0" b="-34987"/>
            </a:stretch>
          </a:blipFill>
        </p:spPr>
        <p:txBody>
          <a:bodyPr xmlns:a="http://schemas.openxmlformats.org/drawingml/2006/main"/>
          <a:lstStyle xmlns:a="http://schemas.openxmlformats.org/drawingml/2006/main"/>
          <a:p xmlns:a="http://schemas.openxmlformats.org/drawingml/2006/main"/>
        </p:txBody>
      </p:sp>
      <p:sp>
        <p:nvSpPr>
          <p:cNvPr id="59" name="TextBox 59">
            <a:extLst xmlns:a="http://schemas.openxmlformats.org/drawingml/2006/main">
              <a:ext uri="{FF2B5EF4-FFF2-40B4-BE49-F238E27FC236}">
                <a16:creationId xmlns:a16="http://schemas.microsoft.com/office/drawing/2014/main" id="{940F8AD1-DB96-46F0-B2F2-62CF8AB3A758}"/>
              </a:ext>
            </a:extLst>
          </p:cNvPr>
          <p:cNvSpPr>
            <a:spLocks xmlns:a="http://schemas.openxmlformats.org/drawingml/2006/main" noGrp="1"/>
          </p:cNvSpPr>
          <p:nvPr/>
        </p:nvSpPr>
        <p:spPr>
          <a:xfrm xmlns:a="http://schemas.openxmlformats.org/drawingml/2006/main">
            <a:off x="2786062" y="5800726"/>
            <a:ext cx="2928938"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평가·검수</a:t>
            </a:r>
          </a:p>
        </p:txBody>
      </p:sp>
      <p:sp>
        <p:nvSpPr>
          <p:cNvPr id="61" name="Freeform 61">
            <a:extLst xmlns:a="http://schemas.openxmlformats.org/drawingml/2006/main">
              <a:ext uri="{FF2B5EF4-FFF2-40B4-BE49-F238E27FC236}">
                <a16:creationId xmlns:a16="http://schemas.microsoft.com/office/drawing/2014/main" id="{34FA55FA-D574-46B5-92D7-BA4788C8CCB4}"/>
              </a:ext>
            </a:extLst>
          </p:cNvPr>
          <p:cNvSpPr>
            <a:spLocks xmlns:a="http://schemas.openxmlformats.org/drawingml/2006/main" noGrp="1"/>
          </p:cNvSpPr>
          <p:nvPr/>
        </p:nvSpPr>
        <p:spPr>
          <a:xfrm xmlns:a="http://schemas.openxmlformats.org/drawingml/2006/main">
            <a:off x="5929312" y="5857875"/>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1d6ef287194b41e7">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63" name="Freeform 63">
            <a:extLst xmlns:a="http://schemas.openxmlformats.org/drawingml/2006/main">
              <a:ext uri="{FF2B5EF4-FFF2-40B4-BE49-F238E27FC236}">
                <a16:creationId xmlns:a16="http://schemas.microsoft.com/office/drawing/2014/main" id="{F9451435-D9D9-447F-BFE5-B06E6D57B8D9}"/>
              </a:ext>
            </a:extLst>
          </p:cNvPr>
          <p:cNvSpPr>
            <a:spLocks xmlns:a="http://schemas.openxmlformats.org/drawingml/2006/main" noGrp="1"/>
          </p:cNvSpPr>
          <p:nvPr/>
        </p:nvSpPr>
        <p:spPr>
          <a:xfrm xmlns:a="http://schemas.openxmlformats.org/drawingml/2006/main">
            <a:off x="5929312" y="5829300"/>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0afeabdd97be40ec">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64" name="TextBox 64">
            <a:extLst xmlns:a="http://schemas.openxmlformats.org/drawingml/2006/main">
              <a:ext uri="{FF2B5EF4-FFF2-40B4-BE49-F238E27FC236}">
                <a16:creationId xmlns:a16="http://schemas.microsoft.com/office/drawing/2014/main" id="{48C2E722-7EBC-4ED7-9819-507168436ABE}"/>
              </a:ext>
            </a:extLst>
          </p:cNvPr>
          <p:cNvSpPr>
            <a:spLocks xmlns:a="http://schemas.openxmlformats.org/drawingml/2006/main" noGrp="1"/>
          </p:cNvSpPr>
          <p:nvPr/>
        </p:nvSpPr>
        <p:spPr>
          <a:xfrm xmlns:a="http://schemas.openxmlformats.org/drawingml/2006/main">
            <a:off x="5929312" y="5800726"/>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예상질문·의도 라벨</a:t>
            </a:r>
          </a:p>
          <a:p xmlns:a="http://schemas.openxmlformats.org/drawingml/2006/main">
            <a:pPr algn="l">
              <a:lnSpc>
                <a:spcPts val="2160"/>
              </a:lnSpc>
              <a:buNone/>
            </a:pPr>
            <a:r>
              <a:rPr sz="1800">
                <a:solidFill>
                  <a:srgbClr val="9299A3"/>
                </a:solidFill>
                <a:latin typeface="Calibri (MS)"/>
                <a:ea typeface="Calibri (MS)"/>
                <a:cs typeface="Calibri (MS)"/>
              </a:rPr>
              <a:t>Gold 문서·섹션·청크</a:t>
            </a:r>
          </a:p>
        </p:txBody>
      </p:sp>
      <p:sp>
        <p:nvSpPr>
          <p:cNvPr id="65" name="Freeform 65">
            <a:extLst xmlns:a="http://schemas.openxmlformats.org/drawingml/2006/main">
              <a:ext uri="{FF2B5EF4-FFF2-40B4-BE49-F238E27FC236}">
                <a16:creationId xmlns:a16="http://schemas.microsoft.com/office/drawing/2014/main" id="{853B3FF5-0FA5-43B2-A05F-584D11A4A095}"/>
              </a:ext>
            </a:extLst>
          </p:cNvPr>
          <p:cNvSpPr>
            <a:spLocks xmlns:a="http://schemas.openxmlformats.org/drawingml/2006/main" noGrp="1"/>
          </p:cNvSpPr>
          <p:nvPr/>
        </p:nvSpPr>
        <p:spPr>
          <a:xfrm xmlns:a="http://schemas.openxmlformats.org/drawingml/2006/main">
            <a:off x="2414588" y="7129462"/>
            <a:ext cx="13458825" cy="1143000"/>
          </a:xfrm>
          <a:custGeom xmlns:a="http://schemas.openxmlformats.org/drawingml/2006/main">
            <a:rect l="l" t="t" r="r" b="b"/>
            <a:pathLst>
              <a:path w="13458825" h="1143000">
                <a:moveTo>
                  <a:pt x="0" y="0"/>
                </a:moveTo>
                <a:lnTo>
                  <a:pt x="13458824" y="0"/>
                </a:lnTo>
                <a:lnTo>
                  <a:pt x="13458824" y="1143000"/>
                </a:lnTo>
                <a:lnTo>
                  <a:pt x="0" y="1143000"/>
                </a:lnTo>
                <a:lnTo>
                  <a:pt x="0" y="0"/>
                </a:lnTo>
                <a:close/>
              </a:path>
            </a:pathLst>
          </a:custGeom>
          <a:blipFill xmlns:a="http://schemas.openxmlformats.org/drawingml/2006/main">
            <a:blip xmlns:r="http://schemas.openxmlformats.org/officeDocument/2006/relationships" r:embed="R96c809e601c24e5d">
              <a:extLst>
                <a:ext uri="{96DAC541-7B7A-43D3-8B79-37D633B846F1}">
                  <asvg:svgBlip xmlns:asvg="http://schemas.microsoft.com/office/drawing/2016/SVG/main" r:embed="R14fbf42b579a444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67" name="Freeform 67">
            <a:extLst xmlns:a="http://schemas.openxmlformats.org/drawingml/2006/main">
              <a:ext uri="{FF2B5EF4-FFF2-40B4-BE49-F238E27FC236}">
                <a16:creationId xmlns:a16="http://schemas.microsoft.com/office/drawing/2014/main" id="{A727F2C7-E515-4321-9E40-9B61FAF7847D}"/>
              </a:ext>
            </a:extLst>
          </p:cNvPr>
          <p:cNvSpPr>
            <a:spLocks xmlns:a="http://schemas.openxmlformats.org/drawingml/2006/main" noGrp="1"/>
          </p:cNvSpPr>
          <p:nvPr/>
        </p:nvSpPr>
        <p:spPr>
          <a:xfrm xmlns:a="http://schemas.openxmlformats.org/drawingml/2006/main">
            <a:off x="2786062" y="7358062"/>
            <a:ext cx="2928938" cy="642938"/>
          </a:xfrm>
          <a:custGeom xmlns:a="http://schemas.openxmlformats.org/drawingml/2006/main">
            <a:rect l="l" t="t" r="r" b="b"/>
            <a:pathLst>
              <a:path w="3905250" h="857250">
                <a:moveTo>
                  <a:pt x="0" y="0"/>
                </a:moveTo>
                <a:lnTo>
                  <a:pt x="3905250" y="0"/>
                </a:lnTo>
                <a:lnTo>
                  <a:pt x="3905250" y="857250"/>
                </a:lnTo>
                <a:lnTo>
                  <a:pt x="0" y="857250"/>
                </a:lnTo>
                <a:close/>
              </a:path>
            </a:pathLst>
          </a:custGeom>
          <a:blipFill xmlns:a="http://schemas.openxmlformats.org/drawingml/2006/main">
            <a:blip xmlns:r="http://schemas.openxmlformats.org/officeDocument/2006/relationships" r:embed="R1d6ef287194b41e7">
              <a:alphaModFix amt="0"/>
            </a:blip>
            <a:stretch>
              <a:fillRect l="0" t="-38703" r="0" b="-38703"/>
            </a:stretch>
          </a:blipFill>
        </p:spPr>
        <p:txBody>
          <a:bodyPr xmlns:a="http://schemas.openxmlformats.org/drawingml/2006/main"/>
          <a:lstStyle xmlns:a="http://schemas.openxmlformats.org/drawingml/2006/main"/>
          <a:p xmlns:a="http://schemas.openxmlformats.org/drawingml/2006/main"/>
        </p:txBody>
      </p:sp>
      <p:sp>
        <p:nvSpPr>
          <p:cNvPr id="69" name="Freeform 69">
            <a:extLst xmlns:a="http://schemas.openxmlformats.org/drawingml/2006/main">
              <a:ext uri="{FF2B5EF4-FFF2-40B4-BE49-F238E27FC236}">
                <a16:creationId xmlns:a16="http://schemas.microsoft.com/office/drawing/2014/main" id="{F036090E-23B6-4C9B-A6C5-943A1F8E819D}"/>
              </a:ext>
            </a:extLst>
          </p:cNvPr>
          <p:cNvSpPr>
            <a:spLocks xmlns:a="http://schemas.openxmlformats.org/drawingml/2006/main" noGrp="1"/>
          </p:cNvSpPr>
          <p:nvPr/>
        </p:nvSpPr>
        <p:spPr>
          <a:xfrm xmlns:a="http://schemas.openxmlformats.org/drawingml/2006/main">
            <a:off x="2786062" y="7329488"/>
            <a:ext cx="2928938" cy="671512"/>
          </a:xfrm>
          <a:custGeom xmlns:a="http://schemas.openxmlformats.org/drawingml/2006/main">
            <a:rect l="l" t="t" r="r" b="b"/>
            <a:pathLst>
              <a:path w="3905251" h="895351">
                <a:moveTo>
                  <a:pt x="0" y="0"/>
                </a:moveTo>
                <a:lnTo>
                  <a:pt x="3905251" y="0"/>
                </a:lnTo>
                <a:lnTo>
                  <a:pt x="3905251" y="895351"/>
                </a:lnTo>
                <a:lnTo>
                  <a:pt x="0" y="895351"/>
                </a:lnTo>
                <a:close/>
              </a:path>
            </a:pathLst>
          </a:custGeom>
          <a:blipFill xmlns:a="http://schemas.openxmlformats.org/drawingml/2006/main">
            <a:blip xmlns:r="http://schemas.openxmlformats.org/officeDocument/2006/relationships" r:embed="R0afeabdd97be40ec">
              <a:alphaModFix amt="0"/>
            </a:blip>
            <a:stretch>
              <a:fillRect l="0" t="-34987" r="0" b="-34987"/>
            </a:stretch>
          </a:blipFill>
        </p:spPr>
        <p:txBody>
          <a:bodyPr xmlns:a="http://schemas.openxmlformats.org/drawingml/2006/main"/>
          <a:lstStyle xmlns:a="http://schemas.openxmlformats.org/drawingml/2006/main"/>
          <a:p xmlns:a="http://schemas.openxmlformats.org/drawingml/2006/main"/>
        </p:txBody>
      </p:sp>
      <p:sp>
        <p:nvSpPr>
          <p:cNvPr id="70" name="TextBox 70">
            <a:extLst xmlns:a="http://schemas.openxmlformats.org/drawingml/2006/main">
              <a:ext uri="{FF2B5EF4-FFF2-40B4-BE49-F238E27FC236}">
                <a16:creationId xmlns:a16="http://schemas.microsoft.com/office/drawing/2014/main" id="{F711D417-9130-49C9-B4FC-B1D77197A9D1}"/>
              </a:ext>
            </a:extLst>
          </p:cNvPr>
          <p:cNvSpPr>
            <a:spLocks xmlns:a="http://schemas.openxmlformats.org/drawingml/2006/main" noGrp="1"/>
          </p:cNvSpPr>
          <p:nvPr/>
        </p:nvSpPr>
        <p:spPr>
          <a:xfrm xmlns:a="http://schemas.openxmlformats.org/drawingml/2006/main">
            <a:off x="2786062" y="7300914"/>
            <a:ext cx="2928938"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발표·시연</a:t>
            </a:r>
          </a:p>
        </p:txBody>
      </p:sp>
      <p:sp>
        <p:nvSpPr>
          <p:cNvPr id="72" name="Freeform 72">
            <a:extLst xmlns:a="http://schemas.openxmlformats.org/drawingml/2006/main">
              <a:ext uri="{FF2B5EF4-FFF2-40B4-BE49-F238E27FC236}">
                <a16:creationId xmlns:a16="http://schemas.microsoft.com/office/drawing/2014/main" id="{902D2C1D-09EF-459A-8E1C-C79360CDE481}"/>
              </a:ext>
            </a:extLst>
          </p:cNvPr>
          <p:cNvSpPr>
            <a:spLocks xmlns:a="http://schemas.openxmlformats.org/drawingml/2006/main" noGrp="1"/>
          </p:cNvSpPr>
          <p:nvPr/>
        </p:nvSpPr>
        <p:spPr>
          <a:xfrm xmlns:a="http://schemas.openxmlformats.org/drawingml/2006/main">
            <a:off x="5929312" y="7358062"/>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1d6ef287194b41e7">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74" name="Freeform 74">
            <a:extLst xmlns:a="http://schemas.openxmlformats.org/drawingml/2006/main">
              <a:ext uri="{FF2B5EF4-FFF2-40B4-BE49-F238E27FC236}">
                <a16:creationId xmlns:a16="http://schemas.microsoft.com/office/drawing/2014/main" id="{5334E720-9B54-48FE-A5F5-496D37E79919}"/>
              </a:ext>
            </a:extLst>
          </p:cNvPr>
          <p:cNvSpPr>
            <a:spLocks xmlns:a="http://schemas.openxmlformats.org/drawingml/2006/main" noGrp="1"/>
          </p:cNvSpPr>
          <p:nvPr/>
        </p:nvSpPr>
        <p:spPr>
          <a:xfrm xmlns:a="http://schemas.openxmlformats.org/drawingml/2006/main">
            <a:off x="5929312" y="7329488"/>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0afeabdd97be40ec">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75" name="TextBox 75">
            <a:extLst xmlns:a="http://schemas.openxmlformats.org/drawingml/2006/main">
              <a:ext uri="{FF2B5EF4-FFF2-40B4-BE49-F238E27FC236}">
                <a16:creationId xmlns:a16="http://schemas.microsoft.com/office/drawing/2014/main" id="{46825468-E774-4BAE-A88D-2D4E7B26BA15}"/>
              </a:ext>
            </a:extLst>
          </p:cNvPr>
          <p:cNvSpPr>
            <a:spLocks xmlns:a="http://schemas.openxmlformats.org/drawingml/2006/main" noGrp="1"/>
          </p:cNvSpPr>
          <p:nvPr/>
        </p:nvSpPr>
        <p:spPr>
          <a:xfrm xmlns:a="http://schemas.openxmlformats.org/drawingml/2006/main">
            <a:off x="5929312" y="7300914"/>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프로토타입 화면</a:t>
            </a:r>
          </a:p>
          <a:p xmlns:a="http://schemas.openxmlformats.org/drawingml/2006/main">
            <a:pPr algn="l">
              <a:lnSpc>
                <a:spcPts val="2160"/>
              </a:lnSpc>
              <a:buNone/>
            </a:pPr>
            <a:r>
              <a:rPr sz="1800">
                <a:solidFill>
                  <a:srgbClr val="9299A3"/>
                </a:solidFill>
                <a:latin typeface="Calibri (MS)"/>
                <a:ea typeface="Calibri (MS)"/>
                <a:cs typeface="Calibri (MS)"/>
              </a:rPr>
              <a:t>핵심 결과와 한계 정리</a:t>
            </a:r>
          </a:p>
        </p:txBody>
      </p:sp>
      <p:sp>
        <p:nvSpPr>
          <p:cNvPr id="76" name="Freeform 76">
            <a:extLst xmlns:a="http://schemas.openxmlformats.org/drawingml/2006/main">
              <a:ext uri="{FF2B5EF4-FFF2-40B4-BE49-F238E27FC236}">
                <a16:creationId xmlns:a16="http://schemas.microsoft.com/office/drawing/2014/main" id="{B889534D-A17B-43FE-A5B2-C068ADF0B02E}"/>
              </a:ext>
            </a:extLst>
          </p:cNvPr>
          <p:cNvSpPr>
            <a:spLocks xmlns:a="http://schemas.openxmlformats.org/drawingml/2006/main" noGrp="1"/>
          </p:cNvSpPr>
          <p:nvPr/>
        </p:nvSpPr>
        <p:spPr>
          <a:xfrm xmlns:a="http://schemas.openxmlformats.org/drawingml/2006/main">
            <a:off x="2414588" y="8701088"/>
            <a:ext cx="13458825" cy="714375"/>
          </a:xfrm>
          <a:custGeom xmlns:a="http://schemas.openxmlformats.org/drawingml/2006/main">
            <a:rect l="l" t="t" r="r" b="b"/>
            <a:pathLst>
              <a:path w="13458825" h="714375">
                <a:moveTo>
                  <a:pt x="0" y="0"/>
                </a:moveTo>
                <a:lnTo>
                  <a:pt x="13458824" y="0"/>
                </a:lnTo>
                <a:lnTo>
                  <a:pt x="13458824" y="714374"/>
                </a:lnTo>
                <a:lnTo>
                  <a:pt x="0" y="714374"/>
                </a:lnTo>
                <a:lnTo>
                  <a:pt x="0" y="0"/>
                </a:lnTo>
                <a:close/>
              </a:path>
            </a:pathLst>
          </a:custGeom>
          <a:blipFill xmlns:a="http://schemas.openxmlformats.org/drawingml/2006/main">
            <a:blip xmlns:r="http://schemas.openxmlformats.org/officeDocument/2006/relationships" r:embed="Ra4299fa52a874cc8">
              <a:extLst>
                <a:ext uri="{96DAC541-7B7A-43D3-8B79-37D633B846F1}">
                  <asvg:svgBlip xmlns:asvg="http://schemas.microsoft.com/office/drawing/2016/SVG/main" r:embed="Ref2ec79bc1044880"/>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78" name="Freeform 78">
            <a:extLst xmlns:a="http://schemas.openxmlformats.org/drawingml/2006/main">
              <a:ext uri="{FF2B5EF4-FFF2-40B4-BE49-F238E27FC236}">
                <a16:creationId xmlns:a16="http://schemas.microsoft.com/office/drawing/2014/main" id="{7E41BDE6-768F-48D3-9EC5-343D52D1992D}"/>
              </a:ext>
            </a:extLst>
          </p:cNvPr>
          <p:cNvSpPr>
            <a:spLocks xmlns:a="http://schemas.openxmlformats.org/drawingml/2006/main" noGrp="1"/>
          </p:cNvSpPr>
          <p:nvPr/>
        </p:nvSpPr>
        <p:spPr>
          <a:xfrm xmlns:a="http://schemas.openxmlformats.org/drawingml/2006/main">
            <a:off x="2686050" y="8801100"/>
            <a:ext cx="12915900" cy="514350"/>
          </a:xfrm>
          <a:custGeom xmlns:a="http://schemas.openxmlformats.org/drawingml/2006/main">
            <a:rect l="l" t="t" r="r" b="b"/>
            <a:pathLst>
              <a:path w="17221200" h="685800">
                <a:moveTo>
                  <a:pt x="0" y="0"/>
                </a:moveTo>
                <a:lnTo>
                  <a:pt x="17221200" y="0"/>
                </a:lnTo>
                <a:lnTo>
                  <a:pt x="17221200" y="685800"/>
                </a:lnTo>
                <a:lnTo>
                  <a:pt x="0" y="685800"/>
                </a:lnTo>
                <a:close/>
              </a:path>
            </a:pathLst>
          </a:custGeom>
          <a:blipFill xmlns:a="http://schemas.openxmlformats.org/drawingml/2006/main">
            <a:blip xmlns:r="http://schemas.openxmlformats.org/officeDocument/2006/relationships" r:embed="R1d6ef287194b41e7">
              <a:alphaModFix amt="0"/>
            </a:blip>
            <a:stretch>
              <a:fillRect l="0" t="-438949" r="0" b="-438951"/>
            </a:stretch>
          </a:blipFill>
        </p:spPr>
        <p:txBody>
          <a:bodyPr xmlns:a="http://schemas.openxmlformats.org/drawingml/2006/main"/>
          <a:lstStyle xmlns:a="http://schemas.openxmlformats.org/drawingml/2006/main"/>
          <a:p xmlns:a="http://schemas.openxmlformats.org/drawingml/2006/main"/>
        </p:txBody>
      </p:sp>
      <p:sp>
        <p:nvSpPr>
          <p:cNvPr id="80" name="Freeform 80">
            <a:extLst xmlns:a="http://schemas.openxmlformats.org/drawingml/2006/main">
              <a:ext uri="{FF2B5EF4-FFF2-40B4-BE49-F238E27FC236}">
                <a16:creationId xmlns:a16="http://schemas.microsoft.com/office/drawing/2014/main" id="{5FFC3FDE-EE71-413B-B0AB-C2B4815A1AA4}"/>
              </a:ext>
            </a:extLst>
          </p:cNvPr>
          <p:cNvSpPr>
            <a:spLocks xmlns:a="http://schemas.openxmlformats.org/drawingml/2006/main" noGrp="1"/>
          </p:cNvSpPr>
          <p:nvPr/>
        </p:nvSpPr>
        <p:spPr>
          <a:xfrm xmlns:a="http://schemas.openxmlformats.org/drawingml/2006/main">
            <a:off x="2686050" y="8772525"/>
            <a:ext cx="12915900" cy="542925"/>
          </a:xfrm>
          <a:custGeom xmlns:a="http://schemas.openxmlformats.org/drawingml/2006/main">
            <a:rect l="l" t="t" r="r" b="b"/>
            <a:pathLst>
              <a:path w="17221200" h="723900">
                <a:moveTo>
                  <a:pt x="0" y="0"/>
                </a:moveTo>
                <a:lnTo>
                  <a:pt x="17221200" y="0"/>
                </a:lnTo>
                <a:lnTo>
                  <a:pt x="17221200" y="723900"/>
                </a:lnTo>
                <a:lnTo>
                  <a:pt x="0" y="723900"/>
                </a:lnTo>
                <a:close/>
              </a:path>
            </a:pathLst>
          </a:custGeom>
          <a:blipFill xmlns:a="http://schemas.openxmlformats.org/drawingml/2006/main">
            <a:blip xmlns:r="http://schemas.openxmlformats.org/officeDocument/2006/relationships" r:embed="R0afeabdd97be40ec">
              <a:alphaModFix amt="0"/>
            </a:blip>
            <a:stretch>
              <a:fillRect l="0" t="-413538" r="0" b="-413538"/>
            </a:stretch>
          </a:blipFill>
        </p:spPr>
        <p:txBody>
          <a:bodyPr xmlns:a="http://schemas.openxmlformats.org/drawingml/2006/main"/>
          <a:lstStyle xmlns:a="http://schemas.openxmlformats.org/drawingml/2006/main"/>
          <a:p xmlns:a="http://schemas.openxmlformats.org/drawingml/2006/main"/>
        </p:txBody>
      </p:sp>
      <p:sp>
        <p:nvSpPr>
          <p:cNvPr id="81" name="TextBox 81">
            <a:extLst xmlns:a="http://schemas.openxmlformats.org/drawingml/2006/main">
              <a:ext uri="{FF2B5EF4-FFF2-40B4-BE49-F238E27FC236}">
                <a16:creationId xmlns:a16="http://schemas.microsoft.com/office/drawing/2014/main" id="{28DD332B-E671-4C4A-A4D7-A5A5424529C0}"/>
              </a:ext>
            </a:extLst>
          </p:cNvPr>
          <p:cNvSpPr>
            <a:spLocks xmlns:a="http://schemas.openxmlformats.org/drawingml/2006/main" noGrp="1"/>
          </p:cNvSpPr>
          <p:nvPr/>
        </p:nvSpPr>
        <p:spPr>
          <a:xfrm xmlns:a="http://schemas.openxmlformats.org/drawingml/2006/main">
            <a:off x="2686050" y="8743950"/>
            <a:ext cx="12915900"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통합 방식  |  각 담당 산출물을 CSV·HTML·스크린샷으로 공유 → 교차 검수 → 최종본 반영</a:t>
            </a:r>
          </a:p>
        </p:txBody>
      </p:sp>
    </p:spTree>
    <p:extLst>
      <p:ext uri="{BB962C8B-B14F-4D97-AF65-F5344CB8AC3E}">
        <p14:creationId xmlns:p14="http://schemas.microsoft.com/office/powerpoint/2010/main" val="1226236786"/>
      </p:ext>
    </p:extLst>
  </p:cSld>
</p:sld>
</file>

<file path=ppt/slides/slide8.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36CF93AE-8F9C-4A33-8889-866049224B93}"/>
              </a:ext>
            </a:extLst>
          </p:cNvPr>
          <p:cNvSpPr>
            <a:spLocks xmlns:a="http://schemas.openxmlformats.org/drawingml/2006/main" noGrp="1"/>
          </p:cNvSpPr>
          <p:nvPr/>
        </p:nvSpPr>
        <p:spPr>
          <a:xfrm xmlns:a="http://schemas.openxmlformats.org/drawingml/2006/main">
            <a:off x="2671762" y="2185988"/>
            <a:ext cx="12944475" cy="5372100"/>
          </a:xfrm>
          <a:custGeom xmlns:a="http://schemas.openxmlformats.org/drawingml/2006/main">
            <a:rect l="l" t="t" r="r" b="b"/>
            <a:pathLst>
              <a:path w="12944475" h="5372100">
                <a:moveTo>
                  <a:pt x="0" y="0"/>
                </a:moveTo>
                <a:lnTo>
                  <a:pt x="12944476" y="0"/>
                </a:lnTo>
                <a:lnTo>
                  <a:pt x="12944476" y="5372100"/>
                </a:lnTo>
                <a:lnTo>
                  <a:pt x="0" y="5372100"/>
                </a:lnTo>
                <a:lnTo>
                  <a:pt x="0" y="0"/>
                </a:lnTo>
                <a:close/>
              </a:path>
            </a:pathLst>
          </a:custGeom>
          <a:blipFill xmlns:a="http://schemas.openxmlformats.org/drawingml/2006/main">
            <a:blip xmlns:r="http://schemas.openxmlformats.org/officeDocument/2006/relationships" r:embed="Rd244c5e97e2d4cca">
              <a:extLst>
                <a:ext uri="{96DAC541-7B7A-43D3-8B79-37D633B846F1}">
                  <asvg:svgBlip xmlns:asvg="http://schemas.microsoft.com/office/drawing/2016/SVG/main" r:embed="R641052de072a409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0539000E-BCB9-42DF-BAE4-D5E94497F3F0}"/>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228600"/>
                </a:moveTo>
                <a:cubicBezTo>
                  <a:pt x="0" y="102362"/>
                  <a:pt x="102362" y="0"/>
                  <a:pt x="228600" y="0"/>
                </a:cubicBezTo>
                <a:lnTo>
                  <a:pt x="2819400" y="0"/>
                </a:lnTo>
                <a:cubicBezTo>
                  <a:pt x="2945638" y="0"/>
                  <a:pt x="3048000" y="102362"/>
                  <a:pt x="3048000" y="228600"/>
                </a:cubicBezTo>
                <a:lnTo>
                  <a:pt x="3048000" y="800100"/>
                </a:lnTo>
                <a:cubicBezTo>
                  <a:pt x="3048000" y="926338"/>
                  <a:pt x="2945638" y="1028700"/>
                  <a:pt x="2819400" y="1028700"/>
                </a:cubicBezTo>
                <a:lnTo>
                  <a:pt x="228600" y="1028700"/>
                </a:lnTo>
                <a:cubicBezTo>
                  <a:pt x="102362" y="1028700"/>
                  <a:pt x="0" y="926338"/>
                  <a:pt x="0" y="80010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C42F3598-AE50-491A-8EC8-2123770E35E4}"/>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0"/>
                </a:moveTo>
                <a:lnTo>
                  <a:pt x="3048000" y="0"/>
                </a:lnTo>
                <a:lnTo>
                  <a:pt x="3048000" y="1028700"/>
                </a:lnTo>
                <a:lnTo>
                  <a:pt x="0" y="1028700"/>
                </a:lnTo>
                <a:close/>
              </a:path>
            </a:pathLst>
          </a:custGeom>
          <a:blipFill xmlns:a="http://schemas.openxmlformats.org/drawingml/2006/main">
            <a:blip xmlns:r="http://schemas.openxmlformats.org/officeDocument/2006/relationships" r:embed="R58b98cf49e864361">
              <a:alphaModFix amt="0"/>
            </a:blip>
            <a:stretch>
              <a:fillRect l="0" t="-7693" r="0" b="-7692"/>
            </a:stretch>
          </a:blipFill>
        </p:spPr>
        <p:txBody>
          <a:bodyPr xmlns:a="http://schemas.openxmlformats.org/drawingml/2006/main"/>
          <a:lstStyle xmlns:a="http://schemas.openxmlformats.org/drawingml/2006/main"/>
          <a:p xmlns:a="http://schemas.openxmlformats.org/drawingml/2006/main"/>
        </p:txBody>
      </p:sp>
      <p:sp>
        <p:nvSpPr>
          <p:cNvPr id="8" name="Freeform 8">
            <a:extLst xmlns:a="http://schemas.openxmlformats.org/drawingml/2006/main">
              <a:ext uri="{FF2B5EF4-FFF2-40B4-BE49-F238E27FC236}">
                <a16:creationId xmlns:a16="http://schemas.microsoft.com/office/drawing/2014/main" id="{D1645A22-4A66-4854-95B4-C91F1CDF9472}"/>
              </a:ext>
            </a:extLst>
          </p:cNvPr>
          <p:cNvSpPr>
            <a:spLocks xmlns:a="http://schemas.openxmlformats.org/drawingml/2006/main" noGrp="1"/>
          </p:cNvSpPr>
          <p:nvPr/>
        </p:nvSpPr>
        <p:spPr>
          <a:xfrm xmlns:a="http://schemas.openxmlformats.org/drawingml/2006/main">
            <a:off x="8001000" y="2657475"/>
            <a:ext cx="2286000" cy="800100"/>
          </a:xfrm>
          <a:custGeom xmlns:a="http://schemas.openxmlformats.org/drawingml/2006/main">
            <a:rect l="l" t="t" r="r" b="b"/>
            <a:pathLst>
              <a:path w="3048000" h="1066800">
                <a:moveTo>
                  <a:pt x="0" y="0"/>
                </a:moveTo>
                <a:lnTo>
                  <a:pt x="3048000" y="0"/>
                </a:lnTo>
                <a:lnTo>
                  <a:pt x="3048000" y="1066800"/>
                </a:lnTo>
                <a:lnTo>
                  <a:pt x="0" y="1066800"/>
                </a:lnTo>
                <a:close/>
              </a:path>
            </a:pathLst>
          </a:custGeom>
          <a:blipFill xmlns:a="http://schemas.openxmlformats.org/drawingml/2006/main">
            <a:blip xmlns:r="http://schemas.openxmlformats.org/officeDocument/2006/relationships" r:embed="Rd244c5e97e2d4cca">
              <a:alphaModFix amt="0"/>
            </a:blip>
            <a:stretch>
              <a:fillRect l="0" t="-5671" r="0" b="-5671"/>
            </a:stretch>
          </a:blipFill>
        </p:spPr>
        <p:txBody>
          <a:bodyPr xmlns:a="http://schemas.openxmlformats.org/drawingml/2006/main"/>
          <a:lstStyle xmlns:a="http://schemas.openxmlformats.org/drawingml/2006/main"/>
          <a:p xmlns:a="http://schemas.openxmlformats.org/drawingml/2006/main"/>
        </p:txBody>
      </p:sp>
      <p:sp>
        <p:nvSpPr>
          <p:cNvPr id="9" name="TextBox 9">
            <a:extLst xmlns:a="http://schemas.openxmlformats.org/drawingml/2006/main">
              <a:ext uri="{FF2B5EF4-FFF2-40B4-BE49-F238E27FC236}">
                <a16:creationId xmlns:a16="http://schemas.microsoft.com/office/drawing/2014/main" id="{28CA56BA-7A30-4EA0-AE36-118ED992C324}"/>
              </a:ext>
            </a:extLst>
          </p:cNvPr>
          <p:cNvSpPr>
            <a:spLocks xmlns:a="http://schemas.openxmlformats.org/drawingml/2006/main" noGrp="1"/>
          </p:cNvSpPr>
          <p:nvPr/>
        </p:nvSpPr>
        <p:spPr>
          <a:xfrm xmlns:a="http://schemas.openxmlformats.org/drawingml/2006/main">
            <a:off x="8001000" y="2628900"/>
            <a:ext cx="2286000" cy="8286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160"/>
              </a:lnSpc>
              <a:buNone/>
            </a:pPr>
            <a:r>
              <a:rPr sz="1800" b="1">
                <a:solidFill>
                  <a:srgbClr val="FFFFFF"/>
                </a:solidFill>
                <a:latin typeface="Calibri (MS) Bold"/>
                <a:ea typeface="Calibri (MS) Bold"/>
                <a:cs typeface="Calibri (MS) Bold"/>
              </a:rPr>
              <a:t>SECTION 03</a:t>
            </a:r>
          </a:p>
        </p:txBody>
      </p:sp>
      <p:sp>
        <p:nvSpPr>
          <p:cNvPr id="11" name="Freeform 11">
            <a:extLst xmlns:a="http://schemas.openxmlformats.org/drawingml/2006/main">
              <a:ext uri="{FF2B5EF4-FFF2-40B4-BE49-F238E27FC236}">
                <a16:creationId xmlns:a16="http://schemas.microsoft.com/office/drawing/2014/main" id="{1CC2F02C-B98B-425E-99C5-75059984D619}"/>
              </a:ext>
            </a:extLst>
          </p:cNvPr>
          <p:cNvSpPr>
            <a:spLocks xmlns:a="http://schemas.openxmlformats.org/drawingml/2006/main" noGrp="1"/>
          </p:cNvSpPr>
          <p:nvPr/>
        </p:nvSpPr>
        <p:spPr>
          <a:xfrm xmlns:a="http://schemas.openxmlformats.org/drawingml/2006/main">
            <a:off x="3714750" y="3971925"/>
            <a:ext cx="10858500" cy="942975"/>
          </a:xfrm>
          <a:custGeom xmlns:a="http://schemas.openxmlformats.org/drawingml/2006/main">
            <a:rect l="l" t="t" r="r" b="b"/>
            <a:pathLst>
              <a:path w="14478000" h="1257300">
                <a:moveTo>
                  <a:pt x="0" y="0"/>
                </a:moveTo>
                <a:lnTo>
                  <a:pt x="14478000" y="0"/>
                </a:lnTo>
                <a:lnTo>
                  <a:pt x="14478000" y="1257300"/>
                </a:lnTo>
                <a:lnTo>
                  <a:pt x="0" y="1257300"/>
                </a:lnTo>
                <a:close/>
              </a:path>
            </a:pathLst>
          </a:custGeom>
          <a:blipFill xmlns:a="http://schemas.openxmlformats.org/drawingml/2006/main">
            <a:blip xmlns:r="http://schemas.openxmlformats.org/officeDocument/2006/relationships" r:embed="R58b98cf49e864361">
              <a:alphaModFix amt="0"/>
            </a:blip>
            <a:stretch>
              <a:fillRect l="0" t="-174217" r="0" b="-174217"/>
            </a:stretch>
          </a:blipFill>
        </p:spPr>
        <p:txBody>
          <a:bodyPr xmlns:a="http://schemas.openxmlformats.org/drawingml/2006/main"/>
          <a:lstStyle xmlns:a="http://schemas.openxmlformats.org/drawingml/2006/main"/>
          <a:p xmlns:a="http://schemas.openxmlformats.org/drawingml/2006/main"/>
        </p:txBody>
      </p:sp>
      <p:sp>
        <p:nvSpPr>
          <p:cNvPr id="13" name="Freeform 13">
            <a:extLst xmlns:a="http://schemas.openxmlformats.org/drawingml/2006/main">
              <a:ext uri="{FF2B5EF4-FFF2-40B4-BE49-F238E27FC236}">
                <a16:creationId xmlns:a16="http://schemas.microsoft.com/office/drawing/2014/main" id="{96DC2244-BCC3-48E9-962A-F6ECC94ADDC7}"/>
              </a:ext>
            </a:extLst>
          </p:cNvPr>
          <p:cNvSpPr>
            <a:spLocks xmlns:a="http://schemas.openxmlformats.org/drawingml/2006/main" noGrp="1"/>
          </p:cNvSpPr>
          <p:nvPr/>
        </p:nvSpPr>
        <p:spPr>
          <a:xfrm xmlns:a="http://schemas.openxmlformats.org/drawingml/2006/main">
            <a:off x="3714750" y="3907631"/>
            <a:ext cx="10858500" cy="1007268"/>
          </a:xfrm>
          <a:custGeom xmlns:a="http://schemas.openxmlformats.org/drawingml/2006/main">
            <a:rect l="l" t="t" r="r" b="b"/>
            <a:pathLst>
              <a:path w="14478000" h="1343024">
                <a:moveTo>
                  <a:pt x="0" y="0"/>
                </a:moveTo>
                <a:lnTo>
                  <a:pt x="14478000" y="0"/>
                </a:lnTo>
                <a:lnTo>
                  <a:pt x="14478000" y="1343024"/>
                </a:lnTo>
                <a:lnTo>
                  <a:pt x="0" y="1343024"/>
                </a:lnTo>
                <a:close/>
              </a:path>
            </a:pathLst>
          </a:custGeom>
          <a:blipFill xmlns:a="http://schemas.openxmlformats.org/drawingml/2006/main">
            <a:blip xmlns:r="http://schemas.openxmlformats.org/officeDocument/2006/relationships" r:embed="Rd244c5e97e2d4cca">
              <a:alphaModFix amt="0"/>
            </a:blip>
            <a:stretch>
              <a:fillRect l="0" t="-160051" r="0" b="-160051"/>
            </a:stretch>
          </a:blipFill>
        </p:spPr>
        <p:txBody>
          <a:bodyPr xmlns:a="http://schemas.openxmlformats.org/drawingml/2006/main"/>
          <a:lstStyle xmlns:a="http://schemas.openxmlformats.org/drawingml/2006/main"/>
          <a:p xmlns:a="http://schemas.openxmlformats.org/drawingml/2006/main"/>
        </p:txBody>
      </p:sp>
      <p:sp>
        <p:nvSpPr>
          <p:cNvPr id="14" name="TextBox 14">
            <a:extLst xmlns:a="http://schemas.openxmlformats.org/drawingml/2006/main">
              <a:ext uri="{FF2B5EF4-FFF2-40B4-BE49-F238E27FC236}">
                <a16:creationId xmlns:a16="http://schemas.microsoft.com/office/drawing/2014/main" id="{60EFA3F9-3A5D-4230-8B58-108976C55705}"/>
              </a:ext>
            </a:extLst>
          </p:cNvPr>
          <p:cNvSpPr>
            <a:spLocks xmlns:a="http://schemas.openxmlformats.org/drawingml/2006/main" noGrp="1"/>
          </p:cNvSpPr>
          <p:nvPr/>
        </p:nvSpPr>
        <p:spPr>
          <a:xfrm xmlns:a="http://schemas.openxmlformats.org/drawingml/2006/main">
            <a:off x="3714750" y="3843338"/>
            <a:ext cx="10858500" cy="107156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130"/>
              </a:lnSpc>
              <a:buNone/>
            </a:pPr>
            <a:r>
              <a:rPr sz="4275">
                <a:solidFill>
                  <a:srgbClr val="202020"/>
                </a:solidFill>
                <a:latin typeface="Calibri (MS)"/>
                <a:ea typeface="Calibri (MS)"/>
                <a:cs typeface="Calibri (MS)"/>
              </a:rPr>
              <a:t>프로젝트 수행 절차 및 방법</a:t>
            </a:r>
          </a:p>
        </p:txBody>
      </p:sp>
      <p:sp>
        <p:nvSpPr>
          <p:cNvPr id="16" name="Freeform 16">
            <a:extLst xmlns:a="http://schemas.openxmlformats.org/drawingml/2006/main">
              <a:ext uri="{FF2B5EF4-FFF2-40B4-BE49-F238E27FC236}">
                <a16:creationId xmlns:a16="http://schemas.microsoft.com/office/drawing/2014/main" id="{1D4AE43B-D27D-4BDA-BEA9-F047973F96CA}"/>
              </a:ext>
            </a:extLst>
          </p:cNvPr>
          <p:cNvSpPr>
            <a:spLocks xmlns:a="http://schemas.openxmlformats.org/drawingml/2006/main" noGrp="1"/>
          </p:cNvSpPr>
          <p:nvPr/>
        </p:nvSpPr>
        <p:spPr>
          <a:xfrm xmlns:a="http://schemas.openxmlformats.org/drawingml/2006/main">
            <a:off x="5572125" y="5186362"/>
            <a:ext cx="7143750" cy="14288"/>
          </a:xfrm>
          <a:custGeom xmlns:a="http://schemas.openxmlformats.org/drawingml/2006/main">
            <a:rect l="l" t="t" r="r" b="b"/>
            <a:pathLst>
              <a:path w="9525000" h="19050">
                <a:moveTo>
                  <a:pt x="0" y="0"/>
                </a:moveTo>
                <a:lnTo>
                  <a:pt x="9525000" y="0"/>
                </a:lnTo>
                <a:lnTo>
                  <a:pt x="9525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8" name="Freeform 18">
            <a:extLst xmlns:a="http://schemas.openxmlformats.org/drawingml/2006/main">
              <a:ext uri="{FF2B5EF4-FFF2-40B4-BE49-F238E27FC236}">
                <a16:creationId xmlns:a16="http://schemas.microsoft.com/office/drawing/2014/main" id="{08F3F191-006C-461E-99BC-2B42B30F4F4D}"/>
              </a:ext>
            </a:extLst>
          </p:cNvPr>
          <p:cNvSpPr>
            <a:spLocks xmlns:a="http://schemas.openxmlformats.org/drawingml/2006/main" noGrp="1"/>
          </p:cNvSpPr>
          <p:nvPr/>
        </p:nvSpPr>
        <p:spPr>
          <a:xfrm xmlns:a="http://schemas.openxmlformats.org/drawingml/2006/main">
            <a:off x="4429125" y="5586412"/>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58b98cf49e864361">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20" name="Freeform 20">
            <a:extLst xmlns:a="http://schemas.openxmlformats.org/drawingml/2006/main">
              <a:ext uri="{FF2B5EF4-FFF2-40B4-BE49-F238E27FC236}">
                <a16:creationId xmlns:a16="http://schemas.microsoft.com/office/drawing/2014/main" id="{F4986906-24F0-4B2E-BA5B-C407EF447C21}"/>
              </a:ext>
            </a:extLst>
          </p:cNvPr>
          <p:cNvSpPr>
            <a:spLocks xmlns:a="http://schemas.openxmlformats.org/drawingml/2006/main" noGrp="1"/>
          </p:cNvSpPr>
          <p:nvPr/>
        </p:nvSpPr>
        <p:spPr>
          <a:xfrm xmlns:a="http://schemas.openxmlformats.org/drawingml/2006/main">
            <a:off x="4429125" y="5557838"/>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d244c5e97e2d4cca">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21" name="TextBox 21">
            <a:extLst xmlns:a="http://schemas.openxmlformats.org/drawingml/2006/main">
              <a:ext uri="{FF2B5EF4-FFF2-40B4-BE49-F238E27FC236}">
                <a16:creationId xmlns:a16="http://schemas.microsoft.com/office/drawing/2014/main" id="{519942F5-596C-4484-9D55-66DAA7E67D39}"/>
              </a:ext>
            </a:extLst>
          </p:cNvPr>
          <p:cNvSpPr>
            <a:spLocks xmlns:a="http://schemas.openxmlformats.org/drawingml/2006/main" noGrp="1"/>
          </p:cNvSpPr>
          <p:nvPr/>
        </p:nvSpPr>
        <p:spPr>
          <a:xfrm xmlns:a="http://schemas.openxmlformats.org/drawingml/2006/main">
            <a:off x="4429125" y="5529264"/>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294"/>
              </a:lnSpc>
              <a:buNone/>
            </a:pPr>
            <a:r>
              <a:rPr sz="1911">
                <a:solidFill>
                  <a:srgbClr val="666B73"/>
                </a:solidFill>
                <a:latin typeface="Calibri (MS)"/>
                <a:ea typeface="Calibri (MS)"/>
                <a:cs typeface="Calibri (MS)"/>
              </a:rPr>
              <a:t>서비스 설계·파이프라인·평가 데이터 구축과 검수 방법</a:t>
            </a:r>
          </a:p>
        </p:txBody>
      </p:sp>
      <p:sp>
        <p:nvSpPr>
          <p:cNvPr id="23" name="Freeform 23">
            <a:extLst xmlns:a="http://schemas.openxmlformats.org/drawingml/2006/main">
              <a:ext uri="{FF2B5EF4-FFF2-40B4-BE49-F238E27FC236}">
                <a16:creationId xmlns:a16="http://schemas.microsoft.com/office/drawing/2014/main" id="{097B985C-18E4-4FFA-8148-248B26B129C9}"/>
              </a:ext>
            </a:extLst>
          </p:cNvPr>
          <p:cNvSpPr>
            <a:spLocks xmlns:a="http://schemas.openxmlformats.org/drawingml/2006/main" noGrp="1"/>
          </p:cNvSpPr>
          <p:nvPr/>
        </p:nvSpPr>
        <p:spPr>
          <a:xfrm xmlns:a="http://schemas.openxmlformats.org/drawingml/2006/main">
            <a:off x="485775" y="9544050"/>
            <a:ext cx="17316450" cy="14288"/>
          </a:xfrm>
          <a:custGeom xmlns:a="http://schemas.openxmlformats.org/drawingml/2006/main">
            <a:rect l="l" t="t" r="r" b="b"/>
            <a:pathLst>
              <a:path w="23088600" h="19050">
                <a:moveTo>
                  <a:pt x="0" y="0"/>
                </a:moveTo>
                <a:lnTo>
                  <a:pt x="23088600" y="0"/>
                </a:lnTo>
                <a:lnTo>
                  <a:pt x="23088600" y="19050"/>
                </a:lnTo>
                <a:lnTo>
                  <a:pt x="0" y="19050"/>
                </a:lnTo>
                <a:close/>
              </a:path>
            </a:pathLst>
          </a:custGeom>
          <a:solidFill xmlns:a="http://schemas.openxmlformats.org/drawingml/2006/main">
            <a:srgbClr val="8EADE0"/>
          </a:solid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9F365225-8EB9-471F-9CBD-458CAEBB6F04}"/>
              </a:ext>
            </a:extLst>
          </p:cNvPr>
          <p:cNvSpPr>
            <a:spLocks xmlns:a="http://schemas.openxmlformats.org/drawingml/2006/main" noGrp="1"/>
          </p:cNvSpPr>
          <p:nvPr/>
        </p:nvSpPr>
        <p:spPr>
          <a:xfrm xmlns:a="http://schemas.openxmlformats.org/drawingml/2006/main">
            <a:off x="500062"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58b98cf49e864361">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7" name="Freeform 27">
            <a:extLst xmlns:a="http://schemas.openxmlformats.org/drawingml/2006/main">
              <a:ext uri="{FF2B5EF4-FFF2-40B4-BE49-F238E27FC236}">
                <a16:creationId xmlns:a16="http://schemas.microsoft.com/office/drawing/2014/main" id="{E82FDDEE-A381-47F5-AB9A-6296B5075A1B}"/>
              </a:ext>
            </a:extLst>
          </p:cNvPr>
          <p:cNvSpPr>
            <a:spLocks xmlns:a="http://schemas.openxmlformats.org/drawingml/2006/main" noGrp="1"/>
          </p:cNvSpPr>
          <p:nvPr/>
        </p:nvSpPr>
        <p:spPr>
          <a:xfrm xmlns:a="http://schemas.openxmlformats.org/drawingml/2006/main">
            <a:off x="500062"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d244c5e97e2d4cca">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8" name="TextBox 28">
            <a:extLst xmlns:a="http://schemas.openxmlformats.org/drawingml/2006/main">
              <a:ext uri="{FF2B5EF4-FFF2-40B4-BE49-F238E27FC236}">
                <a16:creationId xmlns:a16="http://schemas.microsoft.com/office/drawing/2014/main" id="{6254C215-773B-444B-8475-0B0058A0616C}"/>
              </a:ext>
            </a:extLst>
          </p:cNvPr>
          <p:cNvSpPr>
            <a:spLocks xmlns:a="http://schemas.openxmlformats.org/drawingml/2006/main" noGrp="1"/>
          </p:cNvSpPr>
          <p:nvPr/>
        </p:nvSpPr>
        <p:spPr>
          <a:xfrm xmlns:a="http://schemas.openxmlformats.org/drawingml/2006/main">
            <a:off x="500062"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D7E4F7"/>
                </a:solidFill>
                <a:latin typeface="Calibri (MS)"/>
                <a:ea typeface="Calibri (MS)"/>
                <a:cs typeface="Calibri (MS)"/>
              </a:rPr>
              <a:t>KDIC AI 챗봇 서비스 구축 | 와쿠와쿠 6조</a:t>
            </a:r>
          </a:p>
        </p:txBody>
      </p:sp>
      <p:sp>
        <p:nvSpPr>
          <p:cNvPr id="30" name="Freeform 30">
            <a:extLst xmlns:a="http://schemas.openxmlformats.org/drawingml/2006/main">
              <a:ext uri="{FF2B5EF4-FFF2-40B4-BE49-F238E27FC236}">
                <a16:creationId xmlns:a16="http://schemas.microsoft.com/office/drawing/2014/main" id="{994D5192-71CE-43F4-9CCF-45649A50E6FA}"/>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58b98cf49e864361">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2" name="Freeform 32">
            <a:extLst xmlns:a="http://schemas.openxmlformats.org/drawingml/2006/main">
              <a:ext uri="{FF2B5EF4-FFF2-40B4-BE49-F238E27FC236}">
                <a16:creationId xmlns:a16="http://schemas.microsoft.com/office/drawing/2014/main" id="{6607D6E5-CFA0-4A73-B30A-FD8C09CC271C}"/>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d244c5e97e2d4cca">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3" name="TextBox 33">
            <a:extLst xmlns:a="http://schemas.openxmlformats.org/drawingml/2006/main">
              <a:ext uri="{FF2B5EF4-FFF2-40B4-BE49-F238E27FC236}">
                <a16:creationId xmlns:a16="http://schemas.microsoft.com/office/drawing/2014/main" id="{C7447421-0B4D-4333-857A-5C1C6678C353}"/>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FFFFFF"/>
                </a:solidFill>
                <a:latin typeface="Calibri (MS) Bold"/>
                <a:ea typeface="Calibri (MS) Bold"/>
                <a:cs typeface="Calibri (MS) Bold"/>
              </a:rPr>
              <a:t>09</a:t>
            </a:r>
          </a:p>
        </p:txBody>
      </p:sp>
    </p:spTree>
    <p:extLst>
      <p:ext uri="{BB962C8B-B14F-4D97-AF65-F5344CB8AC3E}">
        <p14:creationId xmlns:p14="http://schemas.microsoft.com/office/powerpoint/2010/main" val="2026402034"/>
      </p:ext>
    </p:extLst>
  </p:cSld>
</p:sld>
</file>

<file path=ppt/slides/slide9.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BA96677-51AD-4630-9EA6-2859051E9523}"/>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bc50abf292fc4a85">
              <a:extLst>
                <a:ext uri="{96DAC541-7B7A-43D3-8B79-37D633B846F1}">
                  <asvg:svgBlip xmlns:asvg="http://schemas.microsoft.com/office/drawing/2016/SVG/main" r:embed="Rd1392c2f7bd041b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437EBD3-8CCC-4B36-A78A-04913E9A7C6F}"/>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86c9b6cf63ee4fa7">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C240ECD5-91FE-4C33-A7E1-ED7CE387D586}"/>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c533b2f351d44d59">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E66CDC8F-22A9-4E22-8910-8A9596C2A02B}"/>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프로젝트 수행 절차 및 방법</a:t>
            </a:r>
          </a:p>
        </p:txBody>
      </p:sp>
      <p:sp>
        <p:nvSpPr>
          <p:cNvPr id="9" name="Freeform 9">
            <a:extLst xmlns:a="http://schemas.openxmlformats.org/drawingml/2006/main">
              <a:ext uri="{FF2B5EF4-FFF2-40B4-BE49-F238E27FC236}">
                <a16:creationId xmlns:a16="http://schemas.microsoft.com/office/drawing/2014/main" id="{8B5254E9-E5DE-418A-8964-EEBE217A9F7D}"/>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86c9b6cf63ee4fa7">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8CF8C491-329B-4A9D-9C3B-EAB728BA7255}"/>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c533b2f351d44d59">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F8724B1A-6864-46E6-9D70-B0EBC7C6DE2A}"/>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프로젝트 수행 과정을 단계별로 제시합니다</a:t>
            </a:r>
          </a:p>
        </p:txBody>
      </p:sp>
      <p:sp>
        <p:nvSpPr>
          <p:cNvPr id="14" name="Freeform 14">
            <a:extLst xmlns:a="http://schemas.openxmlformats.org/drawingml/2006/main">
              <a:ext uri="{FF2B5EF4-FFF2-40B4-BE49-F238E27FC236}">
                <a16:creationId xmlns:a16="http://schemas.microsoft.com/office/drawing/2014/main" id="{90AE371E-379B-48FC-8647-C6BC0782CA8D}"/>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86c9b6cf63ee4fa7">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6FC0E0A9-0EEF-47BD-8E3E-DDD70C17987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c533b2f351d44d59">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FB04D66B-2163-43E1-9D10-1C91BDF26325}"/>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사용자 흐름을 먼저 정하고, 데이터·검색·평가 구조를 역으로 설계</a:t>
            </a:r>
          </a:p>
        </p:txBody>
      </p:sp>
      <p:sp>
        <p:nvSpPr>
          <p:cNvPr id="19" name="Freeform 19">
            <a:extLst xmlns:a="http://schemas.openxmlformats.org/drawingml/2006/main">
              <a:ext uri="{FF2B5EF4-FFF2-40B4-BE49-F238E27FC236}">
                <a16:creationId xmlns:a16="http://schemas.microsoft.com/office/drawing/2014/main" id="{9114AAEE-FC56-4C08-998C-197EEBDE0EEB}"/>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EDEAD8CA-F579-4D97-9320-1E06B31AC58B}"/>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2979A2AA-4F50-41DD-884B-B8C864C1F6FC}"/>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86c9b6cf63ee4fa7">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D26CCC1B-1713-44F1-A190-97380C36AF01}"/>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c533b2f351d44d59">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C01A6E0B-F436-42FC-BB7E-FAC6567B4210}"/>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8B3901CF-6914-41AA-AFC9-71F58F5C09F9}"/>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86c9b6cf63ee4fa7">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4C4D0AEC-307E-4809-8931-0523A43040AC}"/>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c533b2f351d44d59">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707147A7-C67B-450D-873B-8537B4CF19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10</a:t>
            </a:r>
          </a:p>
        </p:txBody>
      </p:sp>
      <p:sp>
        <p:nvSpPr>
          <p:cNvPr id="33" name="Freeform 33">
            <a:extLst xmlns:a="http://schemas.openxmlformats.org/drawingml/2006/main">
              <a:ext uri="{FF2B5EF4-FFF2-40B4-BE49-F238E27FC236}">
                <a16:creationId xmlns:a16="http://schemas.microsoft.com/office/drawing/2014/main" id="{D71AA98A-64C7-4AD9-9D28-7FCB662A65CB}"/>
              </a:ext>
            </a:extLst>
          </p:cNvPr>
          <p:cNvSpPr>
            <a:spLocks xmlns:a="http://schemas.openxmlformats.org/drawingml/2006/main" noGrp="1"/>
          </p:cNvSpPr>
          <p:nvPr/>
        </p:nvSpPr>
        <p:spPr>
          <a:xfrm xmlns:a="http://schemas.openxmlformats.org/drawingml/2006/main">
            <a:off x="2900362" y="4343400"/>
            <a:ext cx="1000125" cy="71438"/>
          </a:xfrm>
          <a:custGeom xmlns:a="http://schemas.openxmlformats.org/drawingml/2006/main">
            <a:rect l="l" t="t" r="r" b="b"/>
            <a:pathLst>
              <a:path w="1333500" h="95250">
                <a:moveTo>
                  <a:pt x="0" y="0"/>
                </a:moveTo>
                <a:lnTo>
                  <a:pt x="1333500" y="0"/>
                </a:lnTo>
                <a:lnTo>
                  <a:pt x="1333500" y="95250"/>
                </a:lnTo>
                <a:lnTo>
                  <a:pt x="0" y="95250"/>
                </a:lnTo>
                <a:close/>
              </a:path>
            </a:pathLst>
          </a:custGeom>
          <a:solidFill xmlns:a="http://schemas.openxmlformats.org/drawingml/2006/main">
            <a:srgbClr val="9ED7D4"/>
          </a:solid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4A853020-9BF6-483E-A0A6-BA88A15A1DFF}"/>
              </a:ext>
            </a:extLst>
          </p:cNvPr>
          <p:cNvSpPr>
            <a:spLocks xmlns:a="http://schemas.openxmlformats.org/drawingml/2006/main" noGrp="1"/>
          </p:cNvSpPr>
          <p:nvPr/>
        </p:nvSpPr>
        <p:spPr>
          <a:xfrm xmlns:a="http://schemas.openxmlformats.org/drawingml/2006/main">
            <a:off x="528638" y="3629025"/>
            <a:ext cx="2457450" cy="1528762"/>
          </a:xfrm>
          <a:custGeom xmlns:a="http://schemas.openxmlformats.org/drawingml/2006/main">
            <a:rect l="l" t="t" r="r" b="b"/>
            <a:pathLst>
              <a:path w="2457450" h="1528762">
                <a:moveTo>
                  <a:pt x="0" y="0"/>
                </a:moveTo>
                <a:lnTo>
                  <a:pt x="2457450" y="0"/>
                </a:lnTo>
                <a:lnTo>
                  <a:pt x="2457450" y="1528763"/>
                </a:lnTo>
                <a:lnTo>
                  <a:pt x="0" y="1528763"/>
                </a:lnTo>
                <a:lnTo>
                  <a:pt x="0" y="0"/>
                </a:lnTo>
                <a:close/>
              </a:path>
            </a:pathLst>
          </a:custGeom>
          <a:blipFill xmlns:a="http://schemas.openxmlformats.org/drawingml/2006/main">
            <a:blip xmlns:r="http://schemas.openxmlformats.org/officeDocument/2006/relationships" r:embed="Re1e82d1e4e584ba5">
              <a:extLst>
                <a:ext uri="{96DAC541-7B7A-43D3-8B79-37D633B846F1}">
                  <asvg:svgBlip xmlns:asvg="http://schemas.microsoft.com/office/drawing/2016/SVG/main" r:embed="R172d27d4e8a14ca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83F6031D-3F67-4097-9E88-700BAE1536C1}"/>
              </a:ext>
            </a:extLst>
          </p:cNvPr>
          <p:cNvSpPr>
            <a:spLocks xmlns:a="http://schemas.openxmlformats.org/drawingml/2006/main" noGrp="1"/>
          </p:cNvSpPr>
          <p:nvPr/>
        </p:nvSpPr>
        <p:spPr>
          <a:xfrm xmlns:a="http://schemas.openxmlformats.org/drawingml/2006/main">
            <a:off x="771525" y="3871912"/>
            <a:ext cx="485775" cy="485775"/>
          </a:xfrm>
          <a:custGeom xmlns:a="http://schemas.openxmlformats.org/drawingml/2006/main">
            <a:rect l="l" t="t" r="r" b="b"/>
            <a:pathLst>
              <a:path w="647700" h="647700">
                <a:moveTo>
                  <a:pt x="0" y="323850"/>
                </a:moveTo>
                <a:cubicBezTo>
                  <a:pt x="0" y="145034"/>
                  <a:pt x="145034" y="0"/>
                  <a:pt x="323850" y="0"/>
                </a:cubicBezTo>
                <a:cubicBezTo>
                  <a:pt x="502666" y="0"/>
                  <a:pt x="647700" y="145034"/>
                  <a:pt x="647700" y="323850"/>
                </a:cubicBezTo>
                <a:cubicBezTo>
                  <a:pt x="647700" y="502666"/>
                  <a:pt x="502666" y="647700"/>
                  <a:pt x="323850" y="647700"/>
                </a:cubicBezTo>
                <a:cubicBezTo>
                  <a:pt x="145034" y="647700"/>
                  <a:pt x="0" y="502666"/>
                  <a:pt x="0" y="3238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38" name="Freeform 38">
            <a:extLst xmlns:a="http://schemas.openxmlformats.org/drawingml/2006/main">
              <a:ext uri="{FF2B5EF4-FFF2-40B4-BE49-F238E27FC236}">
                <a16:creationId xmlns:a16="http://schemas.microsoft.com/office/drawing/2014/main" id="{EEA84D55-EF7F-48D6-8C81-BECDD585DB8F}"/>
              </a:ext>
            </a:extLst>
          </p:cNvPr>
          <p:cNvSpPr>
            <a:spLocks xmlns:a="http://schemas.openxmlformats.org/drawingml/2006/main" noGrp="1"/>
          </p:cNvSpPr>
          <p:nvPr/>
        </p:nvSpPr>
        <p:spPr>
          <a:xfrm xmlns:a="http://schemas.openxmlformats.org/drawingml/2006/main">
            <a:off x="771525" y="3871912"/>
            <a:ext cx="485775" cy="485775"/>
          </a:xfrm>
          <a:custGeom xmlns:a="http://schemas.openxmlformats.org/drawingml/2006/main">
            <a:rect l="l" t="t" r="r" b="b"/>
            <a:pathLst>
              <a:path w="647700" h="647700">
                <a:moveTo>
                  <a:pt x="0" y="0"/>
                </a:moveTo>
                <a:lnTo>
                  <a:pt x="647700" y="0"/>
                </a:lnTo>
                <a:lnTo>
                  <a:pt x="647700" y="647700"/>
                </a:lnTo>
                <a:lnTo>
                  <a:pt x="0" y="647700"/>
                </a:lnTo>
                <a:close/>
              </a:path>
            </a:pathLst>
          </a:custGeom>
          <a:blipFill xmlns:a="http://schemas.openxmlformats.org/drawingml/2006/main">
            <a:blip xmlns:r="http://schemas.openxmlformats.org/officeDocument/2006/relationships" r:embed="R86c9b6cf63ee4fa7">
              <a:alphaModFix amt="0"/>
            </a:blip>
            <a:stretch>
              <a:fillRect l="-78392" t="0" r="-78394"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19F2C076-5110-4124-B0AF-859E47A01F2B}"/>
              </a:ext>
            </a:extLst>
          </p:cNvPr>
          <p:cNvSpPr>
            <a:spLocks xmlns:a="http://schemas.openxmlformats.org/drawingml/2006/main" noGrp="1"/>
          </p:cNvSpPr>
          <p:nvPr/>
        </p:nvSpPr>
        <p:spPr>
          <a:xfrm xmlns:a="http://schemas.openxmlformats.org/drawingml/2006/main">
            <a:off x="771525" y="3843338"/>
            <a:ext cx="485775" cy="514350"/>
          </a:xfrm>
          <a:custGeom xmlns:a="http://schemas.openxmlformats.org/drawingml/2006/main">
            <a:rect l="l" t="t" r="r" b="b"/>
            <a:pathLst>
              <a:path w="647700" h="685800">
                <a:moveTo>
                  <a:pt x="0" y="0"/>
                </a:moveTo>
                <a:lnTo>
                  <a:pt x="647700" y="0"/>
                </a:lnTo>
                <a:lnTo>
                  <a:pt x="647700" y="685800"/>
                </a:lnTo>
                <a:lnTo>
                  <a:pt x="0" y="685800"/>
                </a:lnTo>
                <a:close/>
              </a:path>
            </a:pathLst>
          </a:custGeom>
          <a:blipFill xmlns:a="http://schemas.openxmlformats.org/drawingml/2006/main">
            <a:blip xmlns:r="http://schemas.openxmlformats.org/officeDocument/2006/relationships" r:embed="Rc533b2f351d44d59">
              <a:alphaModFix amt="0"/>
            </a:blip>
            <a:stretch>
              <a:fillRect l="-85850" t="0" r="-85850" b="0"/>
            </a:stretch>
          </a:blipFill>
        </p:spPr>
        <p:txBody>
          <a:bodyPr xmlns:a="http://schemas.openxmlformats.org/drawingml/2006/main"/>
          <a:lstStyle xmlns:a="http://schemas.openxmlformats.org/drawingml/2006/main"/>
          <a:p xmlns:a="http://schemas.openxmlformats.org/drawingml/2006/main"/>
        </p:txBody>
      </p:sp>
      <p:sp>
        <p:nvSpPr>
          <p:cNvPr id="41" name="TextBox 41">
            <a:extLst xmlns:a="http://schemas.openxmlformats.org/drawingml/2006/main">
              <a:ext uri="{FF2B5EF4-FFF2-40B4-BE49-F238E27FC236}">
                <a16:creationId xmlns:a16="http://schemas.microsoft.com/office/drawing/2014/main" id="{2D8CE493-1D50-4C17-8C87-966CB4E28EBE}"/>
              </a:ext>
            </a:extLst>
          </p:cNvPr>
          <p:cNvSpPr>
            <a:spLocks xmlns:a="http://schemas.openxmlformats.org/drawingml/2006/main" noGrp="1"/>
          </p:cNvSpPr>
          <p:nvPr/>
        </p:nvSpPr>
        <p:spPr>
          <a:xfrm xmlns:a="http://schemas.openxmlformats.org/drawingml/2006/main">
            <a:off x="771525" y="3814763"/>
            <a:ext cx="485775" cy="542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25"/>
              </a:lnSpc>
              <a:buNone/>
            </a:pPr>
            <a:r>
              <a:rPr sz="1686" b="1">
                <a:solidFill>
                  <a:srgbClr val="FFFFFF"/>
                </a:solidFill>
                <a:latin typeface="Calibri (MS) Bold"/>
                <a:ea typeface="Calibri (MS) Bold"/>
                <a:cs typeface="Calibri (MS) Bold"/>
              </a:rPr>
              <a:t>1</a:t>
            </a:r>
          </a:p>
        </p:txBody>
      </p:sp>
      <p:sp>
        <p:nvSpPr>
          <p:cNvPr id="43" name="Freeform 43">
            <a:extLst xmlns:a="http://schemas.openxmlformats.org/drawingml/2006/main">
              <a:ext uri="{FF2B5EF4-FFF2-40B4-BE49-F238E27FC236}">
                <a16:creationId xmlns:a16="http://schemas.microsoft.com/office/drawing/2014/main" id="{7C9EE16D-E7D4-4406-9AF5-70A6116A4D80}"/>
              </a:ext>
            </a:extLst>
          </p:cNvPr>
          <p:cNvSpPr>
            <a:spLocks xmlns:a="http://schemas.openxmlformats.org/drawingml/2006/main" noGrp="1"/>
          </p:cNvSpPr>
          <p:nvPr/>
        </p:nvSpPr>
        <p:spPr>
          <a:xfrm xmlns:a="http://schemas.openxmlformats.org/drawingml/2006/main">
            <a:off x="1371600" y="3829050"/>
            <a:ext cx="1400175" cy="542925"/>
          </a:xfrm>
          <a:custGeom xmlns:a="http://schemas.openxmlformats.org/drawingml/2006/main">
            <a:rect l="l" t="t" r="r" b="b"/>
            <a:pathLst>
              <a:path w="1866900" h="723900">
                <a:moveTo>
                  <a:pt x="0" y="0"/>
                </a:moveTo>
                <a:lnTo>
                  <a:pt x="1866900" y="0"/>
                </a:lnTo>
                <a:lnTo>
                  <a:pt x="1866900" y="723900"/>
                </a:lnTo>
                <a:lnTo>
                  <a:pt x="0" y="723900"/>
                </a:lnTo>
                <a:close/>
              </a:path>
            </a:pathLst>
          </a:custGeom>
          <a:blipFill xmlns:a="http://schemas.openxmlformats.org/drawingml/2006/main">
            <a:blip xmlns:r="http://schemas.openxmlformats.org/officeDocument/2006/relationships" r:embed="R86c9b6cf63ee4fa7">
              <a:alphaModFix amt="0"/>
            </a:blip>
            <a:stretch>
              <a:fillRect l="0" t="-215" r="0" b="-215"/>
            </a:stretch>
          </a:blipFill>
        </p:spPr>
        <p:txBody>
          <a:bodyPr xmlns:a="http://schemas.openxmlformats.org/drawingml/2006/main"/>
          <a:lstStyle xmlns:a="http://schemas.openxmlformats.org/drawingml/2006/main"/>
          <a:p xmlns:a="http://schemas.openxmlformats.org/drawingml/2006/main"/>
        </p:txBody>
      </p:sp>
      <p:sp>
        <p:nvSpPr>
          <p:cNvPr id="45" name="Freeform 45">
            <a:extLst xmlns:a="http://schemas.openxmlformats.org/drawingml/2006/main">
              <a:ext uri="{FF2B5EF4-FFF2-40B4-BE49-F238E27FC236}">
                <a16:creationId xmlns:a16="http://schemas.microsoft.com/office/drawing/2014/main" id="{B8767C44-8A67-4C65-9E1D-C0D60282D032}"/>
              </a:ext>
            </a:extLst>
          </p:cNvPr>
          <p:cNvSpPr>
            <a:spLocks xmlns:a="http://schemas.openxmlformats.org/drawingml/2006/main" noGrp="1"/>
          </p:cNvSpPr>
          <p:nvPr/>
        </p:nvSpPr>
        <p:spPr>
          <a:xfrm xmlns:a="http://schemas.openxmlformats.org/drawingml/2006/main">
            <a:off x="1371600" y="3800475"/>
            <a:ext cx="1400175" cy="571500"/>
          </a:xfrm>
          <a:custGeom xmlns:a="http://schemas.openxmlformats.org/drawingml/2006/main">
            <a:rect l="l" t="t" r="r" b="b"/>
            <a:pathLst>
              <a:path w="1866900" h="762000">
                <a:moveTo>
                  <a:pt x="0" y="0"/>
                </a:moveTo>
                <a:lnTo>
                  <a:pt x="1866900" y="0"/>
                </a:lnTo>
                <a:lnTo>
                  <a:pt x="1866900" y="762000"/>
                </a:lnTo>
                <a:lnTo>
                  <a:pt x="0" y="762000"/>
                </a:lnTo>
                <a:close/>
              </a:path>
            </a:pathLst>
          </a:custGeom>
          <a:blipFill xmlns:a="http://schemas.openxmlformats.org/drawingml/2006/main">
            <a:blip xmlns:r="http://schemas.openxmlformats.org/officeDocument/2006/relationships" r:embed="Rc533b2f351d44d59">
              <a:alphaModFix amt="0"/>
            </a:blip>
            <a:stretch>
              <a:fillRect l="-2368" t="0" r="-2368" b="0"/>
            </a:stretch>
          </a:blipFill>
        </p:spPr>
        <p:txBody>
          <a:bodyPr xmlns:a="http://schemas.openxmlformats.org/drawingml/2006/main"/>
          <a:lstStyle xmlns:a="http://schemas.openxmlformats.org/drawingml/2006/main"/>
          <a:p xmlns:a="http://schemas.openxmlformats.org/drawingml/2006/main"/>
        </p:txBody>
      </p:sp>
      <p:sp>
        <p:nvSpPr>
          <p:cNvPr id="46" name="TextBox 46">
            <a:extLst xmlns:a="http://schemas.openxmlformats.org/drawingml/2006/main">
              <a:ext uri="{FF2B5EF4-FFF2-40B4-BE49-F238E27FC236}">
                <a16:creationId xmlns:a16="http://schemas.microsoft.com/office/drawing/2014/main" id="{1D758A0B-7115-4164-BBB2-C80343DF24D0}"/>
              </a:ext>
            </a:extLst>
          </p:cNvPr>
          <p:cNvSpPr>
            <a:spLocks xmlns:a="http://schemas.openxmlformats.org/drawingml/2006/main" noGrp="1"/>
          </p:cNvSpPr>
          <p:nvPr/>
        </p:nvSpPr>
        <p:spPr>
          <a:xfrm xmlns:a="http://schemas.openxmlformats.org/drawingml/2006/main">
            <a:off x="1371600" y="3771900"/>
            <a:ext cx="1400175" cy="6000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294"/>
              </a:lnSpc>
              <a:buNone/>
            </a:pPr>
            <a:r>
              <a:rPr sz="1911" b="1">
                <a:solidFill>
                  <a:srgbClr val="202020"/>
                </a:solidFill>
                <a:latin typeface="Calibri (MS) Bold"/>
                <a:ea typeface="Calibri (MS) Bold"/>
                <a:cs typeface="Calibri (MS) Bold"/>
              </a:rPr>
              <a:t>현황 분석</a:t>
            </a:r>
          </a:p>
        </p:txBody>
      </p:sp>
      <p:sp>
        <p:nvSpPr>
          <p:cNvPr id="48" name="Freeform 48">
            <a:extLst xmlns:a="http://schemas.openxmlformats.org/drawingml/2006/main">
              <a:ext uri="{FF2B5EF4-FFF2-40B4-BE49-F238E27FC236}">
                <a16:creationId xmlns:a16="http://schemas.microsoft.com/office/drawing/2014/main" id="{DD031067-29BE-41EA-983F-B1E6B2B8EC83}"/>
              </a:ext>
            </a:extLst>
          </p:cNvPr>
          <p:cNvSpPr>
            <a:spLocks xmlns:a="http://schemas.openxmlformats.org/drawingml/2006/main" noGrp="1"/>
          </p:cNvSpPr>
          <p:nvPr/>
        </p:nvSpPr>
        <p:spPr>
          <a:xfrm xmlns:a="http://schemas.openxmlformats.org/drawingml/2006/main">
            <a:off x="771525" y="4500562"/>
            <a:ext cx="1971675" cy="371475"/>
          </a:xfrm>
          <a:custGeom xmlns:a="http://schemas.openxmlformats.org/drawingml/2006/main">
            <a:rect l="l" t="t" r="r" b="b"/>
            <a:pathLst>
              <a:path w="2628900" h="495300">
                <a:moveTo>
                  <a:pt x="0" y="0"/>
                </a:moveTo>
                <a:lnTo>
                  <a:pt x="2628900" y="0"/>
                </a:lnTo>
                <a:lnTo>
                  <a:pt x="2628900" y="495300"/>
                </a:lnTo>
                <a:lnTo>
                  <a:pt x="0" y="495300"/>
                </a:lnTo>
                <a:close/>
              </a:path>
            </a:pathLst>
          </a:custGeom>
          <a:blipFill xmlns:a="http://schemas.openxmlformats.org/drawingml/2006/main">
            <a:blip xmlns:r="http://schemas.openxmlformats.org/officeDocument/2006/relationships" r:embed="R86c9b6cf63ee4fa7">
              <a:alphaModFix amt="0"/>
            </a:blip>
            <a:stretch>
              <a:fillRect l="0" t="-53348" r="0" b="-53348"/>
            </a:stretch>
          </a:blipFill>
        </p:spPr>
        <p:txBody>
          <a:bodyPr xmlns:a="http://schemas.openxmlformats.org/drawingml/2006/main"/>
          <a:lstStyle xmlns:a="http://schemas.openxmlformats.org/drawingml/2006/main"/>
          <a:p xmlns:a="http://schemas.openxmlformats.org/drawingml/2006/main"/>
        </p:txBody>
      </p:sp>
      <p:sp>
        <p:nvSpPr>
          <p:cNvPr id="50" name="Freeform 50">
            <a:extLst xmlns:a="http://schemas.openxmlformats.org/drawingml/2006/main">
              <a:ext uri="{FF2B5EF4-FFF2-40B4-BE49-F238E27FC236}">
                <a16:creationId xmlns:a16="http://schemas.microsoft.com/office/drawing/2014/main" id="{1F1D40D5-37F5-4A4D-A801-E4B1AA23884B}"/>
              </a:ext>
            </a:extLst>
          </p:cNvPr>
          <p:cNvSpPr>
            <a:spLocks xmlns:a="http://schemas.openxmlformats.org/drawingml/2006/main" noGrp="1"/>
          </p:cNvSpPr>
          <p:nvPr/>
        </p:nvSpPr>
        <p:spPr>
          <a:xfrm xmlns:a="http://schemas.openxmlformats.org/drawingml/2006/main">
            <a:off x="771525" y="4486275"/>
            <a:ext cx="1971675" cy="686925"/>
          </a:xfrm>
          <a:custGeom xmlns:a="http://schemas.openxmlformats.org/drawingml/2006/main">
            <a:rect l="l" t="t" r="r" b="b"/>
            <a:pathLst>
              <a:path w="2628900" h="915900">
                <a:moveTo>
                  <a:pt x="0" y="0"/>
                </a:moveTo>
                <a:lnTo>
                  <a:pt x="2628900" y="0"/>
                </a:lnTo>
                <a:lnTo>
                  <a:pt x="2628900" y="915900"/>
                </a:lnTo>
                <a:lnTo>
                  <a:pt x="0" y="915900"/>
                </a:lnTo>
                <a:close/>
              </a:path>
            </a:pathLst>
          </a:custGeom>
          <a:blipFill xmlns:a="http://schemas.openxmlformats.org/drawingml/2006/main">
            <a:blip xmlns:r="http://schemas.openxmlformats.org/officeDocument/2006/relationships" r:embed="Rc533b2f351d44d59">
              <a:alphaModFix amt="0"/>
            </a:blip>
            <a:stretch>
              <a:fillRect l="0" t="-27848" r="0" b="15993"/>
            </a:stretch>
          </a:blipFill>
        </p:spPr>
        <p:txBody>
          <a:bodyPr xmlns:a="http://schemas.openxmlformats.org/drawingml/2006/main"/>
          <a:lstStyle xmlns:a="http://schemas.openxmlformats.org/drawingml/2006/main"/>
          <a:p xmlns:a="http://schemas.openxmlformats.org/drawingml/2006/main"/>
        </p:txBody>
      </p:sp>
      <p:sp>
        <p:nvSpPr>
          <p:cNvPr id="51" name="TextBox 51">
            <a:extLst xmlns:a="http://schemas.openxmlformats.org/drawingml/2006/main">
              <a:ext uri="{FF2B5EF4-FFF2-40B4-BE49-F238E27FC236}">
                <a16:creationId xmlns:a16="http://schemas.microsoft.com/office/drawing/2014/main" id="{327D02F4-0699-4EAE-9537-F589530FEBB5}"/>
              </a:ext>
            </a:extLst>
          </p:cNvPr>
          <p:cNvSpPr>
            <a:spLocks xmlns:a="http://schemas.openxmlformats.org/drawingml/2006/main" noGrp="1"/>
          </p:cNvSpPr>
          <p:nvPr/>
        </p:nvSpPr>
        <p:spPr>
          <a:xfrm xmlns:a="http://schemas.openxmlformats.org/drawingml/2006/main">
            <a:off x="771525" y="4471988"/>
            <a:ext cx="1971675" cy="70121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프로젝트 1 산출물과</a:t>
            </a:r>
          </a:p>
          <a:p xmlns:a="http://schemas.openxmlformats.org/drawingml/2006/main">
            <a:pPr algn="l">
              <a:lnSpc>
                <a:spcPts val="1888"/>
              </a:lnSpc>
              <a:buNone/>
            </a:pPr>
            <a:r>
              <a:rPr sz="1575">
                <a:solidFill>
                  <a:srgbClr val="9299A3"/>
                </a:solidFill>
                <a:latin typeface="Calibri (MS)"/>
                <a:ea typeface="Calibri (MS)"/>
                <a:cs typeface="Calibri (MS)"/>
              </a:rPr>
              <a:t>기존 챗봇 한계 정리</a:t>
            </a:r>
          </a:p>
        </p:txBody>
      </p:sp>
      <p:sp>
        <p:nvSpPr>
          <p:cNvPr id="53" name="Freeform 53">
            <a:extLst xmlns:a="http://schemas.openxmlformats.org/drawingml/2006/main">
              <a:ext uri="{FF2B5EF4-FFF2-40B4-BE49-F238E27FC236}">
                <a16:creationId xmlns:a16="http://schemas.microsoft.com/office/drawing/2014/main" id="{5DCEC6B8-1CF5-42B2-B2FC-ACB1154915D5}"/>
              </a:ext>
            </a:extLst>
          </p:cNvPr>
          <p:cNvSpPr>
            <a:spLocks xmlns:a="http://schemas.openxmlformats.org/drawingml/2006/main" noGrp="1"/>
          </p:cNvSpPr>
          <p:nvPr/>
        </p:nvSpPr>
        <p:spPr>
          <a:xfrm xmlns:a="http://schemas.openxmlformats.org/drawingml/2006/main">
            <a:off x="5757862" y="4343400"/>
            <a:ext cx="1000125" cy="71438"/>
          </a:xfrm>
          <a:custGeom xmlns:a="http://schemas.openxmlformats.org/drawingml/2006/main">
            <a:rect l="l" t="t" r="r" b="b"/>
            <a:pathLst>
              <a:path w="1333500" h="95250">
                <a:moveTo>
                  <a:pt x="0" y="0"/>
                </a:moveTo>
                <a:lnTo>
                  <a:pt x="1333500" y="0"/>
                </a:lnTo>
                <a:lnTo>
                  <a:pt x="1333500" y="95250"/>
                </a:lnTo>
                <a:lnTo>
                  <a:pt x="0" y="95250"/>
                </a:lnTo>
                <a:close/>
              </a:path>
            </a:pathLst>
          </a:custGeom>
          <a:solidFill xmlns:a="http://schemas.openxmlformats.org/drawingml/2006/main">
            <a:srgbClr val="9ED7D4"/>
          </a:solidFill>
        </p:spPr>
        <p:txBody>
          <a:bodyPr xmlns:a="http://schemas.openxmlformats.org/drawingml/2006/main"/>
          <a:lstStyle xmlns:a="http://schemas.openxmlformats.org/drawingml/2006/main"/>
          <a:p xmlns:a="http://schemas.openxmlformats.org/drawingml/2006/main"/>
        </p:txBody>
      </p:sp>
      <p:sp>
        <p:nvSpPr>
          <p:cNvPr id="54" name="Freeform 54">
            <a:extLst xmlns:a="http://schemas.openxmlformats.org/drawingml/2006/main">
              <a:ext uri="{FF2B5EF4-FFF2-40B4-BE49-F238E27FC236}">
                <a16:creationId xmlns:a16="http://schemas.microsoft.com/office/drawing/2014/main" id="{19493305-8608-46DC-ADE5-BBDE55DC2470}"/>
              </a:ext>
            </a:extLst>
          </p:cNvPr>
          <p:cNvSpPr>
            <a:spLocks xmlns:a="http://schemas.openxmlformats.org/drawingml/2006/main" noGrp="1"/>
          </p:cNvSpPr>
          <p:nvPr/>
        </p:nvSpPr>
        <p:spPr>
          <a:xfrm xmlns:a="http://schemas.openxmlformats.org/drawingml/2006/main">
            <a:off x="3386138" y="3629025"/>
            <a:ext cx="2457450" cy="1528762"/>
          </a:xfrm>
          <a:custGeom xmlns:a="http://schemas.openxmlformats.org/drawingml/2006/main">
            <a:rect l="l" t="t" r="r" b="b"/>
            <a:pathLst>
              <a:path w="2457450" h="1528762">
                <a:moveTo>
                  <a:pt x="0" y="0"/>
                </a:moveTo>
                <a:lnTo>
                  <a:pt x="2457450" y="0"/>
                </a:lnTo>
                <a:lnTo>
                  <a:pt x="2457450" y="1528763"/>
                </a:lnTo>
                <a:lnTo>
                  <a:pt x="0" y="1528763"/>
                </a:lnTo>
                <a:lnTo>
                  <a:pt x="0" y="0"/>
                </a:lnTo>
                <a:close/>
              </a:path>
            </a:pathLst>
          </a:custGeom>
          <a:blipFill xmlns:a="http://schemas.openxmlformats.org/drawingml/2006/main">
            <a:blip xmlns:r="http://schemas.openxmlformats.org/officeDocument/2006/relationships" r:embed="Re1e82d1e4e584ba5">
              <a:extLst>
                <a:ext uri="{96DAC541-7B7A-43D3-8B79-37D633B846F1}">
                  <asvg:svgBlip xmlns:asvg="http://schemas.microsoft.com/office/drawing/2016/SVG/main" r:embed="R172d27d4e8a14ca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6" name="Freeform 56">
            <a:extLst xmlns:a="http://schemas.openxmlformats.org/drawingml/2006/main">
              <a:ext uri="{FF2B5EF4-FFF2-40B4-BE49-F238E27FC236}">
                <a16:creationId xmlns:a16="http://schemas.microsoft.com/office/drawing/2014/main" id="{22DFD14A-9E71-407A-BF2B-9D11C9E1B4DC}"/>
              </a:ext>
            </a:extLst>
          </p:cNvPr>
          <p:cNvSpPr>
            <a:spLocks xmlns:a="http://schemas.openxmlformats.org/drawingml/2006/main" noGrp="1"/>
          </p:cNvSpPr>
          <p:nvPr/>
        </p:nvSpPr>
        <p:spPr>
          <a:xfrm xmlns:a="http://schemas.openxmlformats.org/drawingml/2006/main">
            <a:off x="3629025" y="3871912"/>
            <a:ext cx="485775" cy="485775"/>
          </a:xfrm>
          <a:custGeom xmlns:a="http://schemas.openxmlformats.org/drawingml/2006/main">
            <a:rect l="l" t="t" r="r" b="b"/>
            <a:pathLst>
              <a:path w="647700" h="647700">
                <a:moveTo>
                  <a:pt x="0" y="323850"/>
                </a:moveTo>
                <a:cubicBezTo>
                  <a:pt x="0" y="145034"/>
                  <a:pt x="145034" y="0"/>
                  <a:pt x="323850" y="0"/>
                </a:cubicBezTo>
                <a:cubicBezTo>
                  <a:pt x="502666" y="0"/>
                  <a:pt x="647700" y="145034"/>
                  <a:pt x="647700" y="323850"/>
                </a:cubicBezTo>
                <a:cubicBezTo>
                  <a:pt x="647700" y="502666"/>
                  <a:pt x="502666" y="647700"/>
                  <a:pt x="323850" y="647700"/>
                </a:cubicBezTo>
                <a:cubicBezTo>
                  <a:pt x="145034" y="647700"/>
                  <a:pt x="0" y="502666"/>
                  <a:pt x="0" y="3238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58" name="Freeform 58">
            <a:extLst xmlns:a="http://schemas.openxmlformats.org/drawingml/2006/main">
              <a:ext uri="{FF2B5EF4-FFF2-40B4-BE49-F238E27FC236}">
                <a16:creationId xmlns:a16="http://schemas.microsoft.com/office/drawing/2014/main" id="{EB27E6C7-233D-4A1D-BC77-4593F35A69AC}"/>
              </a:ext>
            </a:extLst>
          </p:cNvPr>
          <p:cNvSpPr>
            <a:spLocks xmlns:a="http://schemas.openxmlformats.org/drawingml/2006/main" noGrp="1"/>
          </p:cNvSpPr>
          <p:nvPr/>
        </p:nvSpPr>
        <p:spPr>
          <a:xfrm xmlns:a="http://schemas.openxmlformats.org/drawingml/2006/main">
            <a:off x="3629025" y="3871912"/>
            <a:ext cx="485775" cy="485775"/>
          </a:xfrm>
          <a:custGeom xmlns:a="http://schemas.openxmlformats.org/drawingml/2006/main">
            <a:rect l="l" t="t" r="r" b="b"/>
            <a:pathLst>
              <a:path w="647700" h="647700">
                <a:moveTo>
                  <a:pt x="0" y="0"/>
                </a:moveTo>
                <a:lnTo>
                  <a:pt x="647700" y="0"/>
                </a:lnTo>
                <a:lnTo>
                  <a:pt x="647700" y="647700"/>
                </a:lnTo>
                <a:lnTo>
                  <a:pt x="0" y="647700"/>
                </a:lnTo>
                <a:close/>
              </a:path>
            </a:pathLst>
          </a:custGeom>
          <a:blipFill xmlns:a="http://schemas.openxmlformats.org/drawingml/2006/main">
            <a:blip xmlns:r="http://schemas.openxmlformats.org/officeDocument/2006/relationships" r:embed="R86c9b6cf63ee4fa7">
              <a:alphaModFix amt="0"/>
            </a:blip>
            <a:stretch>
              <a:fillRect l="-78392" t="0" r="-78394" b="0"/>
            </a:stretch>
          </a:blipFill>
        </p:spPr>
        <p:txBody>
          <a:bodyPr xmlns:a="http://schemas.openxmlformats.org/drawingml/2006/main"/>
          <a:lstStyle xmlns:a="http://schemas.openxmlformats.org/drawingml/2006/main"/>
          <a:p xmlns:a="http://schemas.openxmlformats.org/drawingml/2006/main"/>
        </p:txBody>
      </p:sp>
      <p:sp>
        <p:nvSpPr>
          <p:cNvPr id="60" name="Freeform 60">
            <a:extLst xmlns:a="http://schemas.openxmlformats.org/drawingml/2006/main">
              <a:ext uri="{FF2B5EF4-FFF2-40B4-BE49-F238E27FC236}">
                <a16:creationId xmlns:a16="http://schemas.microsoft.com/office/drawing/2014/main" id="{C13E2770-808F-4A5A-83B2-E03B707C6191}"/>
              </a:ext>
            </a:extLst>
          </p:cNvPr>
          <p:cNvSpPr>
            <a:spLocks xmlns:a="http://schemas.openxmlformats.org/drawingml/2006/main" noGrp="1"/>
          </p:cNvSpPr>
          <p:nvPr/>
        </p:nvSpPr>
        <p:spPr>
          <a:xfrm xmlns:a="http://schemas.openxmlformats.org/drawingml/2006/main">
            <a:off x="3629025" y="3843338"/>
            <a:ext cx="485775" cy="514350"/>
          </a:xfrm>
          <a:custGeom xmlns:a="http://schemas.openxmlformats.org/drawingml/2006/main">
            <a:rect l="l" t="t" r="r" b="b"/>
            <a:pathLst>
              <a:path w="647700" h="685800">
                <a:moveTo>
                  <a:pt x="0" y="0"/>
                </a:moveTo>
                <a:lnTo>
                  <a:pt x="647700" y="0"/>
                </a:lnTo>
                <a:lnTo>
                  <a:pt x="647700" y="685800"/>
                </a:lnTo>
                <a:lnTo>
                  <a:pt x="0" y="685800"/>
                </a:lnTo>
                <a:close/>
              </a:path>
            </a:pathLst>
          </a:custGeom>
          <a:blipFill xmlns:a="http://schemas.openxmlformats.org/drawingml/2006/main">
            <a:blip xmlns:r="http://schemas.openxmlformats.org/officeDocument/2006/relationships" r:embed="Rc533b2f351d44d59">
              <a:alphaModFix amt="0"/>
            </a:blip>
            <a:stretch>
              <a:fillRect l="-85850" t="0" r="-85850" b="0"/>
            </a:stretch>
          </a:blipFill>
        </p:spPr>
        <p:txBody>
          <a:bodyPr xmlns:a="http://schemas.openxmlformats.org/drawingml/2006/main"/>
          <a:lstStyle xmlns:a="http://schemas.openxmlformats.org/drawingml/2006/main"/>
          <a:p xmlns:a="http://schemas.openxmlformats.org/drawingml/2006/main"/>
        </p:txBody>
      </p:sp>
      <p:sp>
        <p:nvSpPr>
          <p:cNvPr id="61" name="TextBox 61">
            <a:extLst xmlns:a="http://schemas.openxmlformats.org/drawingml/2006/main">
              <a:ext uri="{FF2B5EF4-FFF2-40B4-BE49-F238E27FC236}">
                <a16:creationId xmlns:a16="http://schemas.microsoft.com/office/drawing/2014/main" id="{49DAA8EB-4F74-4F78-8D64-00159EBBF2AF}"/>
              </a:ext>
            </a:extLst>
          </p:cNvPr>
          <p:cNvSpPr>
            <a:spLocks xmlns:a="http://schemas.openxmlformats.org/drawingml/2006/main" noGrp="1"/>
          </p:cNvSpPr>
          <p:nvPr/>
        </p:nvSpPr>
        <p:spPr>
          <a:xfrm xmlns:a="http://schemas.openxmlformats.org/drawingml/2006/main">
            <a:off x="3629025" y="3814763"/>
            <a:ext cx="485775" cy="542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25"/>
              </a:lnSpc>
              <a:buNone/>
            </a:pPr>
            <a:r>
              <a:rPr sz="1686" b="1">
                <a:solidFill>
                  <a:srgbClr val="FFFFFF"/>
                </a:solidFill>
                <a:latin typeface="Calibri (MS) Bold"/>
                <a:ea typeface="Calibri (MS) Bold"/>
                <a:cs typeface="Calibri (MS) Bold"/>
              </a:rPr>
              <a:t>2</a:t>
            </a:r>
          </a:p>
        </p:txBody>
      </p:sp>
      <p:sp>
        <p:nvSpPr>
          <p:cNvPr id="63" name="Freeform 63">
            <a:extLst xmlns:a="http://schemas.openxmlformats.org/drawingml/2006/main">
              <a:ext uri="{FF2B5EF4-FFF2-40B4-BE49-F238E27FC236}">
                <a16:creationId xmlns:a16="http://schemas.microsoft.com/office/drawing/2014/main" id="{2189DC31-1FBF-4C44-9D8B-4EC92B12D973}"/>
              </a:ext>
            </a:extLst>
          </p:cNvPr>
          <p:cNvSpPr>
            <a:spLocks xmlns:a="http://schemas.openxmlformats.org/drawingml/2006/main" noGrp="1"/>
          </p:cNvSpPr>
          <p:nvPr/>
        </p:nvSpPr>
        <p:spPr>
          <a:xfrm xmlns:a="http://schemas.openxmlformats.org/drawingml/2006/main">
            <a:off x="4229100" y="3829050"/>
            <a:ext cx="1400175" cy="542925"/>
          </a:xfrm>
          <a:custGeom xmlns:a="http://schemas.openxmlformats.org/drawingml/2006/main">
            <a:rect l="l" t="t" r="r" b="b"/>
            <a:pathLst>
              <a:path w="1866900" h="723900">
                <a:moveTo>
                  <a:pt x="0" y="0"/>
                </a:moveTo>
                <a:lnTo>
                  <a:pt x="1866900" y="0"/>
                </a:lnTo>
                <a:lnTo>
                  <a:pt x="1866900" y="723900"/>
                </a:lnTo>
                <a:lnTo>
                  <a:pt x="0" y="723900"/>
                </a:lnTo>
                <a:close/>
              </a:path>
            </a:pathLst>
          </a:custGeom>
          <a:blipFill xmlns:a="http://schemas.openxmlformats.org/drawingml/2006/main">
            <a:blip xmlns:r="http://schemas.openxmlformats.org/officeDocument/2006/relationships" r:embed="R86c9b6cf63ee4fa7">
              <a:alphaModFix amt="0"/>
            </a:blip>
            <a:stretch>
              <a:fillRect l="0" t="-215" r="0" b="-215"/>
            </a:stretch>
          </a:blipFill>
        </p:spPr>
        <p:txBody>
          <a:bodyPr xmlns:a="http://schemas.openxmlformats.org/drawingml/2006/main"/>
          <a:lstStyle xmlns:a="http://schemas.openxmlformats.org/drawingml/2006/main"/>
          <a:p xmlns:a="http://schemas.openxmlformats.org/drawingml/2006/main"/>
        </p:txBody>
      </p:sp>
      <p:sp>
        <p:nvSpPr>
          <p:cNvPr id="65" name="Freeform 65">
            <a:extLst xmlns:a="http://schemas.openxmlformats.org/drawingml/2006/main">
              <a:ext uri="{FF2B5EF4-FFF2-40B4-BE49-F238E27FC236}">
                <a16:creationId xmlns:a16="http://schemas.microsoft.com/office/drawing/2014/main" id="{B9137924-595E-4F04-8D77-5555E7AF8351}"/>
              </a:ext>
            </a:extLst>
          </p:cNvPr>
          <p:cNvSpPr>
            <a:spLocks xmlns:a="http://schemas.openxmlformats.org/drawingml/2006/main" noGrp="1"/>
          </p:cNvSpPr>
          <p:nvPr/>
        </p:nvSpPr>
        <p:spPr>
          <a:xfrm xmlns:a="http://schemas.openxmlformats.org/drawingml/2006/main">
            <a:off x="4229100" y="3800475"/>
            <a:ext cx="1400175" cy="571500"/>
          </a:xfrm>
          <a:custGeom xmlns:a="http://schemas.openxmlformats.org/drawingml/2006/main">
            <a:rect l="l" t="t" r="r" b="b"/>
            <a:pathLst>
              <a:path w="1866900" h="762000">
                <a:moveTo>
                  <a:pt x="0" y="0"/>
                </a:moveTo>
                <a:lnTo>
                  <a:pt x="1866900" y="0"/>
                </a:lnTo>
                <a:lnTo>
                  <a:pt x="1866900" y="762000"/>
                </a:lnTo>
                <a:lnTo>
                  <a:pt x="0" y="762000"/>
                </a:lnTo>
                <a:close/>
              </a:path>
            </a:pathLst>
          </a:custGeom>
          <a:blipFill xmlns:a="http://schemas.openxmlformats.org/drawingml/2006/main">
            <a:blip xmlns:r="http://schemas.openxmlformats.org/officeDocument/2006/relationships" r:embed="Rc533b2f351d44d59">
              <a:alphaModFix amt="0"/>
            </a:blip>
            <a:stretch>
              <a:fillRect l="-2368" t="0" r="-2368" b="0"/>
            </a:stretch>
          </a:blipFill>
        </p:spPr>
        <p:txBody>
          <a:bodyPr xmlns:a="http://schemas.openxmlformats.org/drawingml/2006/main"/>
          <a:lstStyle xmlns:a="http://schemas.openxmlformats.org/drawingml/2006/main"/>
          <a:p xmlns:a="http://schemas.openxmlformats.org/drawingml/2006/main"/>
        </p:txBody>
      </p:sp>
      <p:sp>
        <p:nvSpPr>
          <p:cNvPr id="66" name="TextBox 66">
            <a:extLst xmlns:a="http://schemas.openxmlformats.org/drawingml/2006/main">
              <a:ext uri="{FF2B5EF4-FFF2-40B4-BE49-F238E27FC236}">
                <a16:creationId xmlns:a16="http://schemas.microsoft.com/office/drawing/2014/main" id="{48516E29-EFCC-4FAA-A6C8-C0D1C189BA67}"/>
              </a:ext>
            </a:extLst>
          </p:cNvPr>
          <p:cNvSpPr>
            <a:spLocks xmlns:a="http://schemas.openxmlformats.org/drawingml/2006/main" noGrp="1"/>
          </p:cNvSpPr>
          <p:nvPr/>
        </p:nvSpPr>
        <p:spPr>
          <a:xfrm xmlns:a="http://schemas.openxmlformats.org/drawingml/2006/main">
            <a:off x="4229100" y="3771900"/>
            <a:ext cx="1400175" cy="6000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294"/>
              </a:lnSpc>
              <a:buNone/>
            </a:pPr>
            <a:r>
              <a:rPr sz="1911" b="1">
                <a:solidFill>
                  <a:srgbClr val="202020"/>
                </a:solidFill>
                <a:latin typeface="Calibri (MS) Bold"/>
                <a:ea typeface="Calibri (MS) Bold"/>
                <a:cs typeface="Calibri (MS) Bold"/>
              </a:rPr>
              <a:t>서비스 기획</a:t>
            </a:r>
          </a:p>
        </p:txBody>
      </p:sp>
      <p:sp>
        <p:nvSpPr>
          <p:cNvPr id="68" name="Freeform 68">
            <a:extLst xmlns:a="http://schemas.openxmlformats.org/drawingml/2006/main">
              <a:ext uri="{FF2B5EF4-FFF2-40B4-BE49-F238E27FC236}">
                <a16:creationId xmlns:a16="http://schemas.microsoft.com/office/drawing/2014/main" id="{690C5947-53A9-40FE-B87D-702F926B86ED}"/>
              </a:ext>
            </a:extLst>
          </p:cNvPr>
          <p:cNvSpPr>
            <a:spLocks xmlns:a="http://schemas.openxmlformats.org/drawingml/2006/main" noGrp="1"/>
          </p:cNvSpPr>
          <p:nvPr/>
        </p:nvSpPr>
        <p:spPr>
          <a:xfrm xmlns:a="http://schemas.openxmlformats.org/drawingml/2006/main">
            <a:off x="3629025" y="4500562"/>
            <a:ext cx="1971675" cy="371475"/>
          </a:xfrm>
          <a:custGeom xmlns:a="http://schemas.openxmlformats.org/drawingml/2006/main">
            <a:rect l="l" t="t" r="r" b="b"/>
            <a:pathLst>
              <a:path w="2628900" h="495300">
                <a:moveTo>
                  <a:pt x="0" y="0"/>
                </a:moveTo>
                <a:lnTo>
                  <a:pt x="2628900" y="0"/>
                </a:lnTo>
                <a:lnTo>
                  <a:pt x="2628900" y="495300"/>
                </a:lnTo>
                <a:lnTo>
                  <a:pt x="0" y="495300"/>
                </a:lnTo>
                <a:close/>
              </a:path>
            </a:pathLst>
          </a:custGeom>
          <a:blipFill xmlns:a="http://schemas.openxmlformats.org/drawingml/2006/main">
            <a:blip xmlns:r="http://schemas.openxmlformats.org/officeDocument/2006/relationships" r:embed="R86c9b6cf63ee4fa7">
              <a:alphaModFix amt="0"/>
            </a:blip>
            <a:stretch>
              <a:fillRect l="0" t="-53348" r="0" b="-53348"/>
            </a:stretch>
          </a:blipFill>
        </p:spPr>
        <p:txBody>
          <a:bodyPr xmlns:a="http://schemas.openxmlformats.org/drawingml/2006/main"/>
          <a:lstStyle xmlns:a="http://schemas.openxmlformats.org/drawingml/2006/main"/>
          <a:p xmlns:a="http://schemas.openxmlformats.org/drawingml/2006/main"/>
        </p:txBody>
      </p:sp>
      <p:sp>
        <p:nvSpPr>
          <p:cNvPr id="70" name="Freeform 70">
            <a:extLst xmlns:a="http://schemas.openxmlformats.org/drawingml/2006/main">
              <a:ext uri="{FF2B5EF4-FFF2-40B4-BE49-F238E27FC236}">
                <a16:creationId xmlns:a16="http://schemas.microsoft.com/office/drawing/2014/main" id="{27B8DB72-E722-4DDC-8969-F9BE746232C9}"/>
              </a:ext>
            </a:extLst>
          </p:cNvPr>
          <p:cNvSpPr>
            <a:spLocks xmlns:a="http://schemas.openxmlformats.org/drawingml/2006/main" noGrp="1"/>
          </p:cNvSpPr>
          <p:nvPr/>
        </p:nvSpPr>
        <p:spPr>
          <a:xfrm xmlns:a="http://schemas.openxmlformats.org/drawingml/2006/main">
            <a:off x="3671888" y="4343400"/>
            <a:ext cx="1971675" cy="747711"/>
          </a:xfrm>
          <a:custGeom xmlns:a="http://schemas.openxmlformats.org/drawingml/2006/main">
            <a:rect l="l" t="t" r="r" b="b"/>
            <a:pathLst>
              <a:path w="2628900" h="996949">
                <a:moveTo>
                  <a:pt x="0" y="0"/>
                </a:moveTo>
                <a:lnTo>
                  <a:pt x="2628900" y="0"/>
                </a:lnTo>
                <a:lnTo>
                  <a:pt x="2628900" y="996949"/>
                </a:lnTo>
                <a:lnTo>
                  <a:pt x="0" y="996949"/>
                </a:lnTo>
                <a:close/>
              </a:path>
            </a:pathLst>
          </a:custGeom>
          <a:blipFill xmlns:a="http://schemas.openxmlformats.org/drawingml/2006/main">
            <a:blip xmlns:r="http://schemas.openxmlformats.org/officeDocument/2006/relationships" r:embed="Rc533b2f351d44d59">
              <a:alphaModFix amt="0"/>
            </a:blip>
            <a:stretch>
              <a:fillRect l="0" t="-25584" r="0" b="22822"/>
            </a:stretch>
          </a:blipFill>
        </p:spPr>
        <p:txBody>
          <a:bodyPr xmlns:a="http://schemas.openxmlformats.org/drawingml/2006/main"/>
          <a:lstStyle xmlns:a="http://schemas.openxmlformats.org/drawingml/2006/main"/>
          <a:p xmlns:a="http://schemas.openxmlformats.org/drawingml/2006/main"/>
        </p:txBody>
      </p:sp>
      <p:sp>
        <p:nvSpPr>
          <p:cNvPr id="71" name="TextBox 71">
            <a:extLst xmlns:a="http://schemas.openxmlformats.org/drawingml/2006/main">
              <a:ext uri="{FF2B5EF4-FFF2-40B4-BE49-F238E27FC236}">
                <a16:creationId xmlns:a16="http://schemas.microsoft.com/office/drawing/2014/main" id="{9E9CE273-E9CF-4C4B-90BF-965DED4AA7B8}"/>
              </a:ext>
            </a:extLst>
          </p:cNvPr>
          <p:cNvSpPr>
            <a:spLocks xmlns:a="http://schemas.openxmlformats.org/drawingml/2006/main" noGrp="1"/>
          </p:cNvSpPr>
          <p:nvPr/>
        </p:nvSpPr>
        <p:spPr>
          <a:xfrm xmlns:a="http://schemas.openxmlformats.org/drawingml/2006/main">
            <a:off x="3671888" y="4329113"/>
            <a:ext cx="1971675" cy="7619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FAQ·업무·의도·추가질문</a:t>
            </a:r>
          </a:p>
          <a:p xmlns:a="http://schemas.openxmlformats.org/drawingml/2006/main">
            <a:pPr algn="l">
              <a:lnSpc>
                <a:spcPts val="1888"/>
              </a:lnSpc>
              <a:buNone/>
            </a:pPr>
            <a:r>
              <a:rPr sz="1575">
                <a:solidFill>
                  <a:srgbClr val="9299A3"/>
                </a:solidFill>
                <a:latin typeface="Calibri (MS)"/>
                <a:ea typeface="Calibri (MS)"/>
                <a:cs typeface="Calibri (MS)"/>
              </a:rPr>
              <a:t>사용자 흐름 결정</a:t>
            </a:r>
          </a:p>
        </p:txBody>
      </p:sp>
      <p:sp>
        <p:nvSpPr>
          <p:cNvPr id="73" name="Freeform 73">
            <a:extLst xmlns:a="http://schemas.openxmlformats.org/drawingml/2006/main">
              <a:ext uri="{FF2B5EF4-FFF2-40B4-BE49-F238E27FC236}">
                <a16:creationId xmlns:a16="http://schemas.microsoft.com/office/drawing/2014/main" id="{0E249390-8CDC-48AF-9D32-422BF95DFC95}"/>
              </a:ext>
            </a:extLst>
          </p:cNvPr>
          <p:cNvSpPr>
            <a:spLocks xmlns:a="http://schemas.openxmlformats.org/drawingml/2006/main" noGrp="1"/>
          </p:cNvSpPr>
          <p:nvPr/>
        </p:nvSpPr>
        <p:spPr>
          <a:xfrm xmlns:a="http://schemas.openxmlformats.org/drawingml/2006/main">
            <a:off x="8615362" y="4343400"/>
            <a:ext cx="1000125" cy="71438"/>
          </a:xfrm>
          <a:custGeom xmlns:a="http://schemas.openxmlformats.org/drawingml/2006/main">
            <a:rect l="l" t="t" r="r" b="b"/>
            <a:pathLst>
              <a:path w="1333500" h="95250">
                <a:moveTo>
                  <a:pt x="0" y="0"/>
                </a:moveTo>
                <a:lnTo>
                  <a:pt x="1333500" y="0"/>
                </a:lnTo>
                <a:lnTo>
                  <a:pt x="1333500" y="95250"/>
                </a:lnTo>
                <a:lnTo>
                  <a:pt x="0" y="95250"/>
                </a:lnTo>
                <a:close/>
              </a:path>
            </a:pathLst>
          </a:custGeom>
          <a:solidFill xmlns:a="http://schemas.openxmlformats.org/drawingml/2006/main">
            <a:srgbClr val="9ED7D4"/>
          </a:solidFill>
        </p:spPr>
        <p:txBody>
          <a:bodyPr xmlns:a="http://schemas.openxmlformats.org/drawingml/2006/main"/>
          <a:lstStyle xmlns:a="http://schemas.openxmlformats.org/drawingml/2006/main"/>
          <a:p xmlns:a="http://schemas.openxmlformats.org/drawingml/2006/main"/>
        </p:txBody>
      </p:sp>
      <p:sp>
        <p:nvSpPr>
          <p:cNvPr id="74" name="Freeform 74">
            <a:extLst xmlns:a="http://schemas.openxmlformats.org/drawingml/2006/main">
              <a:ext uri="{FF2B5EF4-FFF2-40B4-BE49-F238E27FC236}">
                <a16:creationId xmlns:a16="http://schemas.microsoft.com/office/drawing/2014/main" id="{AD2317AA-8044-4D07-9C1B-2074D3C3A05D}"/>
              </a:ext>
            </a:extLst>
          </p:cNvPr>
          <p:cNvSpPr>
            <a:spLocks xmlns:a="http://schemas.openxmlformats.org/drawingml/2006/main" noGrp="1"/>
          </p:cNvSpPr>
          <p:nvPr/>
        </p:nvSpPr>
        <p:spPr>
          <a:xfrm xmlns:a="http://schemas.openxmlformats.org/drawingml/2006/main">
            <a:off x="6243638" y="3629025"/>
            <a:ext cx="2457450" cy="1528762"/>
          </a:xfrm>
          <a:custGeom xmlns:a="http://schemas.openxmlformats.org/drawingml/2006/main">
            <a:rect l="l" t="t" r="r" b="b"/>
            <a:pathLst>
              <a:path w="2457450" h="1528762">
                <a:moveTo>
                  <a:pt x="0" y="0"/>
                </a:moveTo>
                <a:lnTo>
                  <a:pt x="2457450" y="0"/>
                </a:lnTo>
                <a:lnTo>
                  <a:pt x="2457450" y="1528763"/>
                </a:lnTo>
                <a:lnTo>
                  <a:pt x="0" y="1528763"/>
                </a:lnTo>
                <a:lnTo>
                  <a:pt x="0" y="0"/>
                </a:lnTo>
                <a:close/>
              </a:path>
            </a:pathLst>
          </a:custGeom>
          <a:blipFill xmlns:a="http://schemas.openxmlformats.org/drawingml/2006/main">
            <a:blip xmlns:r="http://schemas.openxmlformats.org/officeDocument/2006/relationships" r:embed="Re1e82d1e4e584ba5">
              <a:extLst>
                <a:ext uri="{96DAC541-7B7A-43D3-8B79-37D633B846F1}">
                  <asvg:svgBlip xmlns:asvg="http://schemas.microsoft.com/office/drawing/2016/SVG/main" r:embed="R172d27d4e8a14ca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76" name="Freeform 76">
            <a:extLst xmlns:a="http://schemas.openxmlformats.org/drawingml/2006/main">
              <a:ext uri="{FF2B5EF4-FFF2-40B4-BE49-F238E27FC236}">
                <a16:creationId xmlns:a16="http://schemas.microsoft.com/office/drawing/2014/main" id="{0E7F3F6C-61B4-4EA0-B57C-AC950D4DA6AE}"/>
              </a:ext>
            </a:extLst>
          </p:cNvPr>
          <p:cNvSpPr>
            <a:spLocks xmlns:a="http://schemas.openxmlformats.org/drawingml/2006/main" noGrp="1"/>
          </p:cNvSpPr>
          <p:nvPr/>
        </p:nvSpPr>
        <p:spPr>
          <a:xfrm xmlns:a="http://schemas.openxmlformats.org/drawingml/2006/main">
            <a:off x="6486525" y="3871912"/>
            <a:ext cx="485775" cy="485775"/>
          </a:xfrm>
          <a:custGeom xmlns:a="http://schemas.openxmlformats.org/drawingml/2006/main">
            <a:rect l="l" t="t" r="r" b="b"/>
            <a:pathLst>
              <a:path w="647700" h="647700">
                <a:moveTo>
                  <a:pt x="0" y="323850"/>
                </a:moveTo>
                <a:cubicBezTo>
                  <a:pt x="0" y="145034"/>
                  <a:pt x="145034" y="0"/>
                  <a:pt x="323850" y="0"/>
                </a:cubicBezTo>
                <a:cubicBezTo>
                  <a:pt x="502666" y="0"/>
                  <a:pt x="647700" y="145034"/>
                  <a:pt x="647700" y="323850"/>
                </a:cubicBezTo>
                <a:cubicBezTo>
                  <a:pt x="647700" y="502666"/>
                  <a:pt x="502666" y="647700"/>
                  <a:pt x="323850" y="647700"/>
                </a:cubicBezTo>
                <a:cubicBezTo>
                  <a:pt x="145034" y="647700"/>
                  <a:pt x="0" y="502666"/>
                  <a:pt x="0" y="3238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78" name="Freeform 78">
            <a:extLst xmlns:a="http://schemas.openxmlformats.org/drawingml/2006/main">
              <a:ext uri="{FF2B5EF4-FFF2-40B4-BE49-F238E27FC236}">
                <a16:creationId xmlns:a16="http://schemas.microsoft.com/office/drawing/2014/main" id="{CD61EDB3-6846-4BE4-A72B-95812F3CF99C}"/>
              </a:ext>
            </a:extLst>
          </p:cNvPr>
          <p:cNvSpPr>
            <a:spLocks xmlns:a="http://schemas.openxmlformats.org/drawingml/2006/main" noGrp="1"/>
          </p:cNvSpPr>
          <p:nvPr/>
        </p:nvSpPr>
        <p:spPr>
          <a:xfrm xmlns:a="http://schemas.openxmlformats.org/drawingml/2006/main">
            <a:off x="6486525" y="3871912"/>
            <a:ext cx="485775" cy="485775"/>
          </a:xfrm>
          <a:custGeom xmlns:a="http://schemas.openxmlformats.org/drawingml/2006/main">
            <a:rect l="l" t="t" r="r" b="b"/>
            <a:pathLst>
              <a:path w="647700" h="647700">
                <a:moveTo>
                  <a:pt x="0" y="0"/>
                </a:moveTo>
                <a:lnTo>
                  <a:pt x="647700" y="0"/>
                </a:lnTo>
                <a:lnTo>
                  <a:pt x="647700" y="647700"/>
                </a:lnTo>
                <a:lnTo>
                  <a:pt x="0" y="647700"/>
                </a:lnTo>
                <a:close/>
              </a:path>
            </a:pathLst>
          </a:custGeom>
          <a:blipFill xmlns:a="http://schemas.openxmlformats.org/drawingml/2006/main">
            <a:blip xmlns:r="http://schemas.openxmlformats.org/officeDocument/2006/relationships" r:embed="R86c9b6cf63ee4fa7">
              <a:alphaModFix amt="0"/>
            </a:blip>
            <a:stretch>
              <a:fillRect l="-78392" t="0" r="-78394" b="0"/>
            </a:stretch>
          </a:blipFill>
        </p:spPr>
        <p:txBody>
          <a:bodyPr xmlns:a="http://schemas.openxmlformats.org/drawingml/2006/main"/>
          <a:lstStyle xmlns:a="http://schemas.openxmlformats.org/drawingml/2006/main"/>
          <a:p xmlns:a="http://schemas.openxmlformats.org/drawingml/2006/main"/>
        </p:txBody>
      </p:sp>
      <p:sp>
        <p:nvSpPr>
          <p:cNvPr id="80" name="Freeform 80">
            <a:extLst xmlns:a="http://schemas.openxmlformats.org/drawingml/2006/main">
              <a:ext uri="{FF2B5EF4-FFF2-40B4-BE49-F238E27FC236}">
                <a16:creationId xmlns:a16="http://schemas.microsoft.com/office/drawing/2014/main" id="{86344BB8-D301-40D3-B5B2-AF6A7D7C636A}"/>
              </a:ext>
            </a:extLst>
          </p:cNvPr>
          <p:cNvSpPr>
            <a:spLocks xmlns:a="http://schemas.openxmlformats.org/drawingml/2006/main" noGrp="1"/>
          </p:cNvSpPr>
          <p:nvPr/>
        </p:nvSpPr>
        <p:spPr>
          <a:xfrm xmlns:a="http://schemas.openxmlformats.org/drawingml/2006/main">
            <a:off x="6486525" y="3843338"/>
            <a:ext cx="485775" cy="514350"/>
          </a:xfrm>
          <a:custGeom xmlns:a="http://schemas.openxmlformats.org/drawingml/2006/main">
            <a:rect l="l" t="t" r="r" b="b"/>
            <a:pathLst>
              <a:path w="647700" h="685800">
                <a:moveTo>
                  <a:pt x="0" y="0"/>
                </a:moveTo>
                <a:lnTo>
                  <a:pt x="647700" y="0"/>
                </a:lnTo>
                <a:lnTo>
                  <a:pt x="647700" y="685800"/>
                </a:lnTo>
                <a:lnTo>
                  <a:pt x="0" y="685800"/>
                </a:lnTo>
                <a:close/>
              </a:path>
            </a:pathLst>
          </a:custGeom>
          <a:blipFill xmlns:a="http://schemas.openxmlformats.org/drawingml/2006/main">
            <a:blip xmlns:r="http://schemas.openxmlformats.org/officeDocument/2006/relationships" r:embed="Rc533b2f351d44d59">
              <a:alphaModFix amt="0"/>
            </a:blip>
            <a:stretch>
              <a:fillRect l="-85850" t="0" r="-85850" b="0"/>
            </a:stretch>
          </a:blipFill>
        </p:spPr>
        <p:txBody>
          <a:bodyPr xmlns:a="http://schemas.openxmlformats.org/drawingml/2006/main"/>
          <a:lstStyle xmlns:a="http://schemas.openxmlformats.org/drawingml/2006/main"/>
          <a:p xmlns:a="http://schemas.openxmlformats.org/drawingml/2006/main"/>
        </p:txBody>
      </p:sp>
      <p:sp>
        <p:nvSpPr>
          <p:cNvPr id="81" name="TextBox 81">
            <a:extLst xmlns:a="http://schemas.openxmlformats.org/drawingml/2006/main">
              <a:ext uri="{FF2B5EF4-FFF2-40B4-BE49-F238E27FC236}">
                <a16:creationId xmlns:a16="http://schemas.microsoft.com/office/drawing/2014/main" id="{BF08E20A-7FF3-4B53-A6A7-4BD210D724D5}"/>
              </a:ext>
            </a:extLst>
          </p:cNvPr>
          <p:cNvSpPr>
            <a:spLocks xmlns:a="http://schemas.openxmlformats.org/drawingml/2006/main" noGrp="1"/>
          </p:cNvSpPr>
          <p:nvPr/>
        </p:nvSpPr>
        <p:spPr>
          <a:xfrm xmlns:a="http://schemas.openxmlformats.org/drawingml/2006/main">
            <a:off x="6486525" y="3814763"/>
            <a:ext cx="485775" cy="542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25"/>
              </a:lnSpc>
              <a:buNone/>
            </a:pPr>
            <a:r>
              <a:rPr sz="1686" b="1">
                <a:solidFill>
                  <a:srgbClr val="FFFFFF"/>
                </a:solidFill>
                <a:latin typeface="Calibri (MS) Bold"/>
                <a:ea typeface="Calibri (MS) Bold"/>
                <a:cs typeface="Calibri (MS) Bold"/>
              </a:rPr>
              <a:t>3</a:t>
            </a:r>
          </a:p>
        </p:txBody>
      </p:sp>
      <p:sp>
        <p:nvSpPr>
          <p:cNvPr id="83" name="Freeform 83">
            <a:extLst xmlns:a="http://schemas.openxmlformats.org/drawingml/2006/main">
              <a:ext uri="{FF2B5EF4-FFF2-40B4-BE49-F238E27FC236}">
                <a16:creationId xmlns:a16="http://schemas.microsoft.com/office/drawing/2014/main" id="{08E2EBD2-6EAB-4AD3-B2D4-73C4402C8CD2}"/>
              </a:ext>
            </a:extLst>
          </p:cNvPr>
          <p:cNvSpPr>
            <a:spLocks xmlns:a="http://schemas.openxmlformats.org/drawingml/2006/main" noGrp="1"/>
          </p:cNvSpPr>
          <p:nvPr/>
        </p:nvSpPr>
        <p:spPr>
          <a:xfrm xmlns:a="http://schemas.openxmlformats.org/drawingml/2006/main">
            <a:off x="7086600" y="3829050"/>
            <a:ext cx="1400175" cy="542925"/>
          </a:xfrm>
          <a:custGeom xmlns:a="http://schemas.openxmlformats.org/drawingml/2006/main">
            <a:rect l="l" t="t" r="r" b="b"/>
            <a:pathLst>
              <a:path w="1866900" h="723900">
                <a:moveTo>
                  <a:pt x="0" y="0"/>
                </a:moveTo>
                <a:lnTo>
                  <a:pt x="1866900" y="0"/>
                </a:lnTo>
                <a:lnTo>
                  <a:pt x="1866900" y="723900"/>
                </a:lnTo>
                <a:lnTo>
                  <a:pt x="0" y="723900"/>
                </a:lnTo>
                <a:close/>
              </a:path>
            </a:pathLst>
          </a:custGeom>
          <a:blipFill xmlns:a="http://schemas.openxmlformats.org/drawingml/2006/main">
            <a:blip xmlns:r="http://schemas.openxmlformats.org/officeDocument/2006/relationships" r:embed="R86c9b6cf63ee4fa7">
              <a:alphaModFix amt="0"/>
            </a:blip>
            <a:stretch>
              <a:fillRect l="0" t="-215" r="0" b="-215"/>
            </a:stretch>
          </a:blipFill>
        </p:spPr>
        <p:txBody>
          <a:bodyPr xmlns:a="http://schemas.openxmlformats.org/drawingml/2006/main"/>
          <a:lstStyle xmlns:a="http://schemas.openxmlformats.org/drawingml/2006/main"/>
          <a:p xmlns:a="http://schemas.openxmlformats.org/drawingml/2006/main"/>
        </p:txBody>
      </p:sp>
      <p:sp>
        <p:nvSpPr>
          <p:cNvPr id="85" name="Freeform 85">
            <a:extLst xmlns:a="http://schemas.openxmlformats.org/drawingml/2006/main">
              <a:ext uri="{FF2B5EF4-FFF2-40B4-BE49-F238E27FC236}">
                <a16:creationId xmlns:a16="http://schemas.microsoft.com/office/drawing/2014/main" id="{F7C14B7B-71D8-4A19-8342-08BFF09D69E7}"/>
              </a:ext>
            </a:extLst>
          </p:cNvPr>
          <p:cNvSpPr>
            <a:spLocks xmlns:a="http://schemas.openxmlformats.org/drawingml/2006/main" noGrp="1"/>
          </p:cNvSpPr>
          <p:nvPr/>
        </p:nvSpPr>
        <p:spPr>
          <a:xfrm xmlns:a="http://schemas.openxmlformats.org/drawingml/2006/main">
            <a:off x="7086600" y="3800475"/>
            <a:ext cx="1400175" cy="571500"/>
          </a:xfrm>
          <a:custGeom xmlns:a="http://schemas.openxmlformats.org/drawingml/2006/main">
            <a:rect l="l" t="t" r="r" b="b"/>
            <a:pathLst>
              <a:path w="1866900" h="762000">
                <a:moveTo>
                  <a:pt x="0" y="0"/>
                </a:moveTo>
                <a:lnTo>
                  <a:pt x="1866900" y="0"/>
                </a:lnTo>
                <a:lnTo>
                  <a:pt x="1866900" y="762000"/>
                </a:lnTo>
                <a:lnTo>
                  <a:pt x="0" y="762000"/>
                </a:lnTo>
                <a:close/>
              </a:path>
            </a:pathLst>
          </a:custGeom>
          <a:blipFill xmlns:a="http://schemas.openxmlformats.org/drawingml/2006/main">
            <a:blip xmlns:r="http://schemas.openxmlformats.org/officeDocument/2006/relationships" r:embed="Rc533b2f351d44d59">
              <a:alphaModFix amt="0"/>
            </a:blip>
            <a:stretch>
              <a:fillRect l="-2368" t="0" r="-2368" b="0"/>
            </a:stretch>
          </a:blipFill>
        </p:spPr>
        <p:txBody>
          <a:bodyPr xmlns:a="http://schemas.openxmlformats.org/drawingml/2006/main"/>
          <a:lstStyle xmlns:a="http://schemas.openxmlformats.org/drawingml/2006/main"/>
          <a:p xmlns:a="http://schemas.openxmlformats.org/drawingml/2006/main"/>
        </p:txBody>
      </p:sp>
      <p:sp>
        <p:nvSpPr>
          <p:cNvPr id="86" name="TextBox 86">
            <a:extLst xmlns:a="http://schemas.openxmlformats.org/drawingml/2006/main">
              <a:ext uri="{FF2B5EF4-FFF2-40B4-BE49-F238E27FC236}">
                <a16:creationId xmlns:a16="http://schemas.microsoft.com/office/drawing/2014/main" id="{DF3B4FF2-04C9-46E2-B30E-43E70346C0FD}"/>
              </a:ext>
            </a:extLst>
          </p:cNvPr>
          <p:cNvSpPr>
            <a:spLocks xmlns:a="http://schemas.openxmlformats.org/drawingml/2006/main" noGrp="1"/>
          </p:cNvSpPr>
          <p:nvPr/>
        </p:nvSpPr>
        <p:spPr>
          <a:xfrm xmlns:a="http://schemas.openxmlformats.org/drawingml/2006/main">
            <a:off x="7086600" y="3771900"/>
            <a:ext cx="1400175" cy="6000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294"/>
              </a:lnSpc>
              <a:buNone/>
            </a:pPr>
            <a:r>
              <a:rPr sz="1911" b="1">
                <a:solidFill>
                  <a:srgbClr val="202020"/>
                </a:solidFill>
                <a:latin typeface="Calibri (MS) Bold"/>
                <a:ea typeface="Calibri (MS) Bold"/>
                <a:cs typeface="Calibri (MS) Bold"/>
              </a:rPr>
              <a:t>파이프라인 설계</a:t>
            </a:r>
          </a:p>
        </p:txBody>
      </p:sp>
      <p:sp>
        <p:nvSpPr>
          <p:cNvPr id="88" name="Freeform 88">
            <a:extLst xmlns:a="http://schemas.openxmlformats.org/drawingml/2006/main">
              <a:ext uri="{FF2B5EF4-FFF2-40B4-BE49-F238E27FC236}">
                <a16:creationId xmlns:a16="http://schemas.microsoft.com/office/drawing/2014/main" id="{A986B3A5-7CDE-4AFA-AB56-19BFE6F3161E}"/>
              </a:ext>
            </a:extLst>
          </p:cNvPr>
          <p:cNvSpPr>
            <a:spLocks xmlns:a="http://schemas.openxmlformats.org/drawingml/2006/main" noGrp="1"/>
          </p:cNvSpPr>
          <p:nvPr/>
        </p:nvSpPr>
        <p:spPr>
          <a:xfrm xmlns:a="http://schemas.openxmlformats.org/drawingml/2006/main">
            <a:off x="6486525" y="4500562"/>
            <a:ext cx="1971675" cy="371475"/>
          </a:xfrm>
          <a:custGeom xmlns:a="http://schemas.openxmlformats.org/drawingml/2006/main">
            <a:rect l="l" t="t" r="r" b="b"/>
            <a:pathLst>
              <a:path w="2628900" h="495300">
                <a:moveTo>
                  <a:pt x="0" y="0"/>
                </a:moveTo>
                <a:lnTo>
                  <a:pt x="2628900" y="0"/>
                </a:lnTo>
                <a:lnTo>
                  <a:pt x="2628900" y="495300"/>
                </a:lnTo>
                <a:lnTo>
                  <a:pt x="0" y="495300"/>
                </a:lnTo>
                <a:close/>
              </a:path>
            </a:pathLst>
          </a:custGeom>
          <a:blipFill xmlns:a="http://schemas.openxmlformats.org/drawingml/2006/main">
            <a:blip xmlns:r="http://schemas.openxmlformats.org/officeDocument/2006/relationships" r:embed="R86c9b6cf63ee4fa7">
              <a:alphaModFix amt="0"/>
            </a:blip>
            <a:stretch>
              <a:fillRect l="0" t="-53348" r="0" b="-53348"/>
            </a:stretch>
          </a:blipFill>
        </p:spPr>
        <p:txBody>
          <a:bodyPr xmlns:a="http://schemas.openxmlformats.org/drawingml/2006/main"/>
          <a:lstStyle xmlns:a="http://schemas.openxmlformats.org/drawingml/2006/main"/>
          <a:p xmlns:a="http://schemas.openxmlformats.org/drawingml/2006/main"/>
        </p:txBody>
      </p:sp>
      <p:sp>
        <p:nvSpPr>
          <p:cNvPr id="90" name="Freeform 90">
            <a:extLst xmlns:a="http://schemas.openxmlformats.org/drawingml/2006/main">
              <a:ext uri="{FF2B5EF4-FFF2-40B4-BE49-F238E27FC236}">
                <a16:creationId xmlns:a16="http://schemas.microsoft.com/office/drawing/2014/main" id="{B46C9E9E-AD28-4FBA-A529-15D038180D26}"/>
              </a:ext>
            </a:extLst>
          </p:cNvPr>
          <p:cNvSpPr>
            <a:spLocks xmlns:a="http://schemas.openxmlformats.org/drawingml/2006/main" noGrp="1"/>
          </p:cNvSpPr>
          <p:nvPr/>
        </p:nvSpPr>
        <p:spPr>
          <a:xfrm xmlns:a="http://schemas.openxmlformats.org/drawingml/2006/main">
            <a:off x="6491288" y="4417219"/>
            <a:ext cx="1971675" cy="795337"/>
          </a:xfrm>
          <a:custGeom xmlns:a="http://schemas.openxmlformats.org/drawingml/2006/main">
            <a:rect l="l" t="t" r="r" b="b"/>
            <a:pathLst>
              <a:path w="2628900" h="1060449">
                <a:moveTo>
                  <a:pt x="0" y="0"/>
                </a:moveTo>
                <a:lnTo>
                  <a:pt x="2628900" y="0"/>
                </a:lnTo>
                <a:lnTo>
                  <a:pt x="2628900" y="1060449"/>
                </a:lnTo>
                <a:lnTo>
                  <a:pt x="0" y="1060449"/>
                </a:lnTo>
                <a:close/>
              </a:path>
            </a:pathLst>
          </a:custGeom>
          <a:blipFill xmlns:a="http://schemas.openxmlformats.org/drawingml/2006/main">
            <a:blip xmlns:r="http://schemas.openxmlformats.org/officeDocument/2006/relationships" r:embed="Rc533b2f351d44d59">
              <a:alphaModFix amt="0"/>
            </a:blip>
            <a:stretch>
              <a:fillRect l="0" t="-24052" r="0" b="27444"/>
            </a:stretch>
          </a:blipFill>
        </p:spPr>
        <p:txBody>
          <a:bodyPr xmlns:a="http://schemas.openxmlformats.org/drawingml/2006/main"/>
          <a:lstStyle xmlns:a="http://schemas.openxmlformats.org/drawingml/2006/main"/>
          <a:p xmlns:a="http://schemas.openxmlformats.org/drawingml/2006/main"/>
        </p:txBody>
      </p:sp>
      <p:sp>
        <p:nvSpPr>
          <p:cNvPr id="91" name="TextBox 91">
            <a:extLst xmlns:a="http://schemas.openxmlformats.org/drawingml/2006/main">
              <a:ext uri="{FF2B5EF4-FFF2-40B4-BE49-F238E27FC236}">
                <a16:creationId xmlns:a16="http://schemas.microsoft.com/office/drawing/2014/main" id="{C5A3A293-4B7E-46C7-9855-7A5E55D34453}"/>
              </a:ext>
            </a:extLst>
          </p:cNvPr>
          <p:cNvSpPr>
            <a:spLocks xmlns:a="http://schemas.openxmlformats.org/drawingml/2006/main" noGrp="1"/>
          </p:cNvSpPr>
          <p:nvPr/>
        </p:nvSpPr>
        <p:spPr>
          <a:xfrm xmlns:a="http://schemas.openxmlformats.org/drawingml/2006/main">
            <a:off x="6491288" y="4402932"/>
            <a:ext cx="1971675" cy="809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업무 분류→필터→검색→</a:t>
            </a:r>
          </a:p>
          <a:p xmlns:a="http://schemas.openxmlformats.org/drawingml/2006/main">
            <a:pPr algn="l">
              <a:lnSpc>
                <a:spcPts val="1888"/>
              </a:lnSpc>
              <a:buNone/>
            </a:pPr>
            <a:r>
              <a:rPr sz="1575">
                <a:solidFill>
                  <a:srgbClr val="9299A3"/>
                </a:solidFill>
                <a:latin typeface="Calibri (MS)"/>
                <a:ea typeface="Calibri (MS)"/>
                <a:cs typeface="Calibri (MS)"/>
              </a:rPr>
              <a:t>답변·출처 구조 설계</a:t>
            </a:r>
          </a:p>
        </p:txBody>
      </p:sp>
      <p:sp>
        <p:nvSpPr>
          <p:cNvPr id="93" name="Freeform 93">
            <a:extLst xmlns:a="http://schemas.openxmlformats.org/drawingml/2006/main">
              <a:ext uri="{FF2B5EF4-FFF2-40B4-BE49-F238E27FC236}">
                <a16:creationId xmlns:a16="http://schemas.microsoft.com/office/drawing/2014/main" id="{A89344DE-E485-456B-BD02-B975B76DF648}"/>
              </a:ext>
            </a:extLst>
          </p:cNvPr>
          <p:cNvSpPr>
            <a:spLocks xmlns:a="http://schemas.openxmlformats.org/drawingml/2006/main" noGrp="1"/>
          </p:cNvSpPr>
          <p:nvPr/>
        </p:nvSpPr>
        <p:spPr>
          <a:xfrm xmlns:a="http://schemas.openxmlformats.org/drawingml/2006/main">
            <a:off x="11472862" y="4343400"/>
            <a:ext cx="1000125" cy="71438"/>
          </a:xfrm>
          <a:custGeom xmlns:a="http://schemas.openxmlformats.org/drawingml/2006/main">
            <a:rect l="l" t="t" r="r" b="b"/>
            <a:pathLst>
              <a:path w="1333500" h="95250">
                <a:moveTo>
                  <a:pt x="0" y="0"/>
                </a:moveTo>
                <a:lnTo>
                  <a:pt x="1333500" y="0"/>
                </a:lnTo>
                <a:lnTo>
                  <a:pt x="1333500" y="95250"/>
                </a:lnTo>
                <a:lnTo>
                  <a:pt x="0" y="95250"/>
                </a:lnTo>
                <a:close/>
              </a:path>
            </a:pathLst>
          </a:custGeom>
          <a:solidFill xmlns:a="http://schemas.openxmlformats.org/drawingml/2006/main">
            <a:srgbClr val="9ED7D4"/>
          </a:solidFill>
        </p:spPr>
        <p:txBody>
          <a:bodyPr xmlns:a="http://schemas.openxmlformats.org/drawingml/2006/main"/>
          <a:lstStyle xmlns:a="http://schemas.openxmlformats.org/drawingml/2006/main"/>
          <a:p xmlns:a="http://schemas.openxmlformats.org/drawingml/2006/main"/>
        </p:txBody>
      </p:sp>
      <p:sp>
        <p:nvSpPr>
          <p:cNvPr id="94" name="Freeform 94">
            <a:extLst xmlns:a="http://schemas.openxmlformats.org/drawingml/2006/main">
              <a:ext uri="{FF2B5EF4-FFF2-40B4-BE49-F238E27FC236}">
                <a16:creationId xmlns:a16="http://schemas.microsoft.com/office/drawing/2014/main" id="{B1E32ECD-947D-4D3F-BB7C-1FAE26CED26E}"/>
              </a:ext>
            </a:extLst>
          </p:cNvPr>
          <p:cNvSpPr>
            <a:spLocks xmlns:a="http://schemas.openxmlformats.org/drawingml/2006/main" noGrp="1"/>
          </p:cNvSpPr>
          <p:nvPr/>
        </p:nvSpPr>
        <p:spPr>
          <a:xfrm xmlns:a="http://schemas.openxmlformats.org/drawingml/2006/main">
            <a:off x="9101138" y="3629025"/>
            <a:ext cx="2457450" cy="1528762"/>
          </a:xfrm>
          <a:custGeom xmlns:a="http://schemas.openxmlformats.org/drawingml/2006/main">
            <a:rect l="l" t="t" r="r" b="b"/>
            <a:pathLst>
              <a:path w="2457450" h="1528762">
                <a:moveTo>
                  <a:pt x="0" y="0"/>
                </a:moveTo>
                <a:lnTo>
                  <a:pt x="2457450" y="0"/>
                </a:lnTo>
                <a:lnTo>
                  <a:pt x="2457450" y="1528763"/>
                </a:lnTo>
                <a:lnTo>
                  <a:pt x="0" y="1528763"/>
                </a:lnTo>
                <a:lnTo>
                  <a:pt x="0" y="0"/>
                </a:lnTo>
                <a:close/>
              </a:path>
            </a:pathLst>
          </a:custGeom>
          <a:blipFill xmlns:a="http://schemas.openxmlformats.org/drawingml/2006/main">
            <a:blip xmlns:r="http://schemas.openxmlformats.org/officeDocument/2006/relationships" r:embed="Re1e82d1e4e584ba5">
              <a:extLst>
                <a:ext uri="{96DAC541-7B7A-43D3-8B79-37D633B846F1}">
                  <asvg:svgBlip xmlns:asvg="http://schemas.microsoft.com/office/drawing/2016/SVG/main" r:embed="R172d27d4e8a14ca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96" name="Freeform 96">
            <a:extLst xmlns:a="http://schemas.openxmlformats.org/drawingml/2006/main">
              <a:ext uri="{FF2B5EF4-FFF2-40B4-BE49-F238E27FC236}">
                <a16:creationId xmlns:a16="http://schemas.microsoft.com/office/drawing/2014/main" id="{B37D0E89-0B4D-4548-B58A-2D33183819EE}"/>
              </a:ext>
            </a:extLst>
          </p:cNvPr>
          <p:cNvSpPr>
            <a:spLocks xmlns:a="http://schemas.openxmlformats.org/drawingml/2006/main" noGrp="1"/>
          </p:cNvSpPr>
          <p:nvPr/>
        </p:nvSpPr>
        <p:spPr>
          <a:xfrm xmlns:a="http://schemas.openxmlformats.org/drawingml/2006/main">
            <a:off x="9344025" y="3871912"/>
            <a:ext cx="485775" cy="485775"/>
          </a:xfrm>
          <a:custGeom xmlns:a="http://schemas.openxmlformats.org/drawingml/2006/main">
            <a:rect l="l" t="t" r="r" b="b"/>
            <a:pathLst>
              <a:path w="647700" h="647700">
                <a:moveTo>
                  <a:pt x="0" y="323850"/>
                </a:moveTo>
                <a:cubicBezTo>
                  <a:pt x="0" y="145034"/>
                  <a:pt x="145034" y="0"/>
                  <a:pt x="323850" y="0"/>
                </a:cubicBezTo>
                <a:cubicBezTo>
                  <a:pt x="502666" y="0"/>
                  <a:pt x="647700" y="145034"/>
                  <a:pt x="647700" y="323850"/>
                </a:cubicBezTo>
                <a:cubicBezTo>
                  <a:pt x="647700" y="502666"/>
                  <a:pt x="502666" y="647700"/>
                  <a:pt x="323850" y="647700"/>
                </a:cubicBezTo>
                <a:cubicBezTo>
                  <a:pt x="145034" y="647700"/>
                  <a:pt x="0" y="502666"/>
                  <a:pt x="0" y="3238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98" name="Freeform 98">
            <a:extLst xmlns:a="http://schemas.openxmlformats.org/drawingml/2006/main">
              <a:ext uri="{FF2B5EF4-FFF2-40B4-BE49-F238E27FC236}">
                <a16:creationId xmlns:a16="http://schemas.microsoft.com/office/drawing/2014/main" id="{742EE194-06EE-450B-B90C-51422213A794}"/>
              </a:ext>
            </a:extLst>
          </p:cNvPr>
          <p:cNvSpPr>
            <a:spLocks xmlns:a="http://schemas.openxmlformats.org/drawingml/2006/main" noGrp="1"/>
          </p:cNvSpPr>
          <p:nvPr/>
        </p:nvSpPr>
        <p:spPr>
          <a:xfrm xmlns:a="http://schemas.openxmlformats.org/drawingml/2006/main">
            <a:off x="9344025" y="3871912"/>
            <a:ext cx="485775" cy="485775"/>
          </a:xfrm>
          <a:custGeom xmlns:a="http://schemas.openxmlformats.org/drawingml/2006/main">
            <a:rect l="l" t="t" r="r" b="b"/>
            <a:pathLst>
              <a:path w="647700" h="647700">
                <a:moveTo>
                  <a:pt x="0" y="0"/>
                </a:moveTo>
                <a:lnTo>
                  <a:pt x="647700" y="0"/>
                </a:lnTo>
                <a:lnTo>
                  <a:pt x="647700" y="647700"/>
                </a:lnTo>
                <a:lnTo>
                  <a:pt x="0" y="647700"/>
                </a:lnTo>
                <a:close/>
              </a:path>
            </a:pathLst>
          </a:custGeom>
          <a:blipFill xmlns:a="http://schemas.openxmlformats.org/drawingml/2006/main">
            <a:blip xmlns:r="http://schemas.openxmlformats.org/officeDocument/2006/relationships" r:embed="R86c9b6cf63ee4fa7">
              <a:alphaModFix amt="0"/>
            </a:blip>
            <a:stretch>
              <a:fillRect l="-78392" t="0" r="-78394" b="0"/>
            </a:stretch>
          </a:blipFill>
        </p:spPr>
        <p:txBody>
          <a:bodyPr xmlns:a="http://schemas.openxmlformats.org/drawingml/2006/main"/>
          <a:lstStyle xmlns:a="http://schemas.openxmlformats.org/drawingml/2006/main"/>
          <a:p xmlns:a="http://schemas.openxmlformats.org/drawingml/2006/main"/>
        </p:txBody>
      </p:sp>
      <p:sp>
        <p:nvSpPr>
          <p:cNvPr id="100" name="Freeform 100">
            <a:extLst xmlns:a="http://schemas.openxmlformats.org/drawingml/2006/main">
              <a:ext uri="{FF2B5EF4-FFF2-40B4-BE49-F238E27FC236}">
                <a16:creationId xmlns:a16="http://schemas.microsoft.com/office/drawing/2014/main" id="{7FD0F835-EB09-4DDB-A97C-6441B5C1AAD9}"/>
              </a:ext>
            </a:extLst>
          </p:cNvPr>
          <p:cNvSpPr>
            <a:spLocks xmlns:a="http://schemas.openxmlformats.org/drawingml/2006/main" noGrp="1"/>
          </p:cNvSpPr>
          <p:nvPr/>
        </p:nvSpPr>
        <p:spPr>
          <a:xfrm xmlns:a="http://schemas.openxmlformats.org/drawingml/2006/main">
            <a:off x="9344025" y="3843338"/>
            <a:ext cx="485775" cy="514350"/>
          </a:xfrm>
          <a:custGeom xmlns:a="http://schemas.openxmlformats.org/drawingml/2006/main">
            <a:rect l="l" t="t" r="r" b="b"/>
            <a:pathLst>
              <a:path w="647700" h="685800">
                <a:moveTo>
                  <a:pt x="0" y="0"/>
                </a:moveTo>
                <a:lnTo>
                  <a:pt x="647700" y="0"/>
                </a:lnTo>
                <a:lnTo>
                  <a:pt x="647700" y="685800"/>
                </a:lnTo>
                <a:lnTo>
                  <a:pt x="0" y="685800"/>
                </a:lnTo>
                <a:close/>
              </a:path>
            </a:pathLst>
          </a:custGeom>
          <a:blipFill xmlns:a="http://schemas.openxmlformats.org/drawingml/2006/main">
            <a:blip xmlns:r="http://schemas.openxmlformats.org/officeDocument/2006/relationships" r:embed="Rc533b2f351d44d59">
              <a:alphaModFix amt="0"/>
            </a:blip>
            <a:stretch>
              <a:fillRect l="-85850" t="0" r="-85850" b="0"/>
            </a:stretch>
          </a:blipFill>
        </p:spPr>
        <p:txBody>
          <a:bodyPr xmlns:a="http://schemas.openxmlformats.org/drawingml/2006/main"/>
          <a:lstStyle xmlns:a="http://schemas.openxmlformats.org/drawingml/2006/main"/>
          <a:p xmlns:a="http://schemas.openxmlformats.org/drawingml/2006/main"/>
        </p:txBody>
      </p:sp>
      <p:sp>
        <p:nvSpPr>
          <p:cNvPr id="101" name="TextBox 101">
            <a:extLst xmlns:a="http://schemas.openxmlformats.org/drawingml/2006/main">
              <a:ext uri="{FF2B5EF4-FFF2-40B4-BE49-F238E27FC236}">
                <a16:creationId xmlns:a16="http://schemas.microsoft.com/office/drawing/2014/main" id="{F721E291-981F-4EF9-BF6A-B536FFA2D94D}"/>
              </a:ext>
            </a:extLst>
          </p:cNvPr>
          <p:cNvSpPr>
            <a:spLocks xmlns:a="http://schemas.openxmlformats.org/drawingml/2006/main" noGrp="1"/>
          </p:cNvSpPr>
          <p:nvPr/>
        </p:nvSpPr>
        <p:spPr>
          <a:xfrm xmlns:a="http://schemas.openxmlformats.org/drawingml/2006/main">
            <a:off x="9344025" y="3814763"/>
            <a:ext cx="485775" cy="542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25"/>
              </a:lnSpc>
              <a:buNone/>
            </a:pPr>
            <a:r>
              <a:rPr sz="1686" b="1">
                <a:solidFill>
                  <a:srgbClr val="FFFFFF"/>
                </a:solidFill>
                <a:latin typeface="Calibri (MS) Bold"/>
                <a:ea typeface="Calibri (MS) Bold"/>
                <a:cs typeface="Calibri (MS) Bold"/>
              </a:rPr>
              <a:t>4</a:t>
            </a:r>
          </a:p>
        </p:txBody>
      </p:sp>
      <p:sp>
        <p:nvSpPr>
          <p:cNvPr id="103" name="Freeform 103">
            <a:extLst xmlns:a="http://schemas.openxmlformats.org/drawingml/2006/main">
              <a:ext uri="{FF2B5EF4-FFF2-40B4-BE49-F238E27FC236}">
                <a16:creationId xmlns:a16="http://schemas.microsoft.com/office/drawing/2014/main" id="{00151CA3-B4F0-42C4-9089-28A3DA3B7ED7}"/>
              </a:ext>
            </a:extLst>
          </p:cNvPr>
          <p:cNvSpPr>
            <a:spLocks xmlns:a="http://schemas.openxmlformats.org/drawingml/2006/main" noGrp="1"/>
          </p:cNvSpPr>
          <p:nvPr/>
        </p:nvSpPr>
        <p:spPr>
          <a:xfrm xmlns:a="http://schemas.openxmlformats.org/drawingml/2006/main">
            <a:off x="9944100" y="3829050"/>
            <a:ext cx="1400175" cy="542925"/>
          </a:xfrm>
          <a:custGeom xmlns:a="http://schemas.openxmlformats.org/drawingml/2006/main">
            <a:rect l="l" t="t" r="r" b="b"/>
            <a:pathLst>
              <a:path w="1866900" h="723900">
                <a:moveTo>
                  <a:pt x="0" y="0"/>
                </a:moveTo>
                <a:lnTo>
                  <a:pt x="1866900" y="0"/>
                </a:lnTo>
                <a:lnTo>
                  <a:pt x="1866900" y="723900"/>
                </a:lnTo>
                <a:lnTo>
                  <a:pt x="0" y="723900"/>
                </a:lnTo>
                <a:close/>
              </a:path>
            </a:pathLst>
          </a:custGeom>
          <a:blipFill xmlns:a="http://schemas.openxmlformats.org/drawingml/2006/main">
            <a:blip xmlns:r="http://schemas.openxmlformats.org/officeDocument/2006/relationships" r:embed="R86c9b6cf63ee4fa7">
              <a:alphaModFix amt="0"/>
            </a:blip>
            <a:stretch>
              <a:fillRect l="0" t="-215" r="0" b="-215"/>
            </a:stretch>
          </a:blipFill>
        </p:spPr>
        <p:txBody>
          <a:bodyPr xmlns:a="http://schemas.openxmlformats.org/drawingml/2006/main"/>
          <a:lstStyle xmlns:a="http://schemas.openxmlformats.org/drawingml/2006/main"/>
          <a:p xmlns:a="http://schemas.openxmlformats.org/drawingml/2006/main"/>
        </p:txBody>
      </p:sp>
      <p:sp>
        <p:nvSpPr>
          <p:cNvPr id="105" name="Freeform 105">
            <a:extLst xmlns:a="http://schemas.openxmlformats.org/drawingml/2006/main">
              <a:ext uri="{FF2B5EF4-FFF2-40B4-BE49-F238E27FC236}">
                <a16:creationId xmlns:a16="http://schemas.microsoft.com/office/drawing/2014/main" id="{8C5EE21E-DC52-4D32-923E-4BD8061B5326}"/>
              </a:ext>
            </a:extLst>
          </p:cNvPr>
          <p:cNvSpPr>
            <a:spLocks xmlns:a="http://schemas.openxmlformats.org/drawingml/2006/main" noGrp="1"/>
          </p:cNvSpPr>
          <p:nvPr/>
        </p:nvSpPr>
        <p:spPr>
          <a:xfrm xmlns:a="http://schemas.openxmlformats.org/drawingml/2006/main">
            <a:off x="9944100" y="3800475"/>
            <a:ext cx="1400175" cy="571500"/>
          </a:xfrm>
          <a:custGeom xmlns:a="http://schemas.openxmlformats.org/drawingml/2006/main">
            <a:rect l="l" t="t" r="r" b="b"/>
            <a:pathLst>
              <a:path w="1866900" h="762000">
                <a:moveTo>
                  <a:pt x="0" y="0"/>
                </a:moveTo>
                <a:lnTo>
                  <a:pt x="1866900" y="0"/>
                </a:lnTo>
                <a:lnTo>
                  <a:pt x="1866900" y="762000"/>
                </a:lnTo>
                <a:lnTo>
                  <a:pt x="0" y="762000"/>
                </a:lnTo>
                <a:close/>
              </a:path>
            </a:pathLst>
          </a:custGeom>
          <a:blipFill xmlns:a="http://schemas.openxmlformats.org/drawingml/2006/main">
            <a:blip xmlns:r="http://schemas.openxmlformats.org/officeDocument/2006/relationships" r:embed="Rc533b2f351d44d59">
              <a:alphaModFix amt="0"/>
            </a:blip>
            <a:stretch>
              <a:fillRect l="-2368" t="0" r="-2368" b="0"/>
            </a:stretch>
          </a:blipFill>
        </p:spPr>
        <p:txBody>
          <a:bodyPr xmlns:a="http://schemas.openxmlformats.org/drawingml/2006/main"/>
          <a:lstStyle xmlns:a="http://schemas.openxmlformats.org/drawingml/2006/main"/>
          <a:p xmlns:a="http://schemas.openxmlformats.org/drawingml/2006/main"/>
        </p:txBody>
      </p:sp>
      <p:sp>
        <p:nvSpPr>
          <p:cNvPr id="106" name="TextBox 106">
            <a:extLst xmlns:a="http://schemas.openxmlformats.org/drawingml/2006/main">
              <a:ext uri="{FF2B5EF4-FFF2-40B4-BE49-F238E27FC236}">
                <a16:creationId xmlns:a16="http://schemas.microsoft.com/office/drawing/2014/main" id="{0EA31132-0772-4447-8192-EF6A533F0CFA}"/>
              </a:ext>
            </a:extLst>
          </p:cNvPr>
          <p:cNvSpPr>
            <a:spLocks xmlns:a="http://schemas.openxmlformats.org/drawingml/2006/main" noGrp="1"/>
          </p:cNvSpPr>
          <p:nvPr/>
        </p:nvSpPr>
        <p:spPr>
          <a:xfrm xmlns:a="http://schemas.openxmlformats.org/drawingml/2006/main">
            <a:off x="9944100" y="3771900"/>
            <a:ext cx="1400175" cy="6000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294"/>
              </a:lnSpc>
              <a:buNone/>
            </a:pPr>
            <a:r>
              <a:rPr sz="1911" b="1">
                <a:solidFill>
                  <a:srgbClr val="202020"/>
                </a:solidFill>
                <a:latin typeface="Calibri (MS) Bold"/>
                <a:ea typeface="Calibri (MS) Bold"/>
                <a:cs typeface="Calibri (MS) Bold"/>
              </a:rPr>
              <a:t>데이터셋 구축</a:t>
            </a:r>
          </a:p>
        </p:txBody>
      </p:sp>
      <p:sp>
        <p:nvSpPr>
          <p:cNvPr id="108" name="Freeform 108">
            <a:extLst xmlns:a="http://schemas.openxmlformats.org/drawingml/2006/main">
              <a:ext uri="{FF2B5EF4-FFF2-40B4-BE49-F238E27FC236}">
                <a16:creationId xmlns:a16="http://schemas.microsoft.com/office/drawing/2014/main" id="{3D62FC08-B875-4583-8615-EBCC3664D920}"/>
              </a:ext>
            </a:extLst>
          </p:cNvPr>
          <p:cNvSpPr>
            <a:spLocks xmlns:a="http://schemas.openxmlformats.org/drawingml/2006/main" noGrp="1"/>
          </p:cNvSpPr>
          <p:nvPr/>
        </p:nvSpPr>
        <p:spPr>
          <a:xfrm xmlns:a="http://schemas.openxmlformats.org/drawingml/2006/main">
            <a:off x="9344025" y="4500562"/>
            <a:ext cx="1971675" cy="371475"/>
          </a:xfrm>
          <a:custGeom xmlns:a="http://schemas.openxmlformats.org/drawingml/2006/main">
            <a:rect l="l" t="t" r="r" b="b"/>
            <a:pathLst>
              <a:path w="2628900" h="495300">
                <a:moveTo>
                  <a:pt x="0" y="0"/>
                </a:moveTo>
                <a:lnTo>
                  <a:pt x="2628900" y="0"/>
                </a:lnTo>
                <a:lnTo>
                  <a:pt x="2628900" y="495300"/>
                </a:lnTo>
                <a:lnTo>
                  <a:pt x="0" y="495300"/>
                </a:lnTo>
                <a:close/>
              </a:path>
            </a:pathLst>
          </a:custGeom>
          <a:blipFill xmlns:a="http://schemas.openxmlformats.org/drawingml/2006/main">
            <a:blip xmlns:r="http://schemas.openxmlformats.org/officeDocument/2006/relationships" r:embed="R86c9b6cf63ee4fa7">
              <a:alphaModFix amt="0"/>
            </a:blip>
            <a:stretch>
              <a:fillRect l="0" t="-53348" r="0" b="-53348"/>
            </a:stretch>
          </a:blipFill>
        </p:spPr>
        <p:txBody>
          <a:bodyPr xmlns:a="http://schemas.openxmlformats.org/drawingml/2006/main"/>
          <a:lstStyle xmlns:a="http://schemas.openxmlformats.org/drawingml/2006/main"/>
          <a:p xmlns:a="http://schemas.openxmlformats.org/drawingml/2006/main"/>
        </p:txBody>
      </p:sp>
      <p:sp>
        <p:nvSpPr>
          <p:cNvPr id="110" name="Freeform 110">
            <a:extLst xmlns:a="http://schemas.openxmlformats.org/drawingml/2006/main">
              <a:ext uri="{FF2B5EF4-FFF2-40B4-BE49-F238E27FC236}">
                <a16:creationId xmlns:a16="http://schemas.microsoft.com/office/drawing/2014/main" id="{17D08FB3-323B-4CC3-B5DF-20BE6D34402E}"/>
              </a:ext>
            </a:extLst>
          </p:cNvPr>
          <p:cNvSpPr>
            <a:spLocks xmlns:a="http://schemas.openxmlformats.org/drawingml/2006/main" noGrp="1"/>
          </p:cNvSpPr>
          <p:nvPr/>
        </p:nvSpPr>
        <p:spPr>
          <a:xfrm xmlns:a="http://schemas.openxmlformats.org/drawingml/2006/main">
            <a:off x="9344025" y="4486275"/>
            <a:ext cx="1971675" cy="686925"/>
          </a:xfrm>
          <a:custGeom xmlns:a="http://schemas.openxmlformats.org/drawingml/2006/main">
            <a:rect l="l" t="t" r="r" b="b"/>
            <a:pathLst>
              <a:path w="2628900" h="915900">
                <a:moveTo>
                  <a:pt x="0" y="0"/>
                </a:moveTo>
                <a:lnTo>
                  <a:pt x="2628900" y="0"/>
                </a:lnTo>
                <a:lnTo>
                  <a:pt x="2628900" y="915900"/>
                </a:lnTo>
                <a:lnTo>
                  <a:pt x="0" y="915900"/>
                </a:lnTo>
                <a:close/>
              </a:path>
            </a:pathLst>
          </a:custGeom>
          <a:blipFill xmlns:a="http://schemas.openxmlformats.org/drawingml/2006/main">
            <a:blip xmlns:r="http://schemas.openxmlformats.org/officeDocument/2006/relationships" r:embed="Rc533b2f351d44d59">
              <a:alphaModFix amt="0"/>
            </a:blip>
            <a:stretch>
              <a:fillRect l="0" t="-27848" r="0" b="15993"/>
            </a:stretch>
          </a:blipFill>
        </p:spPr>
        <p:txBody>
          <a:bodyPr xmlns:a="http://schemas.openxmlformats.org/drawingml/2006/main"/>
          <a:lstStyle xmlns:a="http://schemas.openxmlformats.org/drawingml/2006/main"/>
          <a:p xmlns:a="http://schemas.openxmlformats.org/drawingml/2006/main"/>
        </p:txBody>
      </p:sp>
      <p:sp>
        <p:nvSpPr>
          <p:cNvPr id="111" name="TextBox 111">
            <a:extLst xmlns:a="http://schemas.openxmlformats.org/drawingml/2006/main">
              <a:ext uri="{FF2B5EF4-FFF2-40B4-BE49-F238E27FC236}">
                <a16:creationId xmlns:a16="http://schemas.microsoft.com/office/drawing/2014/main" id="{434B4CC1-62F1-44F3-B788-08FAAE447627}"/>
              </a:ext>
            </a:extLst>
          </p:cNvPr>
          <p:cNvSpPr>
            <a:spLocks xmlns:a="http://schemas.openxmlformats.org/drawingml/2006/main" noGrp="1"/>
          </p:cNvSpPr>
          <p:nvPr/>
        </p:nvSpPr>
        <p:spPr>
          <a:xfrm xmlns:a="http://schemas.openxmlformats.org/drawingml/2006/main">
            <a:off x="9344025" y="4471988"/>
            <a:ext cx="1971675" cy="70121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질문·의도·Gold 근거·</a:t>
            </a:r>
          </a:p>
          <a:p xmlns:a="http://schemas.openxmlformats.org/drawingml/2006/main">
            <a:pPr algn="l">
              <a:lnSpc>
                <a:spcPts val="1888"/>
              </a:lnSpc>
              <a:buNone/>
            </a:pPr>
            <a:r>
              <a:rPr sz="1575">
                <a:solidFill>
                  <a:srgbClr val="9299A3"/>
                </a:solidFill>
                <a:latin typeface="Calibri (MS)"/>
                <a:ea typeface="Calibri (MS)"/>
                <a:cs typeface="Calibri (MS)"/>
              </a:rPr>
              <a:t>필수응답요소 구축</a:t>
            </a:r>
          </a:p>
        </p:txBody>
      </p:sp>
      <p:sp>
        <p:nvSpPr>
          <p:cNvPr id="113" name="Freeform 113">
            <a:extLst xmlns:a="http://schemas.openxmlformats.org/drawingml/2006/main">
              <a:ext uri="{FF2B5EF4-FFF2-40B4-BE49-F238E27FC236}">
                <a16:creationId xmlns:a16="http://schemas.microsoft.com/office/drawing/2014/main" id="{81EBBBDE-8972-412F-9571-9317C52F085D}"/>
              </a:ext>
            </a:extLst>
          </p:cNvPr>
          <p:cNvSpPr>
            <a:spLocks xmlns:a="http://schemas.openxmlformats.org/drawingml/2006/main" noGrp="1"/>
          </p:cNvSpPr>
          <p:nvPr/>
        </p:nvSpPr>
        <p:spPr>
          <a:xfrm xmlns:a="http://schemas.openxmlformats.org/drawingml/2006/main">
            <a:off x="14330362" y="4343400"/>
            <a:ext cx="1000125" cy="71438"/>
          </a:xfrm>
          <a:custGeom xmlns:a="http://schemas.openxmlformats.org/drawingml/2006/main">
            <a:rect l="l" t="t" r="r" b="b"/>
            <a:pathLst>
              <a:path w="1333500" h="95250">
                <a:moveTo>
                  <a:pt x="0" y="0"/>
                </a:moveTo>
                <a:lnTo>
                  <a:pt x="1333500" y="0"/>
                </a:lnTo>
                <a:lnTo>
                  <a:pt x="1333500" y="95250"/>
                </a:lnTo>
                <a:lnTo>
                  <a:pt x="0" y="95250"/>
                </a:lnTo>
                <a:close/>
              </a:path>
            </a:pathLst>
          </a:custGeom>
          <a:solidFill xmlns:a="http://schemas.openxmlformats.org/drawingml/2006/main">
            <a:srgbClr val="9ED7D4"/>
          </a:solidFill>
        </p:spPr>
        <p:txBody>
          <a:bodyPr xmlns:a="http://schemas.openxmlformats.org/drawingml/2006/main"/>
          <a:lstStyle xmlns:a="http://schemas.openxmlformats.org/drawingml/2006/main"/>
          <a:p xmlns:a="http://schemas.openxmlformats.org/drawingml/2006/main"/>
        </p:txBody>
      </p:sp>
      <p:sp>
        <p:nvSpPr>
          <p:cNvPr id="114" name="Freeform 114">
            <a:extLst xmlns:a="http://schemas.openxmlformats.org/drawingml/2006/main">
              <a:ext uri="{FF2B5EF4-FFF2-40B4-BE49-F238E27FC236}">
                <a16:creationId xmlns:a16="http://schemas.microsoft.com/office/drawing/2014/main" id="{D0B329DD-E51A-4793-9EA4-6143027C0983}"/>
              </a:ext>
            </a:extLst>
          </p:cNvPr>
          <p:cNvSpPr>
            <a:spLocks xmlns:a="http://schemas.openxmlformats.org/drawingml/2006/main" noGrp="1"/>
          </p:cNvSpPr>
          <p:nvPr/>
        </p:nvSpPr>
        <p:spPr>
          <a:xfrm xmlns:a="http://schemas.openxmlformats.org/drawingml/2006/main">
            <a:off x="11958638" y="3629025"/>
            <a:ext cx="2457450" cy="1528762"/>
          </a:xfrm>
          <a:custGeom xmlns:a="http://schemas.openxmlformats.org/drawingml/2006/main">
            <a:rect l="l" t="t" r="r" b="b"/>
            <a:pathLst>
              <a:path w="2457450" h="1528762">
                <a:moveTo>
                  <a:pt x="0" y="0"/>
                </a:moveTo>
                <a:lnTo>
                  <a:pt x="2457450" y="0"/>
                </a:lnTo>
                <a:lnTo>
                  <a:pt x="2457450" y="1528763"/>
                </a:lnTo>
                <a:lnTo>
                  <a:pt x="0" y="1528763"/>
                </a:lnTo>
                <a:lnTo>
                  <a:pt x="0" y="0"/>
                </a:lnTo>
                <a:close/>
              </a:path>
            </a:pathLst>
          </a:custGeom>
          <a:blipFill xmlns:a="http://schemas.openxmlformats.org/drawingml/2006/main">
            <a:blip xmlns:r="http://schemas.openxmlformats.org/officeDocument/2006/relationships" r:embed="Re1e82d1e4e584ba5">
              <a:extLst>
                <a:ext uri="{96DAC541-7B7A-43D3-8B79-37D633B846F1}">
                  <asvg:svgBlip xmlns:asvg="http://schemas.microsoft.com/office/drawing/2016/SVG/main" r:embed="R172d27d4e8a14ca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16" name="Freeform 116">
            <a:extLst xmlns:a="http://schemas.openxmlformats.org/drawingml/2006/main">
              <a:ext uri="{FF2B5EF4-FFF2-40B4-BE49-F238E27FC236}">
                <a16:creationId xmlns:a16="http://schemas.microsoft.com/office/drawing/2014/main" id="{9FB8840E-BDB7-42DE-8E8C-29335CA0D010}"/>
              </a:ext>
            </a:extLst>
          </p:cNvPr>
          <p:cNvSpPr>
            <a:spLocks xmlns:a="http://schemas.openxmlformats.org/drawingml/2006/main" noGrp="1"/>
          </p:cNvSpPr>
          <p:nvPr/>
        </p:nvSpPr>
        <p:spPr>
          <a:xfrm xmlns:a="http://schemas.openxmlformats.org/drawingml/2006/main">
            <a:off x="12201525" y="3871912"/>
            <a:ext cx="485775" cy="485775"/>
          </a:xfrm>
          <a:custGeom xmlns:a="http://schemas.openxmlformats.org/drawingml/2006/main">
            <a:rect l="l" t="t" r="r" b="b"/>
            <a:pathLst>
              <a:path w="647700" h="647700">
                <a:moveTo>
                  <a:pt x="0" y="323850"/>
                </a:moveTo>
                <a:cubicBezTo>
                  <a:pt x="0" y="145034"/>
                  <a:pt x="145034" y="0"/>
                  <a:pt x="323850" y="0"/>
                </a:cubicBezTo>
                <a:cubicBezTo>
                  <a:pt x="502666" y="0"/>
                  <a:pt x="647700" y="145034"/>
                  <a:pt x="647700" y="323850"/>
                </a:cubicBezTo>
                <a:cubicBezTo>
                  <a:pt x="647700" y="502666"/>
                  <a:pt x="502666" y="647700"/>
                  <a:pt x="323850" y="647700"/>
                </a:cubicBezTo>
                <a:cubicBezTo>
                  <a:pt x="145034" y="647700"/>
                  <a:pt x="0" y="502666"/>
                  <a:pt x="0" y="3238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118" name="Freeform 118">
            <a:extLst xmlns:a="http://schemas.openxmlformats.org/drawingml/2006/main">
              <a:ext uri="{FF2B5EF4-FFF2-40B4-BE49-F238E27FC236}">
                <a16:creationId xmlns:a16="http://schemas.microsoft.com/office/drawing/2014/main" id="{BCE0782D-7306-48F9-BF27-8F8FF04DFB8A}"/>
              </a:ext>
            </a:extLst>
          </p:cNvPr>
          <p:cNvSpPr>
            <a:spLocks xmlns:a="http://schemas.openxmlformats.org/drawingml/2006/main" noGrp="1"/>
          </p:cNvSpPr>
          <p:nvPr/>
        </p:nvSpPr>
        <p:spPr>
          <a:xfrm xmlns:a="http://schemas.openxmlformats.org/drawingml/2006/main">
            <a:off x="12201525" y="3871912"/>
            <a:ext cx="485775" cy="485775"/>
          </a:xfrm>
          <a:custGeom xmlns:a="http://schemas.openxmlformats.org/drawingml/2006/main">
            <a:rect l="l" t="t" r="r" b="b"/>
            <a:pathLst>
              <a:path w="647700" h="647700">
                <a:moveTo>
                  <a:pt x="0" y="0"/>
                </a:moveTo>
                <a:lnTo>
                  <a:pt x="647700" y="0"/>
                </a:lnTo>
                <a:lnTo>
                  <a:pt x="647700" y="647700"/>
                </a:lnTo>
                <a:lnTo>
                  <a:pt x="0" y="647700"/>
                </a:lnTo>
                <a:close/>
              </a:path>
            </a:pathLst>
          </a:custGeom>
          <a:blipFill xmlns:a="http://schemas.openxmlformats.org/drawingml/2006/main">
            <a:blip xmlns:r="http://schemas.openxmlformats.org/officeDocument/2006/relationships" r:embed="R86c9b6cf63ee4fa7">
              <a:alphaModFix amt="0"/>
            </a:blip>
            <a:stretch>
              <a:fillRect l="-78392" t="0" r="-78394" b="0"/>
            </a:stretch>
          </a:blipFill>
        </p:spPr>
        <p:txBody>
          <a:bodyPr xmlns:a="http://schemas.openxmlformats.org/drawingml/2006/main"/>
          <a:lstStyle xmlns:a="http://schemas.openxmlformats.org/drawingml/2006/main"/>
          <a:p xmlns:a="http://schemas.openxmlformats.org/drawingml/2006/main"/>
        </p:txBody>
      </p:sp>
      <p:sp>
        <p:nvSpPr>
          <p:cNvPr id="120" name="Freeform 120">
            <a:extLst xmlns:a="http://schemas.openxmlformats.org/drawingml/2006/main">
              <a:ext uri="{FF2B5EF4-FFF2-40B4-BE49-F238E27FC236}">
                <a16:creationId xmlns:a16="http://schemas.microsoft.com/office/drawing/2014/main" id="{E46E7375-9AD2-4324-8E7F-37522D14B676}"/>
              </a:ext>
            </a:extLst>
          </p:cNvPr>
          <p:cNvSpPr>
            <a:spLocks xmlns:a="http://schemas.openxmlformats.org/drawingml/2006/main" noGrp="1"/>
          </p:cNvSpPr>
          <p:nvPr/>
        </p:nvSpPr>
        <p:spPr>
          <a:xfrm xmlns:a="http://schemas.openxmlformats.org/drawingml/2006/main">
            <a:off x="12201525" y="3843338"/>
            <a:ext cx="485775" cy="514350"/>
          </a:xfrm>
          <a:custGeom xmlns:a="http://schemas.openxmlformats.org/drawingml/2006/main">
            <a:rect l="l" t="t" r="r" b="b"/>
            <a:pathLst>
              <a:path w="647700" h="685800">
                <a:moveTo>
                  <a:pt x="0" y="0"/>
                </a:moveTo>
                <a:lnTo>
                  <a:pt x="647700" y="0"/>
                </a:lnTo>
                <a:lnTo>
                  <a:pt x="647700" y="685800"/>
                </a:lnTo>
                <a:lnTo>
                  <a:pt x="0" y="685800"/>
                </a:lnTo>
                <a:close/>
              </a:path>
            </a:pathLst>
          </a:custGeom>
          <a:blipFill xmlns:a="http://schemas.openxmlformats.org/drawingml/2006/main">
            <a:blip xmlns:r="http://schemas.openxmlformats.org/officeDocument/2006/relationships" r:embed="Rc533b2f351d44d59">
              <a:alphaModFix amt="0"/>
            </a:blip>
            <a:stretch>
              <a:fillRect l="-85850" t="0" r="-85850" b="0"/>
            </a:stretch>
          </a:blipFill>
        </p:spPr>
        <p:txBody>
          <a:bodyPr xmlns:a="http://schemas.openxmlformats.org/drawingml/2006/main"/>
          <a:lstStyle xmlns:a="http://schemas.openxmlformats.org/drawingml/2006/main"/>
          <a:p xmlns:a="http://schemas.openxmlformats.org/drawingml/2006/main"/>
        </p:txBody>
      </p:sp>
      <p:sp>
        <p:nvSpPr>
          <p:cNvPr id="121" name="TextBox 121">
            <a:extLst xmlns:a="http://schemas.openxmlformats.org/drawingml/2006/main">
              <a:ext uri="{FF2B5EF4-FFF2-40B4-BE49-F238E27FC236}">
                <a16:creationId xmlns:a16="http://schemas.microsoft.com/office/drawing/2014/main" id="{334A93A8-B56F-450F-B3BA-31FA640D34AB}"/>
              </a:ext>
            </a:extLst>
          </p:cNvPr>
          <p:cNvSpPr>
            <a:spLocks xmlns:a="http://schemas.openxmlformats.org/drawingml/2006/main" noGrp="1"/>
          </p:cNvSpPr>
          <p:nvPr/>
        </p:nvSpPr>
        <p:spPr>
          <a:xfrm xmlns:a="http://schemas.openxmlformats.org/drawingml/2006/main">
            <a:off x="12201525" y="3814763"/>
            <a:ext cx="485775" cy="542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25"/>
              </a:lnSpc>
              <a:buNone/>
            </a:pPr>
            <a:r>
              <a:rPr sz="1686" b="1">
                <a:solidFill>
                  <a:srgbClr val="FFFFFF"/>
                </a:solidFill>
                <a:latin typeface="Calibri (MS) Bold"/>
                <a:ea typeface="Calibri (MS) Bold"/>
                <a:cs typeface="Calibri (MS) Bold"/>
              </a:rPr>
              <a:t>5</a:t>
            </a:r>
          </a:p>
        </p:txBody>
      </p:sp>
      <p:sp>
        <p:nvSpPr>
          <p:cNvPr id="123" name="Freeform 123">
            <a:extLst xmlns:a="http://schemas.openxmlformats.org/drawingml/2006/main">
              <a:ext uri="{FF2B5EF4-FFF2-40B4-BE49-F238E27FC236}">
                <a16:creationId xmlns:a16="http://schemas.microsoft.com/office/drawing/2014/main" id="{FE2FE675-2A67-47AB-A980-E19505126794}"/>
              </a:ext>
            </a:extLst>
          </p:cNvPr>
          <p:cNvSpPr>
            <a:spLocks xmlns:a="http://schemas.openxmlformats.org/drawingml/2006/main" noGrp="1"/>
          </p:cNvSpPr>
          <p:nvPr/>
        </p:nvSpPr>
        <p:spPr>
          <a:xfrm xmlns:a="http://schemas.openxmlformats.org/drawingml/2006/main">
            <a:off x="12801600" y="3829050"/>
            <a:ext cx="1400175" cy="542925"/>
          </a:xfrm>
          <a:custGeom xmlns:a="http://schemas.openxmlformats.org/drawingml/2006/main">
            <a:rect l="l" t="t" r="r" b="b"/>
            <a:pathLst>
              <a:path w="1866900" h="723900">
                <a:moveTo>
                  <a:pt x="0" y="0"/>
                </a:moveTo>
                <a:lnTo>
                  <a:pt x="1866900" y="0"/>
                </a:lnTo>
                <a:lnTo>
                  <a:pt x="1866900" y="723900"/>
                </a:lnTo>
                <a:lnTo>
                  <a:pt x="0" y="723900"/>
                </a:lnTo>
                <a:close/>
              </a:path>
            </a:pathLst>
          </a:custGeom>
          <a:blipFill xmlns:a="http://schemas.openxmlformats.org/drawingml/2006/main">
            <a:blip xmlns:r="http://schemas.openxmlformats.org/officeDocument/2006/relationships" r:embed="R86c9b6cf63ee4fa7">
              <a:alphaModFix amt="0"/>
            </a:blip>
            <a:stretch>
              <a:fillRect l="0" t="-215" r="0" b="-215"/>
            </a:stretch>
          </a:blipFill>
        </p:spPr>
        <p:txBody>
          <a:bodyPr xmlns:a="http://schemas.openxmlformats.org/drawingml/2006/main"/>
          <a:lstStyle xmlns:a="http://schemas.openxmlformats.org/drawingml/2006/main"/>
          <a:p xmlns:a="http://schemas.openxmlformats.org/drawingml/2006/main"/>
        </p:txBody>
      </p:sp>
      <p:sp>
        <p:nvSpPr>
          <p:cNvPr id="125" name="Freeform 125">
            <a:extLst xmlns:a="http://schemas.openxmlformats.org/drawingml/2006/main">
              <a:ext uri="{FF2B5EF4-FFF2-40B4-BE49-F238E27FC236}">
                <a16:creationId xmlns:a16="http://schemas.microsoft.com/office/drawing/2014/main" id="{D55C9846-8250-4268-B0FC-D05DC9C88267}"/>
              </a:ext>
            </a:extLst>
          </p:cNvPr>
          <p:cNvSpPr>
            <a:spLocks xmlns:a="http://schemas.openxmlformats.org/drawingml/2006/main" noGrp="1"/>
          </p:cNvSpPr>
          <p:nvPr/>
        </p:nvSpPr>
        <p:spPr>
          <a:xfrm xmlns:a="http://schemas.openxmlformats.org/drawingml/2006/main">
            <a:off x="12801600" y="3800475"/>
            <a:ext cx="1400175" cy="571500"/>
          </a:xfrm>
          <a:custGeom xmlns:a="http://schemas.openxmlformats.org/drawingml/2006/main">
            <a:rect l="l" t="t" r="r" b="b"/>
            <a:pathLst>
              <a:path w="1866900" h="762000">
                <a:moveTo>
                  <a:pt x="0" y="0"/>
                </a:moveTo>
                <a:lnTo>
                  <a:pt x="1866900" y="0"/>
                </a:lnTo>
                <a:lnTo>
                  <a:pt x="1866900" y="762000"/>
                </a:lnTo>
                <a:lnTo>
                  <a:pt x="0" y="762000"/>
                </a:lnTo>
                <a:close/>
              </a:path>
            </a:pathLst>
          </a:custGeom>
          <a:blipFill xmlns:a="http://schemas.openxmlformats.org/drawingml/2006/main">
            <a:blip xmlns:r="http://schemas.openxmlformats.org/officeDocument/2006/relationships" r:embed="Rc533b2f351d44d59">
              <a:alphaModFix amt="0"/>
            </a:blip>
            <a:stretch>
              <a:fillRect l="-2368" t="0" r="-2368" b="0"/>
            </a:stretch>
          </a:blipFill>
        </p:spPr>
        <p:txBody>
          <a:bodyPr xmlns:a="http://schemas.openxmlformats.org/drawingml/2006/main"/>
          <a:lstStyle xmlns:a="http://schemas.openxmlformats.org/drawingml/2006/main"/>
          <a:p xmlns:a="http://schemas.openxmlformats.org/drawingml/2006/main"/>
        </p:txBody>
      </p:sp>
      <p:sp>
        <p:nvSpPr>
          <p:cNvPr id="126" name="TextBox 126">
            <a:extLst xmlns:a="http://schemas.openxmlformats.org/drawingml/2006/main">
              <a:ext uri="{FF2B5EF4-FFF2-40B4-BE49-F238E27FC236}">
                <a16:creationId xmlns:a16="http://schemas.microsoft.com/office/drawing/2014/main" id="{07418582-E1E1-4F6D-815D-133A25D3C398}"/>
              </a:ext>
            </a:extLst>
          </p:cNvPr>
          <p:cNvSpPr>
            <a:spLocks xmlns:a="http://schemas.openxmlformats.org/drawingml/2006/main" noGrp="1"/>
          </p:cNvSpPr>
          <p:nvPr/>
        </p:nvSpPr>
        <p:spPr>
          <a:xfrm xmlns:a="http://schemas.openxmlformats.org/drawingml/2006/main">
            <a:off x="12801600" y="3771900"/>
            <a:ext cx="1400175" cy="6000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294"/>
              </a:lnSpc>
              <a:buNone/>
            </a:pPr>
            <a:r>
              <a:rPr sz="1911" b="1">
                <a:solidFill>
                  <a:srgbClr val="202020"/>
                </a:solidFill>
                <a:latin typeface="Calibri (MS) Bold"/>
                <a:ea typeface="Calibri (MS) Bold"/>
                <a:cs typeface="Calibri (MS) Bold"/>
              </a:rPr>
              <a:t>검수·평가</a:t>
            </a:r>
          </a:p>
        </p:txBody>
      </p:sp>
      <p:sp>
        <p:nvSpPr>
          <p:cNvPr id="128" name="Freeform 128">
            <a:extLst xmlns:a="http://schemas.openxmlformats.org/drawingml/2006/main">
              <a:ext uri="{FF2B5EF4-FFF2-40B4-BE49-F238E27FC236}">
                <a16:creationId xmlns:a16="http://schemas.microsoft.com/office/drawing/2014/main" id="{06CE0644-2C35-4823-91A3-CDB26F9DEE16}"/>
              </a:ext>
            </a:extLst>
          </p:cNvPr>
          <p:cNvSpPr>
            <a:spLocks xmlns:a="http://schemas.openxmlformats.org/drawingml/2006/main" noGrp="1"/>
          </p:cNvSpPr>
          <p:nvPr/>
        </p:nvSpPr>
        <p:spPr>
          <a:xfrm xmlns:a="http://schemas.openxmlformats.org/drawingml/2006/main">
            <a:off x="12201525" y="4500562"/>
            <a:ext cx="1971675" cy="371475"/>
          </a:xfrm>
          <a:custGeom xmlns:a="http://schemas.openxmlformats.org/drawingml/2006/main">
            <a:rect l="l" t="t" r="r" b="b"/>
            <a:pathLst>
              <a:path w="2628900" h="495300">
                <a:moveTo>
                  <a:pt x="0" y="0"/>
                </a:moveTo>
                <a:lnTo>
                  <a:pt x="2628900" y="0"/>
                </a:lnTo>
                <a:lnTo>
                  <a:pt x="2628900" y="495300"/>
                </a:lnTo>
                <a:lnTo>
                  <a:pt x="0" y="495300"/>
                </a:lnTo>
                <a:close/>
              </a:path>
            </a:pathLst>
          </a:custGeom>
          <a:blipFill xmlns:a="http://schemas.openxmlformats.org/drawingml/2006/main">
            <a:blip xmlns:r="http://schemas.openxmlformats.org/officeDocument/2006/relationships" r:embed="R86c9b6cf63ee4fa7">
              <a:alphaModFix amt="0"/>
            </a:blip>
            <a:stretch>
              <a:fillRect l="0" t="-53348" r="0" b="-53348"/>
            </a:stretch>
          </a:blipFill>
        </p:spPr>
        <p:txBody>
          <a:bodyPr xmlns:a="http://schemas.openxmlformats.org/drawingml/2006/main"/>
          <a:lstStyle xmlns:a="http://schemas.openxmlformats.org/drawingml/2006/main"/>
          <a:p xmlns:a="http://schemas.openxmlformats.org/drawingml/2006/main"/>
        </p:txBody>
      </p:sp>
      <p:sp>
        <p:nvSpPr>
          <p:cNvPr id="130" name="Freeform 130">
            <a:extLst xmlns:a="http://schemas.openxmlformats.org/drawingml/2006/main">
              <a:ext uri="{FF2B5EF4-FFF2-40B4-BE49-F238E27FC236}">
                <a16:creationId xmlns:a16="http://schemas.microsoft.com/office/drawing/2014/main" id="{B91BB43F-69AA-4A13-B119-DDA5B3B5B635}"/>
              </a:ext>
            </a:extLst>
          </p:cNvPr>
          <p:cNvSpPr>
            <a:spLocks xmlns:a="http://schemas.openxmlformats.org/drawingml/2006/main" noGrp="1"/>
          </p:cNvSpPr>
          <p:nvPr/>
        </p:nvSpPr>
        <p:spPr>
          <a:xfrm xmlns:a="http://schemas.openxmlformats.org/drawingml/2006/main">
            <a:off x="12201525" y="4486275"/>
            <a:ext cx="1971675" cy="657224"/>
          </a:xfrm>
          <a:custGeom xmlns:a="http://schemas.openxmlformats.org/drawingml/2006/main">
            <a:rect l="l" t="t" r="r" b="b"/>
            <a:pathLst>
              <a:path w="2628900" h="876299">
                <a:moveTo>
                  <a:pt x="0" y="0"/>
                </a:moveTo>
                <a:lnTo>
                  <a:pt x="2628900" y="0"/>
                </a:lnTo>
                <a:lnTo>
                  <a:pt x="2628900" y="876299"/>
                </a:lnTo>
                <a:lnTo>
                  <a:pt x="0" y="876299"/>
                </a:lnTo>
                <a:close/>
              </a:path>
            </a:pathLst>
          </a:custGeom>
          <a:blipFill xmlns:a="http://schemas.openxmlformats.org/drawingml/2006/main">
            <a:blip xmlns:r="http://schemas.openxmlformats.org/officeDocument/2006/relationships" r:embed="Rc533b2f351d44d59">
              <a:alphaModFix amt="0"/>
            </a:blip>
            <a:stretch>
              <a:fillRect l="0" t="-29107" r="0" b="12196"/>
            </a:stretch>
          </a:blipFill>
        </p:spPr>
        <p:txBody>
          <a:bodyPr xmlns:a="http://schemas.openxmlformats.org/drawingml/2006/main"/>
          <a:lstStyle xmlns:a="http://schemas.openxmlformats.org/drawingml/2006/main"/>
          <a:p xmlns:a="http://schemas.openxmlformats.org/drawingml/2006/main"/>
        </p:txBody>
      </p:sp>
      <p:sp>
        <p:nvSpPr>
          <p:cNvPr id="131" name="TextBox 131">
            <a:extLst xmlns:a="http://schemas.openxmlformats.org/drawingml/2006/main">
              <a:ext uri="{FF2B5EF4-FFF2-40B4-BE49-F238E27FC236}">
                <a16:creationId xmlns:a16="http://schemas.microsoft.com/office/drawing/2014/main" id="{4B145FD1-9E32-4B92-BF97-8032C3E80B2F}"/>
              </a:ext>
            </a:extLst>
          </p:cNvPr>
          <p:cNvSpPr>
            <a:spLocks xmlns:a="http://schemas.openxmlformats.org/drawingml/2006/main" noGrp="1"/>
          </p:cNvSpPr>
          <p:nvPr/>
        </p:nvSpPr>
        <p:spPr>
          <a:xfrm xmlns:a="http://schemas.openxmlformats.org/drawingml/2006/main">
            <a:off x="12201525" y="4471988"/>
            <a:ext cx="1971675" cy="67151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수기 검수와 API 보조,</a:t>
            </a:r>
          </a:p>
          <a:p xmlns:a="http://schemas.openxmlformats.org/drawingml/2006/main">
            <a:pPr algn="l">
              <a:lnSpc>
                <a:spcPts val="1888"/>
              </a:lnSpc>
              <a:buNone/>
            </a:pPr>
            <a:r>
              <a:rPr sz="1575">
                <a:solidFill>
                  <a:srgbClr val="9299A3"/>
                </a:solidFill>
                <a:latin typeface="Calibri (MS)"/>
                <a:ea typeface="Calibri (MS)"/>
                <a:cs typeface="Calibri (MS)"/>
              </a:rPr>
              <a:t>HTML 도구로 청크 확인</a:t>
            </a:r>
          </a:p>
        </p:txBody>
      </p:sp>
      <p:sp>
        <p:nvSpPr>
          <p:cNvPr id="132" name="Freeform 132">
            <a:extLst xmlns:a="http://schemas.openxmlformats.org/drawingml/2006/main">
              <a:ext uri="{FF2B5EF4-FFF2-40B4-BE49-F238E27FC236}">
                <a16:creationId xmlns:a16="http://schemas.microsoft.com/office/drawing/2014/main" id="{E3327FD3-8FF6-4514-86BB-22ACBEAB4585}"/>
              </a:ext>
            </a:extLst>
          </p:cNvPr>
          <p:cNvSpPr>
            <a:spLocks xmlns:a="http://schemas.openxmlformats.org/drawingml/2006/main" noGrp="1"/>
          </p:cNvSpPr>
          <p:nvPr/>
        </p:nvSpPr>
        <p:spPr>
          <a:xfrm xmlns:a="http://schemas.openxmlformats.org/drawingml/2006/main">
            <a:off x="14816138" y="3629025"/>
            <a:ext cx="2457450" cy="1528762"/>
          </a:xfrm>
          <a:custGeom xmlns:a="http://schemas.openxmlformats.org/drawingml/2006/main">
            <a:rect l="l" t="t" r="r" b="b"/>
            <a:pathLst>
              <a:path w="2457450" h="1528762">
                <a:moveTo>
                  <a:pt x="0" y="0"/>
                </a:moveTo>
                <a:lnTo>
                  <a:pt x="2457450" y="0"/>
                </a:lnTo>
                <a:lnTo>
                  <a:pt x="2457450" y="1528763"/>
                </a:lnTo>
                <a:lnTo>
                  <a:pt x="0" y="1528763"/>
                </a:lnTo>
                <a:lnTo>
                  <a:pt x="0" y="0"/>
                </a:lnTo>
                <a:close/>
              </a:path>
            </a:pathLst>
          </a:custGeom>
          <a:blipFill xmlns:a="http://schemas.openxmlformats.org/drawingml/2006/main">
            <a:blip xmlns:r="http://schemas.openxmlformats.org/officeDocument/2006/relationships" r:embed="Re1e82d1e4e584ba5">
              <a:extLst>
                <a:ext uri="{96DAC541-7B7A-43D3-8B79-37D633B846F1}">
                  <asvg:svgBlip xmlns:asvg="http://schemas.microsoft.com/office/drawing/2016/SVG/main" r:embed="R172d27d4e8a14ca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34" name="Freeform 134">
            <a:extLst xmlns:a="http://schemas.openxmlformats.org/drawingml/2006/main">
              <a:ext uri="{FF2B5EF4-FFF2-40B4-BE49-F238E27FC236}">
                <a16:creationId xmlns:a16="http://schemas.microsoft.com/office/drawing/2014/main" id="{9006EBCA-D638-46CC-B4DC-5A74D9C0915D}"/>
              </a:ext>
            </a:extLst>
          </p:cNvPr>
          <p:cNvSpPr>
            <a:spLocks xmlns:a="http://schemas.openxmlformats.org/drawingml/2006/main" noGrp="1"/>
          </p:cNvSpPr>
          <p:nvPr/>
        </p:nvSpPr>
        <p:spPr>
          <a:xfrm xmlns:a="http://schemas.openxmlformats.org/drawingml/2006/main">
            <a:off x="15059025" y="3871912"/>
            <a:ext cx="485775" cy="485775"/>
          </a:xfrm>
          <a:custGeom xmlns:a="http://schemas.openxmlformats.org/drawingml/2006/main">
            <a:rect l="l" t="t" r="r" b="b"/>
            <a:pathLst>
              <a:path w="647700" h="647700">
                <a:moveTo>
                  <a:pt x="0" y="323850"/>
                </a:moveTo>
                <a:cubicBezTo>
                  <a:pt x="0" y="145034"/>
                  <a:pt x="145034" y="0"/>
                  <a:pt x="323850" y="0"/>
                </a:cubicBezTo>
                <a:cubicBezTo>
                  <a:pt x="502666" y="0"/>
                  <a:pt x="647700" y="145034"/>
                  <a:pt x="647700" y="323850"/>
                </a:cubicBezTo>
                <a:cubicBezTo>
                  <a:pt x="647700" y="502666"/>
                  <a:pt x="502666" y="647700"/>
                  <a:pt x="323850" y="647700"/>
                </a:cubicBezTo>
                <a:cubicBezTo>
                  <a:pt x="145034" y="647700"/>
                  <a:pt x="0" y="502666"/>
                  <a:pt x="0" y="32385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136" name="Freeform 136">
            <a:extLst xmlns:a="http://schemas.openxmlformats.org/drawingml/2006/main">
              <a:ext uri="{FF2B5EF4-FFF2-40B4-BE49-F238E27FC236}">
                <a16:creationId xmlns:a16="http://schemas.microsoft.com/office/drawing/2014/main" id="{927CFB02-C743-4A49-BAD6-22010B798297}"/>
              </a:ext>
            </a:extLst>
          </p:cNvPr>
          <p:cNvSpPr>
            <a:spLocks xmlns:a="http://schemas.openxmlformats.org/drawingml/2006/main" noGrp="1"/>
          </p:cNvSpPr>
          <p:nvPr/>
        </p:nvSpPr>
        <p:spPr>
          <a:xfrm xmlns:a="http://schemas.openxmlformats.org/drawingml/2006/main">
            <a:off x="15059025" y="3871912"/>
            <a:ext cx="485775" cy="485775"/>
          </a:xfrm>
          <a:custGeom xmlns:a="http://schemas.openxmlformats.org/drawingml/2006/main">
            <a:rect l="l" t="t" r="r" b="b"/>
            <a:pathLst>
              <a:path w="647700" h="647700">
                <a:moveTo>
                  <a:pt x="0" y="0"/>
                </a:moveTo>
                <a:lnTo>
                  <a:pt x="647700" y="0"/>
                </a:lnTo>
                <a:lnTo>
                  <a:pt x="647700" y="647700"/>
                </a:lnTo>
                <a:lnTo>
                  <a:pt x="0" y="647700"/>
                </a:lnTo>
                <a:close/>
              </a:path>
            </a:pathLst>
          </a:custGeom>
          <a:blipFill xmlns:a="http://schemas.openxmlformats.org/drawingml/2006/main">
            <a:blip xmlns:r="http://schemas.openxmlformats.org/officeDocument/2006/relationships" r:embed="R86c9b6cf63ee4fa7">
              <a:alphaModFix amt="0"/>
            </a:blip>
            <a:stretch>
              <a:fillRect l="-78392" t="0" r="-78394" b="0"/>
            </a:stretch>
          </a:blipFill>
        </p:spPr>
        <p:txBody>
          <a:bodyPr xmlns:a="http://schemas.openxmlformats.org/drawingml/2006/main"/>
          <a:lstStyle xmlns:a="http://schemas.openxmlformats.org/drawingml/2006/main"/>
          <a:p xmlns:a="http://schemas.openxmlformats.org/drawingml/2006/main"/>
        </p:txBody>
      </p:sp>
      <p:sp>
        <p:nvSpPr>
          <p:cNvPr id="138" name="Freeform 138">
            <a:extLst xmlns:a="http://schemas.openxmlformats.org/drawingml/2006/main">
              <a:ext uri="{FF2B5EF4-FFF2-40B4-BE49-F238E27FC236}">
                <a16:creationId xmlns:a16="http://schemas.microsoft.com/office/drawing/2014/main" id="{4CD25B6F-0476-4E21-833B-E06369F87711}"/>
              </a:ext>
            </a:extLst>
          </p:cNvPr>
          <p:cNvSpPr>
            <a:spLocks xmlns:a="http://schemas.openxmlformats.org/drawingml/2006/main" noGrp="1"/>
          </p:cNvSpPr>
          <p:nvPr/>
        </p:nvSpPr>
        <p:spPr>
          <a:xfrm xmlns:a="http://schemas.openxmlformats.org/drawingml/2006/main">
            <a:off x="15059025" y="3843338"/>
            <a:ext cx="485775" cy="514350"/>
          </a:xfrm>
          <a:custGeom xmlns:a="http://schemas.openxmlformats.org/drawingml/2006/main">
            <a:rect l="l" t="t" r="r" b="b"/>
            <a:pathLst>
              <a:path w="647700" h="685800">
                <a:moveTo>
                  <a:pt x="0" y="0"/>
                </a:moveTo>
                <a:lnTo>
                  <a:pt x="647700" y="0"/>
                </a:lnTo>
                <a:lnTo>
                  <a:pt x="647700" y="685800"/>
                </a:lnTo>
                <a:lnTo>
                  <a:pt x="0" y="685800"/>
                </a:lnTo>
                <a:close/>
              </a:path>
            </a:pathLst>
          </a:custGeom>
          <a:blipFill xmlns:a="http://schemas.openxmlformats.org/drawingml/2006/main">
            <a:blip xmlns:r="http://schemas.openxmlformats.org/officeDocument/2006/relationships" r:embed="Rc533b2f351d44d59">
              <a:alphaModFix amt="0"/>
            </a:blip>
            <a:stretch>
              <a:fillRect l="-85850" t="0" r="-85850" b="0"/>
            </a:stretch>
          </a:blipFill>
        </p:spPr>
        <p:txBody>
          <a:bodyPr xmlns:a="http://schemas.openxmlformats.org/drawingml/2006/main"/>
          <a:lstStyle xmlns:a="http://schemas.openxmlformats.org/drawingml/2006/main"/>
          <a:p xmlns:a="http://schemas.openxmlformats.org/drawingml/2006/main"/>
        </p:txBody>
      </p:sp>
      <p:sp>
        <p:nvSpPr>
          <p:cNvPr id="139" name="TextBox 139">
            <a:extLst xmlns:a="http://schemas.openxmlformats.org/drawingml/2006/main">
              <a:ext uri="{FF2B5EF4-FFF2-40B4-BE49-F238E27FC236}">
                <a16:creationId xmlns:a16="http://schemas.microsoft.com/office/drawing/2014/main" id="{BBE7ADAD-1A56-4309-8403-3F7FA6408A0B}"/>
              </a:ext>
            </a:extLst>
          </p:cNvPr>
          <p:cNvSpPr>
            <a:spLocks xmlns:a="http://schemas.openxmlformats.org/drawingml/2006/main" noGrp="1"/>
          </p:cNvSpPr>
          <p:nvPr/>
        </p:nvSpPr>
        <p:spPr>
          <a:xfrm xmlns:a="http://schemas.openxmlformats.org/drawingml/2006/main">
            <a:off x="15059025" y="3814763"/>
            <a:ext cx="485775" cy="542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25"/>
              </a:lnSpc>
              <a:buNone/>
            </a:pPr>
            <a:r>
              <a:rPr sz="1686" b="1">
                <a:solidFill>
                  <a:srgbClr val="FFFFFF"/>
                </a:solidFill>
                <a:latin typeface="Calibri (MS) Bold"/>
                <a:ea typeface="Calibri (MS) Bold"/>
                <a:cs typeface="Calibri (MS) Bold"/>
              </a:rPr>
              <a:t>6</a:t>
            </a:r>
          </a:p>
        </p:txBody>
      </p:sp>
      <p:sp>
        <p:nvSpPr>
          <p:cNvPr id="141" name="Freeform 141">
            <a:extLst xmlns:a="http://schemas.openxmlformats.org/drawingml/2006/main">
              <a:ext uri="{FF2B5EF4-FFF2-40B4-BE49-F238E27FC236}">
                <a16:creationId xmlns:a16="http://schemas.microsoft.com/office/drawing/2014/main" id="{E30A68B1-EBA9-4847-A6BD-75B114E1FB4A}"/>
              </a:ext>
            </a:extLst>
          </p:cNvPr>
          <p:cNvSpPr>
            <a:spLocks xmlns:a="http://schemas.openxmlformats.org/drawingml/2006/main" noGrp="1"/>
          </p:cNvSpPr>
          <p:nvPr/>
        </p:nvSpPr>
        <p:spPr>
          <a:xfrm xmlns:a="http://schemas.openxmlformats.org/drawingml/2006/main">
            <a:off x="15659100" y="3829050"/>
            <a:ext cx="1400175" cy="542925"/>
          </a:xfrm>
          <a:custGeom xmlns:a="http://schemas.openxmlformats.org/drawingml/2006/main">
            <a:rect l="l" t="t" r="r" b="b"/>
            <a:pathLst>
              <a:path w="1866900" h="723900">
                <a:moveTo>
                  <a:pt x="0" y="0"/>
                </a:moveTo>
                <a:lnTo>
                  <a:pt x="1866900" y="0"/>
                </a:lnTo>
                <a:lnTo>
                  <a:pt x="1866900" y="723900"/>
                </a:lnTo>
                <a:lnTo>
                  <a:pt x="0" y="723900"/>
                </a:lnTo>
                <a:close/>
              </a:path>
            </a:pathLst>
          </a:custGeom>
          <a:blipFill xmlns:a="http://schemas.openxmlformats.org/drawingml/2006/main">
            <a:blip xmlns:r="http://schemas.openxmlformats.org/officeDocument/2006/relationships" r:embed="R86c9b6cf63ee4fa7">
              <a:alphaModFix amt="0"/>
            </a:blip>
            <a:stretch>
              <a:fillRect l="0" t="-215" r="0" b="-215"/>
            </a:stretch>
          </a:blipFill>
        </p:spPr>
        <p:txBody>
          <a:bodyPr xmlns:a="http://schemas.openxmlformats.org/drawingml/2006/main"/>
          <a:lstStyle xmlns:a="http://schemas.openxmlformats.org/drawingml/2006/main"/>
          <a:p xmlns:a="http://schemas.openxmlformats.org/drawingml/2006/main"/>
        </p:txBody>
      </p:sp>
      <p:sp>
        <p:nvSpPr>
          <p:cNvPr id="143" name="Freeform 143">
            <a:extLst xmlns:a="http://schemas.openxmlformats.org/drawingml/2006/main">
              <a:ext uri="{FF2B5EF4-FFF2-40B4-BE49-F238E27FC236}">
                <a16:creationId xmlns:a16="http://schemas.microsoft.com/office/drawing/2014/main" id="{2DB5A334-250D-4CE4-9D6E-701BC1FF0ED3}"/>
              </a:ext>
            </a:extLst>
          </p:cNvPr>
          <p:cNvSpPr>
            <a:spLocks xmlns:a="http://schemas.openxmlformats.org/drawingml/2006/main" noGrp="1"/>
          </p:cNvSpPr>
          <p:nvPr/>
        </p:nvSpPr>
        <p:spPr>
          <a:xfrm xmlns:a="http://schemas.openxmlformats.org/drawingml/2006/main">
            <a:off x="15659100" y="3800475"/>
            <a:ext cx="1400175" cy="571500"/>
          </a:xfrm>
          <a:custGeom xmlns:a="http://schemas.openxmlformats.org/drawingml/2006/main">
            <a:rect l="l" t="t" r="r" b="b"/>
            <a:pathLst>
              <a:path w="1866900" h="762000">
                <a:moveTo>
                  <a:pt x="0" y="0"/>
                </a:moveTo>
                <a:lnTo>
                  <a:pt x="1866900" y="0"/>
                </a:lnTo>
                <a:lnTo>
                  <a:pt x="1866900" y="762000"/>
                </a:lnTo>
                <a:lnTo>
                  <a:pt x="0" y="762000"/>
                </a:lnTo>
                <a:close/>
              </a:path>
            </a:pathLst>
          </a:custGeom>
          <a:blipFill xmlns:a="http://schemas.openxmlformats.org/drawingml/2006/main">
            <a:blip xmlns:r="http://schemas.openxmlformats.org/officeDocument/2006/relationships" r:embed="Rc533b2f351d44d59">
              <a:alphaModFix amt="0"/>
            </a:blip>
            <a:stretch>
              <a:fillRect l="-2368" t="0" r="-2368" b="0"/>
            </a:stretch>
          </a:blipFill>
        </p:spPr>
        <p:txBody>
          <a:bodyPr xmlns:a="http://schemas.openxmlformats.org/drawingml/2006/main"/>
          <a:lstStyle xmlns:a="http://schemas.openxmlformats.org/drawingml/2006/main"/>
          <a:p xmlns:a="http://schemas.openxmlformats.org/drawingml/2006/main"/>
        </p:txBody>
      </p:sp>
      <p:sp>
        <p:nvSpPr>
          <p:cNvPr id="144" name="TextBox 144">
            <a:extLst xmlns:a="http://schemas.openxmlformats.org/drawingml/2006/main">
              <a:ext uri="{FF2B5EF4-FFF2-40B4-BE49-F238E27FC236}">
                <a16:creationId xmlns:a16="http://schemas.microsoft.com/office/drawing/2014/main" id="{64F5449B-C288-43C2-B08E-7B9A52791C61}"/>
              </a:ext>
            </a:extLst>
          </p:cNvPr>
          <p:cNvSpPr>
            <a:spLocks xmlns:a="http://schemas.openxmlformats.org/drawingml/2006/main" noGrp="1"/>
          </p:cNvSpPr>
          <p:nvPr/>
        </p:nvSpPr>
        <p:spPr>
          <a:xfrm xmlns:a="http://schemas.openxmlformats.org/drawingml/2006/main">
            <a:off x="15659100" y="3771900"/>
            <a:ext cx="1400175" cy="6000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294"/>
              </a:lnSpc>
              <a:buNone/>
            </a:pPr>
            <a:r>
              <a:rPr sz="1911" b="1">
                <a:solidFill>
                  <a:srgbClr val="202020"/>
                </a:solidFill>
                <a:latin typeface="Calibri (MS) Bold"/>
                <a:ea typeface="Calibri (MS) Bold"/>
                <a:cs typeface="Calibri (MS) Bold"/>
              </a:rPr>
              <a:t>시연 준비</a:t>
            </a:r>
          </a:p>
        </p:txBody>
      </p:sp>
      <p:sp>
        <p:nvSpPr>
          <p:cNvPr id="146" name="Freeform 146">
            <a:extLst xmlns:a="http://schemas.openxmlformats.org/drawingml/2006/main">
              <a:ext uri="{FF2B5EF4-FFF2-40B4-BE49-F238E27FC236}">
                <a16:creationId xmlns:a16="http://schemas.microsoft.com/office/drawing/2014/main" id="{9B46D54D-F367-4741-9054-12576B9905B3}"/>
              </a:ext>
            </a:extLst>
          </p:cNvPr>
          <p:cNvSpPr>
            <a:spLocks xmlns:a="http://schemas.openxmlformats.org/drawingml/2006/main" noGrp="1"/>
          </p:cNvSpPr>
          <p:nvPr/>
        </p:nvSpPr>
        <p:spPr>
          <a:xfrm xmlns:a="http://schemas.openxmlformats.org/drawingml/2006/main">
            <a:off x="15059025" y="4500562"/>
            <a:ext cx="1971675" cy="371475"/>
          </a:xfrm>
          <a:custGeom xmlns:a="http://schemas.openxmlformats.org/drawingml/2006/main">
            <a:rect l="l" t="t" r="r" b="b"/>
            <a:pathLst>
              <a:path w="2628900" h="495300">
                <a:moveTo>
                  <a:pt x="0" y="0"/>
                </a:moveTo>
                <a:lnTo>
                  <a:pt x="2628900" y="0"/>
                </a:lnTo>
                <a:lnTo>
                  <a:pt x="2628900" y="495300"/>
                </a:lnTo>
                <a:lnTo>
                  <a:pt x="0" y="495300"/>
                </a:lnTo>
                <a:close/>
              </a:path>
            </a:pathLst>
          </a:custGeom>
          <a:blipFill xmlns:a="http://schemas.openxmlformats.org/drawingml/2006/main">
            <a:blip xmlns:r="http://schemas.openxmlformats.org/officeDocument/2006/relationships" r:embed="R86c9b6cf63ee4fa7">
              <a:alphaModFix amt="0"/>
            </a:blip>
            <a:stretch>
              <a:fillRect l="0" t="-53348" r="0" b="-53348"/>
            </a:stretch>
          </a:blipFill>
        </p:spPr>
        <p:txBody>
          <a:bodyPr xmlns:a="http://schemas.openxmlformats.org/drawingml/2006/main"/>
          <a:lstStyle xmlns:a="http://schemas.openxmlformats.org/drawingml/2006/main"/>
          <a:p xmlns:a="http://schemas.openxmlformats.org/drawingml/2006/main"/>
        </p:txBody>
      </p:sp>
      <p:sp>
        <p:nvSpPr>
          <p:cNvPr id="148" name="Freeform 148">
            <a:extLst xmlns:a="http://schemas.openxmlformats.org/drawingml/2006/main">
              <a:ext uri="{FF2B5EF4-FFF2-40B4-BE49-F238E27FC236}">
                <a16:creationId xmlns:a16="http://schemas.microsoft.com/office/drawing/2014/main" id="{DEAE4746-5DAC-4D18-8A72-085315937D4A}"/>
              </a:ext>
            </a:extLst>
          </p:cNvPr>
          <p:cNvSpPr>
            <a:spLocks xmlns:a="http://schemas.openxmlformats.org/drawingml/2006/main" noGrp="1"/>
          </p:cNvSpPr>
          <p:nvPr/>
        </p:nvSpPr>
        <p:spPr>
          <a:xfrm xmlns:a="http://schemas.openxmlformats.org/drawingml/2006/main">
            <a:off x="15059025" y="4343400"/>
            <a:ext cx="1971675" cy="795337"/>
          </a:xfrm>
          <a:custGeom xmlns:a="http://schemas.openxmlformats.org/drawingml/2006/main">
            <a:rect l="l" t="t" r="r" b="b"/>
            <a:pathLst>
              <a:path w="2628900" h="1060449">
                <a:moveTo>
                  <a:pt x="0" y="0"/>
                </a:moveTo>
                <a:lnTo>
                  <a:pt x="2628900" y="0"/>
                </a:lnTo>
                <a:lnTo>
                  <a:pt x="2628900" y="1060449"/>
                </a:lnTo>
                <a:lnTo>
                  <a:pt x="0" y="1060449"/>
                </a:lnTo>
                <a:close/>
              </a:path>
            </a:pathLst>
          </a:custGeom>
          <a:blipFill xmlns:a="http://schemas.openxmlformats.org/drawingml/2006/main">
            <a:blip xmlns:r="http://schemas.openxmlformats.org/officeDocument/2006/relationships" r:embed="Rc533b2f351d44d59">
              <a:alphaModFix amt="0"/>
            </a:blip>
            <a:stretch>
              <a:fillRect l="0" t="-24052" r="0" b="27444"/>
            </a:stretch>
          </a:blipFill>
        </p:spPr>
        <p:txBody>
          <a:bodyPr xmlns:a="http://schemas.openxmlformats.org/drawingml/2006/main"/>
          <a:lstStyle xmlns:a="http://schemas.openxmlformats.org/drawingml/2006/main"/>
          <a:p xmlns:a="http://schemas.openxmlformats.org/drawingml/2006/main"/>
        </p:txBody>
      </p:sp>
      <p:sp>
        <p:nvSpPr>
          <p:cNvPr id="149" name="TextBox 149">
            <a:extLst xmlns:a="http://schemas.openxmlformats.org/drawingml/2006/main">
              <a:ext uri="{FF2B5EF4-FFF2-40B4-BE49-F238E27FC236}">
                <a16:creationId xmlns:a16="http://schemas.microsoft.com/office/drawing/2014/main" id="{6810A39B-66FC-4EF5-9B8A-10C7C0FE168D}"/>
              </a:ext>
            </a:extLst>
          </p:cNvPr>
          <p:cNvSpPr>
            <a:spLocks xmlns:a="http://schemas.openxmlformats.org/drawingml/2006/main" noGrp="1"/>
          </p:cNvSpPr>
          <p:nvPr/>
        </p:nvSpPr>
        <p:spPr>
          <a:xfrm xmlns:a="http://schemas.openxmlformats.org/drawingml/2006/main">
            <a:off x="15059025" y="4329113"/>
            <a:ext cx="1971675" cy="809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대표 질문으로 화면·답변·</a:t>
            </a:r>
          </a:p>
          <a:p xmlns:a="http://schemas.openxmlformats.org/drawingml/2006/main">
            <a:pPr algn="l">
              <a:lnSpc>
                <a:spcPts val="1888"/>
              </a:lnSpc>
              <a:buNone/>
            </a:pPr>
            <a:r>
              <a:rPr sz="1575">
                <a:solidFill>
                  <a:srgbClr val="9299A3"/>
                </a:solidFill>
                <a:latin typeface="Calibri (MS)"/>
                <a:ea typeface="Calibri (MS)"/>
                <a:cs typeface="Calibri (MS)"/>
              </a:rPr>
              <a:t>출처 노출 시연 준비</a:t>
            </a:r>
          </a:p>
        </p:txBody>
      </p:sp>
      <p:sp>
        <p:nvSpPr>
          <p:cNvPr id="151" name="Freeform 151">
            <a:extLst xmlns:a="http://schemas.openxmlformats.org/drawingml/2006/main">
              <a:ext uri="{FF2B5EF4-FFF2-40B4-BE49-F238E27FC236}">
                <a16:creationId xmlns:a16="http://schemas.microsoft.com/office/drawing/2014/main" id="{44A20B0B-56F7-4C7A-937C-E192191513E7}"/>
              </a:ext>
            </a:extLst>
          </p:cNvPr>
          <p:cNvSpPr>
            <a:spLocks xmlns:a="http://schemas.openxmlformats.org/drawingml/2006/main" noGrp="1"/>
          </p:cNvSpPr>
          <p:nvPr/>
        </p:nvSpPr>
        <p:spPr>
          <a:xfrm xmlns:a="http://schemas.openxmlformats.org/drawingml/2006/main">
            <a:off x="885825" y="6057900"/>
            <a:ext cx="15944850" cy="428625"/>
          </a:xfrm>
          <a:custGeom xmlns:a="http://schemas.openxmlformats.org/drawingml/2006/main">
            <a:rect l="l" t="t" r="r" b="b"/>
            <a:pathLst>
              <a:path w="21259800" h="571500">
                <a:moveTo>
                  <a:pt x="0" y="0"/>
                </a:moveTo>
                <a:lnTo>
                  <a:pt x="21259800" y="0"/>
                </a:lnTo>
                <a:lnTo>
                  <a:pt x="21259800" y="571500"/>
                </a:lnTo>
                <a:lnTo>
                  <a:pt x="0" y="571500"/>
                </a:lnTo>
                <a:close/>
              </a:path>
            </a:pathLst>
          </a:custGeom>
          <a:blipFill xmlns:a="http://schemas.openxmlformats.org/drawingml/2006/main">
            <a:blip xmlns:r="http://schemas.openxmlformats.org/officeDocument/2006/relationships" r:embed="R86c9b6cf63ee4fa7">
              <a:alphaModFix amt="0"/>
            </a:blip>
            <a:stretch>
              <a:fillRect l="0" t="-674339" r="0" b="-674337"/>
            </a:stretch>
          </a:blipFill>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172121831"/>
      </p:ext>
    </p:extLst>
  </p:cSld>
</p:sld>
</file>

<file path=ppt/slides/slide10.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CDA0DAD-F104-468B-8E44-69EA75C4C259}"/>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6745696551594a55">
              <a:extLst>
                <a:ext uri="{96DAC541-7B7A-43D3-8B79-37D633B846F1}">
                  <asvg:svgBlip xmlns:asvg="http://schemas.microsoft.com/office/drawing/2016/SVG/main" r:embed="R9176898588eb4f81"/>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8A5DD232-24D4-4892-B7E4-F09CF661EABD}"/>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7f4ffe08425e45ab">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CAF8234C-E829-49C0-8273-025C7254C75B}"/>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d115c1ceb95d4285">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A6A29BE0-4F09-484E-846A-E7E106360BCD}"/>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전체적인 파이프라인 설계</a:t>
            </a:r>
          </a:p>
        </p:txBody>
      </p:sp>
      <p:sp>
        <p:nvSpPr>
          <p:cNvPr id="9" name="Freeform 9">
            <a:extLst xmlns:a="http://schemas.openxmlformats.org/drawingml/2006/main">
              <a:ext uri="{FF2B5EF4-FFF2-40B4-BE49-F238E27FC236}">
                <a16:creationId xmlns:a16="http://schemas.microsoft.com/office/drawing/2014/main" id="{0EC3B76C-0DCE-4B6E-B38F-7DB9D5B7E6F4}"/>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7f4ffe08425e45ab">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069E5D2F-4B19-4914-BED9-D8C31C66FF6F}"/>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d115c1ceb95d4285">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0288726D-82E8-4A9B-B1E9-25DD80690856}"/>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데이터 준비부터 사용자 답변까지 연결 구조를 표현합니다</a:t>
            </a:r>
          </a:p>
        </p:txBody>
      </p:sp>
      <p:sp>
        <p:nvSpPr>
          <p:cNvPr id="14" name="Freeform 14">
            <a:extLst xmlns:a="http://schemas.openxmlformats.org/drawingml/2006/main">
              <a:ext uri="{FF2B5EF4-FFF2-40B4-BE49-F238E27FC236}">
                <a16:creationId xmlns:a16="http://schemas.microsoft.com/office/drawing/2014/main" id="{B35DF5D2-53C5-42E5-A299-35833834FDA8}"/>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7f4ffe08425e45ab">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3F65096B-4902-428D-A535-F615E562C310}"/>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d115c1ceb95d4285">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067C6997-6449-4C2A-872B-269109218983}"/>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업무 혼입을 차단하고, 검색된 근거만으로 답변·출처를 생성</a:t>
            </a:r>
          </a:p>
        </p:txBody>
      </p:sp>
      <p:sp>
        <p:nvSpPr>
          <p:cNvPr id="19" name="Freeform 19">
            <a:extLst xmlns:a="http://schemas.openxmlformats.org/drawingml/2006/main">
              <a:ext uri="{FF2B5EF4-FFF2-40B4-BE49-F238E27FC236}">
                <a16:creationId xmlns:a16="http://schemas.microsoft.com/office/drawing/2014/main" id="{53FECB61-6707-49AB-A228-5C4A1D88A61F}"/>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97268E49-A5A4-44B2-87F7-150FCCAAEB72}"/>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A73E8F1C-2C54-4325-9CB7-4B56A80EF78B}"/>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7f4ffe08425e45ab">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BB3B9EC0-5113-45AA-AA14-F50BC2240C4E}"/>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d115c1ceb95d4285">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AE56ACFB-EE38-4318-9AF5-2BB7FFE2B974}"/>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DE506C56-6DB7-43F2-850C-3B09DE1966EE}"/>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7f4ffe08425e45ab">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0630DD78-2DF1-4521-AD09-8A8CEF018133}"/>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d115c1ceb95d4285">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02F15DED-C359-41A0-91D1-4070F6DD0C98}"/>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11</a:t>
            </a:r>
          </a:p>
        </p:txBody>
      </p:sp>
      <p:sp>
        <p:nvSpPr>
          <p:cNvPr id="32" name="Freeform 32">
            <a:extLst xmlns:a="http://schemas.openxmlformats.org/drawingml/2006/main">
              <a:ext uri="{FF2B5EF4-FFF2-40B4-BE49-F238E27FC236}">
                <a16:creationId xmlns:a16="http://schemas.microsoft.com/office/drawing/2014/main" id="{C7D6702C-5C9A-4F99-A9DF-236B66CB6A4B}"/>
              </a:ext>
            </a:extLst>
          </p:cNvPr>
          <p:cNvSpPr>
            <a:spLocks xmlns:a="http://schemas.openxmlformats.org/drawingml/2006/main" noGrp="1"/>
          </p:cNvSpPr>
          <p:nvPr/>
        </p:nvSpPr>
        <p:spPr>
          <a:xfrm xmlns:a="http://schemas.openxmlformats.org/drawingml/2006/main">
            <a:off x="554355" y="3411855"/>
            <a:ext cx="2391728" cy="2463165"/>
          </a:xfrm>
          <a:custGeom xmlns:a="http://schemas.openxmlformats.org/drawingml/2006/main">
            <a:rect l="l" t="t" r="r" b="b"/>
            <a:pathLst>
              <a:path w="2391728" h="2463165">
                <a:moveTo>
                  <a:pt x="0" y="0"/>
                </a:moveTo>
                <a:lnTo>
                  <a:pt x="2391727" y="0"/>
                </a:lnTo>
                <a:lnTo>
                  <a:pt x="2391727" y="2463165"/>
                </a:lnTo>
                <a:lnTo>
                  <a:pt x="0" y="2463165"/>
                </a:lnTo>
                <a:lnTo>
                  <a:pt x="0" y="0"/>
                </a:lnTo>
                <a:close/>
              </a:path>
            </a:pathLst>
          </a:custGeom>
          <a:blipFill xmlns:a="http://schemas.openxmlformats.org/drawingml/2006/main">
            <a:blip xmlns:r="http://schemas.openxmlformats.org/officeDocument/2006/relationships" r:embed="R43007213de394e86">
              <a:extLst>
                <a:ext uri="{96DAC541-7B7A-43D3-8B79-37D633B846F1}">
                  <asvg:svgBlip xmlns:asvg="http://schemas.microsoft.com/office/drawing/2016/SVG/main" r:embed="Rd2003a8a1faf401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9A5D15CA-8EDF-4F52-B5E3-666659AA4E83}"/>
              </a:ext>
            </a:extLst>
          </p:cNvPr>
          <p:cNvSpPr>
            <a:spLocks xmlns:a="http://schemas.openxmlformats.org/drawingml/2006/main" noGrp="1"/>
          </p:cNvSpPr>
          <p:nvPr/>
        </p:nvSpPr>
        <p:spPr>
          <a:xfrm xmlns:a="http://schemas.openxmlformats.org/drawingml/2006/main">
            <a:off x="828675" y="3686175"/>
            <a:ext cx="714375" cy="400050"/>
          </a:xfrm>
          <a:custGeom xmlns:a="http://schemas.openxmlformats.org/drawingml/2006/main">
            <a:rect l="l" t="t" r="r" b="b"/>
            <a:pathLst>
              <a:path w="952500" h="533400">
                <a:moveTo>
                  <a:pt x="0" y="0"/>
                </a:moveTo>
                <a:lnTo>
                  <a:pt x="952500" y="0"/>
                </a:lnTo>
                <a:lnTo>
                  <a:pt x="952500" y="533400"/>
                </a:lnTo>
                <a:lnTo>
                  <a:pt x="0" y="533400"/>
                </a:lnTo>
                <a:close/>
              </a:path>
            </a:pathLst>
          </a:custGeom>
          <a:blipFill xmlns:a="http://schemas.openxmlformats.org/drawingml/2006/main">
            <a:blip xmlns:r="http://schemas.openxmlformats.org/officeDocument/2006/relationships" r:embed="R7f4ffe08425e45ab">
              <a:alphaModFix amt="0"/>
            </a:blip>
            <a:stretch>
              <a:fillRect l="-21900" t="0" r="-21899" b="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C1945481-4107-43A0-96B5-805BC0C4AA36}"/>
              </a:ext>
            </a:extLst>
          </p:cNvPr>
          <p:cNvSpPr>
            <a:spLocks xmlns:a="http://schemas.openxmlformats.org/drawingml/2006/main" noGrp="1"/>
          </p:cNvSpPr>
          <p:nvPr/>
        </p:nvSpPr>
        <p:spPr>
          <a:xfrm xmlns:a="http://schemas.openxmlformats.org/drawingml/2006/main">
            <a:off x="828675" y="3657600"/>
            <a:ext cx="714375" cy="428625"/>
          </a:xfrm>
          <a:custGeom xmlns:a="http://schemas.openxmlformats.org/drawingml/2006/main">
            <a:rect l="l" t="t" r="r" b="b"/>
            <a:pathLst>
              <a:path w="952500" h="571500">
                <a:moveTo>
                  <a:pt x="0" y="0"/>
                </a:moveTo>
                <a:lnTo>
                  <a:pt x="952500" y="0"/>
                </a:lnTo>
                <a:lnTo>
                  <a:pt x="952500" y="571500"/>
                </a:lnTo>
                <a:lnTo>
                  <a:pt x="0" y="571500"/>
                </a:lnTo>
                <a:close/>
              </a:path>
            </a:pathLst>
          </a:custGeom>
          <a:blipFill xmlns:a="http://schemas.openxmlformats.org/drawingml/2006/main">
            <a:blip xmlns:r="http://schemas.openxmlformats.org/officeDocument/2006/relationships" r:embed="Rd115c1ceb95d4285">
              <a:alphaModFix amt="0"/>
            </a:blip>
            <a:stretch>
              <a:fillRect l="-26982" t="0" r="-26982" b="0"/>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BC34ED78-B6A9-465F-A580-A55636F9E80F}"/>
              </a:ext>
            </a:extLst>
          </p:cNvPr>
          <p:cNvSpPr>
            <a:spLocks xmlns:a="http://schemas.openxmlformats.org/drawingml/2006/main" noGrp="1"/>
          </p:cNvSpPr>
          <p:nvPr/>
        </p:nvSpPr>
        <p:spPr>
          <a:xfrm xmlns:a="http://schemas.openxmlformats.org/drawingml/2006/main">
            <a:off x="828675" y="3629025"/>
            <a:ext cx="714375"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01</a:t>
            </a:r>
          </a:p>
        </p:txBody>
      </p:sp>
      <p:sp>
        <p:nvSpPr>
          <p:cNvPr id="39" name="Freeform 39">
            <a:extLst xmlns:a="http://schemas.openxmlformats.org/drawingml/2006/main">
              <a:ext uri="{FF2B5EF4-FFF2-40B4-BE49-F238E27FC236}">
                <a16:creationId xmlns:a16="http://schemas.microsoft.com/office/drawing/2014/main" id="{A1730313-9DAD-41C6-96C1-89EA6BA7EBAB}"/>
              </a:ext>
            </a:extLst>
          </p:cNvPr>
          <p:cNvSpPr>
            <a:spLocks xmlns:a="http://schemas.openxmlformats.org/drawingml/2006/main" noGrp="1"/>
          </p:cNvSpPr>
          <p:nvPr/>
        </p:nvSpPr>
        <p:spPr>
          <a:xfrm xmlns:a="http://schemas.openxmlformats.org/drawingml/2006/main">
            <a:off x="828675" y="4214812"/>
            <a:ext cx="1857375" cy="600075"/>
          </a:xfrm>
          <a:custGeom xmlns:a="http://schemas.openxmlformats.org/drawingml/2006/main">
            <a:rect l="l" t="t" r="r" b="b"/>
            <a:pathLst>
              <a:path w="2476500" h="800100">
                <a:moveTo>
                  <a:pt x="0" y="0"/>
                </a:moveTo>
                <a:lnTo>
                  <a:pt x="2476500" y="0"/>
                </a:lnTo>
                <a:lnTo>
                  <a:pt x="2476500" y="800100"/>
                </a:lnTo>
                <a:lnTo>
                  <a:pt x="0" y="800100"/>
                </a:lnTo>
                <a:close/>
              </a:path>
            </a:pathLst>
          </a:custGeom>
          <a:blipFill xmlns:a="http://schemas.openxmlformats.org/drawingml/2006/main">
            <a:blip xmlns:r="http://schemas.openxmlformats.org/officeDocument/2006/relationships" r:embed="R7f4ffe08425e45ab">
              <a:alphaModFix amt="0"/>
            </a:blip>
            <a:stretch>
              <a:fillRect l="0" t="-10268" r="0" b="-10269"/>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AA7F2BD3-43B8-4B35-8A6D-F2859440BD52}"/>
              </a:ext>
            </a:extLst>
          </p:cNvPr>
          <p:cNvSpPr>
            <a:spLocks xmlns:a="http://schemas.openxmlformats.org/drawingml/2006/main" noGrp="1"/>
          </p:cNvSpPr>
          <p:nvPr/>
        </p:nvSpPr>
        <p:spPr>
          <a:xfrm xmlns:a="http://schemas.openxmlformats.org/drawingml/2006/main">
            <a:off x="828675" y="4186238"/>
            <a:ext cx="1857375" cy="628650"/>
          </a:xfrm>
          <a:custGeom xmlns:a="http://schemas.openxmlformats.org/drawingml/2006/main">
            <a:rect l="l" t="t" r="r" b="b"/>
            <a:pathLst>
              <a:path w="2476500" h="838200">
                <a:moveTo>
                  <a:pt x="0" y="0"/>
                </a:moveTo>
                <a:lnTo>
                  <a:pt x="2476500" y="0"/>
                </a:lnTo>
                <a:lnTo>
                  <a:pt x="2476500" y="838200"/>
                </a:lnTo>
                <a:lnTo>
                  <a:pt x="0" y="838200"/>
                </a:lnTo>
                <a:close/>
              </a:path>
            </a:pathLst>
          </a:custGeom>
          <a:blipFill xmlns:a="http://schemas.openxmlformats.org/drawingml/2006/main">
            <a:blip xmlns:r="http://schemas.openxmlformats.org/officeDocument/2006/relationships" r:embed="Rd115c1ceb95d4285">
              <a:alphaModFix amt="0"/>
            </a:blip>
            <a:stretch>
              <a:fillRect l="0" t="-7569" r="0" b="-7569"/>
            </a:stretch>
          </a:blipFill>
        </p:spPr>
        <p:txBody>
          <a:bodyPr xmlns:a="http://schemas.openxmlformats.org/drawingml/2006/main"/>
          <a:lstStyle xmlns:a="http://schemas.openxmlformats.org/drawingml/2006/main"/>
          <a:p xmlns:a="http://schemas.openxmlformats.org/drawingml/2006/main"/>
        </p:txBody>
      </p:sp>
      <p:sp>
        <p:nvSpPr>
          <p:cNvPr id="42" name="TextBox 42">
            <a:extLst xmlns:a="http://schemas.openxmlformats.org/drawingml/2006/main">
              <a:ext uri="{FF2B5EF4-FFF2-40B4-BE49-F238E27FC236}">
                <a16:creationId xmlns:a16="http://schemas.microsoft.com/office/drawing/2014/main" id="{802013FB-3AB3-407D-82C0-580EBA126AB4}"/>
              </a:ext>
            </a:extLst>
          </p:cNvPr>
          <p:cNvSpPr>
            <a:spLocks xmlns:a="http://schemas.openxmlformats.org/drawingml/2006/main" noGrp="1"/>
          </p:cNvSpPr>
          <p:nvPr/>
        </p:nvSpPr>
        <p:spPr>
          <a:xfrm xmlns:a="http://schemas.openxmlformats.org/drawingml/2006/main">
            <a:off x="828675" y="4157663"/>
            <a:ext cx="1857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430"/>
              </a:lnSpc>
              <a:buNone/>
            </a:pPr>
            <a:r>
              <a:rPr sz="2025" b="1">
                <a:solidFill>
                  <a:srgbClr val="202020"/>
                </a:solidFill>
                <a:latin typeface="Calibri (MS) Bold"/>
                <a:ea typeface="Calibri (MS) Bold"/>
                <a:cs typeface="Calibri (MS) Bold"/>
              </a:rPr>
              <a:t>원천 데이터</a:t>
            </a:r>
          </a:p>
        </p:txBody>
      </p:sp>
      <p:sp>
        <p:nvSpPr>
          <p:cNvPr id="44" name="Freeform 44">
            <a:extLst xmlns:a="http://schemas.openxmlformats.org/drawingml/2006/main">
              <a:ext uri="{FF2B5EF4-FFF2-40B4-BE49-F238E27FC236}">
                <a16:creationId xmlns:a16="http://schemas.microsoft.com/office/drawing/2014/main" id="{7C0DD520-00BA-4102-BC8B-37D68FFBDE1B}"/>
              </a:ext>
            </a:extLst>
          </p:cNvPr>
          <p:cNvSpPr>
            <a:spLocks xmlns:a="http://schemas.openxmlformats.org/drawingml/2006/main" noGrp="1"/>
          </p:cNvSpPr>
          <p:nvPr/>
        </p:nvSpPr>
        <p:spPr>
          <a:xfrm xmlns:a="http://schemas.openxmlformats.org/drawingml/2006/main">
            <a:off x="828675" y="5029200"/>
            <a:ext cx="1857375" cy="400050"/>
          </a:xfrm>
          <a:custGeom xmlns:a="http://schemas.openxmlformats.org/drawingml/2006/main">
            <a:rect l="l" t="t" r="r" b="b"/>
            <a:pathLst>
              <a:path w="2476500" h="533400">
                <a:moveTo>
                  <a:pt x="0" y="0"/>
                </a:moveTo>
                <a:lnTo>
                  <a:pt x="2476500" y="0"/>
                </a:lnTo>
                <a:lnTo>
                  <a:pt x="2476500" y="533400"/>
                </a:lnTo>
                <a:lnTo>
                  <a:pt x="0" y="533400"/>
                </a:lnTo>
                <a:close/>
              </a:path>
            </a:pathLst>
          </a:custGeom>
          <a:blipFill xmlns:a="http://schemas.openxmlformats.org/drawingml/2006/main">
            <a:blip xmlns:r="http://schemas.openxmlformats.org/officeDocument/2006/relationships" r:embed="R7f4ffe08425e45ab">
              <a:alphaModFix amt="0"/>
            </a:blip>
            <a:stretch>
              <a:fillRect l="0" t="-40402" r="0" b="-40404"/>
            </a:stretch>
          </a:blipFill>
        </p:spPr>
        <p:txBody>
          <a:bodyPr xmlns:a="http://schemas.openxmlformats.org/drawingml/2006/main"/>
          <a:lstStyle xmlns:a="http://schemas.openxmlformats.org/drawingml/2006/main"/>
          <a:p xmlns:a="http://schemas.openxmlformats.org/drawingml/2006/main"/>
        </p:txBody>
      </p:sp>
      <p:sp>
        <p:nvSpPr>
          <p:cNvPr id="46" name="Freeform 46">
            <a:extLst xmlns:a="http://schemas.openxmlformats.org/drawingml/2006/main">
              <a:ext uri="{FF2B5EF4-FFF2-40B4-BE49-F238E27FC236}">
                <a16:creationId xmlns:a16="http://schemas.microsoft.com/office/drawing/2014/main" id="{A62D4CAA-B95B-46A3-9628-DBB4EE8553A4}"/>
              </a:ext>
            </a:extLst>
          </p:cNvPr>
          <p:cNvSpPr>
            <a:spLocks xmlns:a="http://schemas.openxmlformats.org/drawingml/2006/main" noGrp="1"/>
          </p:cNvSpPr>
          <p:nvPr/>
        </p:nvSpPr>
        <p:spPr>
          <a:xfrm xmlns:a="http://schemas.openxmlformats.org/drawingml/2006/main">
            <a:off x="828675" y="5014912"/>
            <a:ext cx="1857375" cy="595311"/>
          </a:xfrm>
          <a:custGeom xmlns:a="http://schemas.openxmlformats.org/drawingml/2006/main">
            <a:rect l="l" t="t" r="r" b="b"/>
            <a:pathLst>
              <a:path w="2476500" h="793749">
                <a:moveTo>
                  <a:pt x="0" y="0"/>
                </a:moveTo>
                <a:lnTo>
                  <a:pt x="2476500" y="0"/>
                </a:lnTo>
                <a:lnTo>
                  <a:pt x="2476500" y="793749"/>
                </a:lnTo>
                <a:lnTo>
                  <a:pt x="0" y="793749"/>
                </a:lnTo>
                <a:close/>
              </a:path>
            </a:pathLst>
          </a:custGeom>
          <a:blipFill xmlns:a="http://schemas.openxmlformats.org/drawingml/2006/main">
            <a:blip xmlns:r="http://schemas.openxmlformats.org/officeDocument/2006/relationships" r:embed="Rd115c1ceb95d4285">
              <a:alphaModFix amt="0"/>
            </a:blip>
            <a:stretch>
              <a:fillRect l="0" t="-25993" r="0" b="4406"/>
            </a:stretch>
          </a:blipFill>
        </p:spPr>
        <p:txBody>
          <a:bodyPr xmlns:a="http://schemas.openxmlformats.org/drawingml/2006/main"/>
          <a:lstStyle xmlns:a="http://schemas.openxmlformats.org/drawingml/2006/main"/>
          <a:p xmlns:a="http://schemas.openxmlformats.org/drawingml/2006/main"/>
        </p:txBody>
      </p:sp>
      <p:sp>
        <p:nvSpPr>
          <p:cNvPr id="47" name="TextBox 47">
            <a:extLst xmlns:a="http://schemas.openxmlformats.org/drawingml/2006/main">
              <a:ext uri="{FF2B5EF4-FFF2-40B4-BE49-F238E27FC236}">
                <a16:creationId xmlns:a16="http://schemas.microsoft.com/office/drawing/2014/main" id="{1FFD7BF5-FCBE-435E-8F26-67EA4F7A925E}"/>
              </a:ext>
            </a:extLst>
          </p:cNvPr>
          <p:cNvSpPr>
            <a:spLocks xmlns:a="http://schemas.openxmlformats.org/drawingml/2006/main" noGrp="1"/>
          </p:cNvSpPr>
          <p:nvPr/>
        </p:nvSpPr>
        <p:spPr>
          <a:xfrm xmlns:a="http://schemas.openxmlformats.org/drawingml/2006/main">
            <a:off x="828675" y="5000625"/>
            <a:ext cx="1857375" cy="6095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공식 웹페이지</a:t>
            </a:r>
          </a:p>
          <a:p xmlns:a="http://schemas.openxmlformats.org/drawingml/2006/main">
            <a:pPr algn="l">
              <a:lnSpc>
                <a:spcPts val="1888"/>
              </a:lnSpc>
              <a:buNone/>
            </a:pPr>
            <a:r>
              <a:rPr sz="1575">
                <a:solidFill>
                  <a:srgbClr val="9299A3"/>
                </a:solidFill>
                <a:latin typeface="Calibri (MS)"/>
                <a:ea typeface="Calibri (MS)"/>
                <a:cs typeface="Calibri (MS)"/>
              </a:rPr>
              <a:t>첨부·링크·표</a:t>
            </a:r>
          </a:p>
        </p:txBody>
      </p:sp>
      <p:sp>
        <p:nvSpPr>
          <p:cNvPr id="49" name="Freeform 49">
            <a:extLst xmlns:a="http://schemas.openxmlformats.org/drawingml/2006/main">
              <a:ext uri="{FF2B5EF4-FFF2-40B4-BE49-F238E27FC236}">
                <a16:creationId xmlns:a16="http://schemas.microsoft.com/office/drawing/2014/main" id="{72F30351-1407-46D6-B84F-6879BCD8EE19}"/>
              </a:ext>
            </a:extLst>
          </p:cNvPr>
          <p:cNvSpPr>
            <a:spLocks xmlns:a="http://schemas.openxmlformats.org/drawingml/2006/main" noGrp="1"/>
          </p:cNvSpPr>
          <p:nvPr/>
        </p:nvSpPr>
        <p:spPr>
          <a:xfrm xmlns:a="http://schemas.openxmlformats.org/drawingml/2006/main">
            <a:off x="2928938" y="4157662"/>
            <a:ext cx="500062" cy="714375"/>
          </a:xfrm>
          <a:custGeom xmlns:a="http://schemas.openxmlformats.org/drawingml/2006/main">
            <a:rect l="l" t="t" r="r" b="b"/>
            <a:pathLst>
              <a:path w="666750" h="952500">
                <a:moveTo>
                  <a:pt x="0" y="0"/>
                </a:moveTo>
                <a:lnTo>
                  <a:pt x="666750" y="0"/>
                </a:lnTo>
                <a:lnTo>
                  <a:pt x="666750" y="952500"/>
                </a:lnTo>
                <a:lnTo>
                  <a:pt x="0" y="952500"/>
                </a:lnTo>
                <a:close/>
              </a:path>
            </a:pathLst>
          </a:custGeom>
          <a:blipFill xmlns:a="http://schemas.openxmlformats.org/drawingml/2006/main">
            <a:blip xmlns:r="http://schemas.openxmlformats.org/officeDocument/2006/relationships" r:embed="R7f4ffe08425e45ab">
              <a:alphaModFix amt="0"/>
            </a:blip>
            <a:stretch>
              <a:fillRect l="-133419" t="0" r="-133417" b="0"/>
            </a:stretch>
          </a:blipFill>
        </p:spPr>
        <p:txBody>
          <a:bodyPr xmlns:a="http://schemas.openxmlformats.org/drawingml/2006/main"/>
          <a:lstStyle xmlns:a="http://schemas.openxmlformats.org/drawingml/2006/main"/>
          <a:p xmlns:a="http://schemas.openxmlformats.org/drawingml/2006/main"/>
        </p:txBody>
      </p:sp>
      <p:sp>
        <p:nvSpPr>
          <p:cNvPr id="51" name="Freeform 51">
            <a:extLst xmlns:a="http://schemas.openxmlformats.org/drawingml/2006/main">
              <a:ext uri="{FF2B5EF4-FFF2-40B4-BE49-F238E27FC236}">
                <a16:creationId xmlns:a16="http://schemas.microsoft.com/office/drawing/2014/main" id="{1733C442-AB62-4E2B-9161-A7459AE56F6F}"/>
              </a:ext>
            </a:extLst>
          </p:cNvPr>
          <p:cNvSpPr>
            <a:spLocks xmlns:a="http://schemas.openxmlformats.org/drawingml/2006/main" noGrp="1"/>
          </p:cNvSpPr>
          <p:nvPr/>
        </p:nvSpPr>
        <p:spPr>
          <a:xfrm xmlns:a="http://schemas.openxmlformats.org/drawingml/2006/main">
            <a:off x="2928938" y="4107656"/>
            <a:ext cx="500061" cy="764381"/>
          </a:xfrm>
          <a:custGeom xmlns:a="http://schemas.openxmlformats.org/drawingml/2006/main">
            <a:rect l="l" t="t" r="r" b="b"/>
            <a:pathLst>
              <a:path w="666749" h="1019175">
                <a:moveTo>
                  <a:pt x="0" y="0"/>
                </a:moveTo>
                <a:lnTo>
                  <a:pt x="666749" y="0"/>
                </a:lnTo>
                <a:lnTo>
                  <a:pt x="666749" y="1019175"/>
                </a:lnTo>
                <a:lnTo>
                  <a:pt x="0" y="1019175"/>
                </a:lnTo>
                <a:close/>
              </a:path>
            </a:pathLst>
          </a:custGeom>
          <a:blipFill xmlns:a="http://schemas.openxmlformats.org/drawingml/2006/main">
            <a:blip xmlns:r="http://schemas.openxmlformats.org/officeDocument/2006/relationships" r:embed="Rd115c1ceb95d4285">
              <a:alphaModFix amt="0"/>
            </a:blip>
            <a:stretch>
              <a:fillRect l="-146121" t="0" r="-146121" b="0"/>
            </a:stretch>
          </a:blipFill>
        </p:spPr>
        <p:txBody>
          <a:bodyPr xmlns:a="http://schemas.openxmlformats.org/drawingml/2006/main"/>
          <a:lstStyle xmlns:a="http://schemas.openxmlformats.org/drawingml/2006/main"/>
          <a:p xmlns:a="http://schemas.openxmlformats.org/drawingml/2006/main"/>
        </p:txBody>
      </p:sp>
      <p:sp>
        <p:nvSpPr>
          <p:cNvPr id="52" name="TextBox 52">
            <a:extLst xmlns:a="http://schemas.openxmlformats.org/drawingml/2006/main">
              <a:ext uri="{FF2B5EF4-FFF2-40B4-BE49-F238E27FC236}">
                <a16:creationId xmlns:a16="http://schemas.microsoft.com/office/drawing/2014/main" id="{D69B176B-AFFD-482C-846B-3D8175A4A34D}"/>
              </a:ext>
            </a:extLst>
          </p:cNvPr>
          <p:cNvSpPr>
            <a:spLocks xmlns:a="http://schemas.openxmlformats.org/drawingml/2006/main" noGrp="1"/>
          </p:cNvSpPr>
          <p:nvPr/>
        </p:nvSpPr>
        <p:spPr>
          <a:xfrm xmlns:a="http://schemas.openxmlformats.org/drawingml/2006/main">
            <a:off x="2928938" y="4057650"/>
            <a:ext cx="500062" cy="81438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778"/>
              </a:lnSpc>
              <a:buNone/>
            </a:pPr>
            <a:r>
              <a:rPr sz="3150" b="1">
                <a:solidFill>
                  <a:srgbClr val="2E63B7"/>
                </a:solidFill>
                <a:latin typeface="Calibri (MS) Bold"/>
                <a:ea typeface="Calibri (MS) Bold"/>
                <a:cs typeface="Calibri (MS) Bold"/>
              </a:rPr>
              <a:t>→</a:t>
            </a:r>
          </a:p>
        </p:txBody>
      </p:sp>
      <p:sp>
        <p:nvSpPr>
          <p:cNvPr id="53" name="Freeform 53">
            <a:extLst xmlns:a="http://schemas.openxmlformats.org/drawingml/2006/main">
              <a:ext uri="{FF2B5EF4-FFF2-40B4-BE49-F238E27FC236}">
                <a16:creationId xmlns:a16="http://schemas.microsoft.com/office/drawing/2014/main" id="{4924239B-9365-4148-81F5-83349D873056}"/>
              </a:ext>
            </a:extLst>
          </p:cNvPr>
          <p:cNvSpPr>
            <a:spLocks xmlns:a="http://schemas.openxmlformats.org/drawingml/2006/main" noGrp="1"/>
          </p:cNvSpPr>
          <p:nvPr/>
        </p:nvSpPr>
        <p:spPr>
          <a:xfrm xmlns:a="http://schemas.openxmlformats.org/drawingml/2006/main">
            <a:off x="3411855" y="3411855"/>
            <a:ext cx="2391728" cy="2463165"/>
          </a:xfrm>
          <a:custGeom xmlns:a="http://schemas.openxmlformats.org/drawingml/2006/main">
            <a:rect l="l" t="t" r="r" b="b"/>
            <a:pathLst>
              <a:path w="2391728" h="2463165">
                <a:moveTo>
                  <a:pt x="0" y="0"/>
                </a:moveTo>
                <a:lnTo>
                  <a:pt x="2391727" y="0"/>
                </a:lnTo>
                <a:lnTo>
                  <a:pt x="2391727" y="2463165"/>
                </a:lnTo>
                <a:lnTo>
                  <a:pt x="0" y="2463165"/>
                </a:lnTo>
                <a:lnTo>
                  <a:pt x="0" y="0"/>
                </a:lnTo>
                <a:close/>
              </a:path>
            </a:pathLst>
          </a:custGeom>
          <a:blipFill xmlns:a="http://schemas.openxmlformats.org/drawingml/2006/main">
            <a:blip xmlns:r="http://schemas.openxmlformats.org/officeDocument/2006/relationships" r:embed="R43007213de394e86">
              <a:extLst>
                <a:ext uri="{96DAC541-7B7A-43D3-8B79-37D633B846F1}">
                  <asvg:svgBlip xmlns:asvg="http://schemas.microsoft.com/office/drawing/2016/SVG/main" r:embed="Rd2003a8a1faf401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5" name="Freeform 55">
            <a:extLst xmlns:a="http://schemas.openxmlformats.org/drawingml/2006/main">
              <a:ext uri="{FF2B5EF4-FFF2-40B4-BE49-F238E27FC236}">
                <a16:creationId xmlns:a16="http://schemas.microsoft.com/office/drawing/2014/main" id="{2C3DFFFD-70EB-41D0-8BEA-EAE34E714DF4}"/>
              </a:ext>
            </a:extLst>
          </p:cNvPr>
          <p:cNvSpPr>
            <a:spLocks xmlns:a="http://schemas.openxmlformats.org/drawingml/2006/main" noGrp="1"/>
          </p:cNvSpPr>
          <p:nvPr/>
        </p:nvSpPr>
        <p:spPr>
          <a:xfrm xmlns:a="http://schemas.openxmlformats.org/drawingml/2006/main">
            <a:off x="3686175" y="3686175"/>
            <a:ext cx="714375" cy="400050"/>
          </a:xfrm>
          <a:custGeom xmlns:a="http://schemas.openxmlformats.org/drawingml/2006/main">
            <a:rect l="l" t="t" r="r" b="b"/>
            <a:pathLst>
              <a:path w="952500" h="533400">
                <a:moveTo>
                  <a:pt x="0" y="0"/>
                </a:moveTo>
                <a:lnTo>
                  <a:pt x="952500" y="0"/>
                </a:lnTo>
                <a:lnTo>
                  <a:pt x="952500" y="533400"/>
                </a:lnTo>
                <a:lnTo>
                  <a:pt x="0" y="533400"/>
                </a:lnTo>
                <a:close/>
              </a:path>
            </a:pathLst>
          </a:custGeom>
          <a:blipFill xmlns:a="http://schemas.openxmlformats.org/drawingml/2006/main">
            <a:blip xmlns:r="http://schemas.openxmlformats.org/officeDocument/2006/relationships" r:embed="R7f4ffe08425e45ab">
              <a:alphaModFix amt="0"/>
            </a:blip>
            <a:stretch>
              <a:fillRect l="-21900" t="0" r="-21899" b="0"/>
            </a:stretch>
          </a:blipFill>
        </p:spPr>
        <p:txBody>
          <a:bodyPr xmlns:a="http://schemas.openxmlformats.org/drawingml/2006/main"/>
          <a:lstStyle xmlns:a="http://schemas.openxmlformats.org/drawingml/2006/main"/>
          <a:p xmlns:a="http://schemas.openxmlformats.org/drawingml/2006/main"/>
        </p:txBody>
      </p:sp>
      <p:sp>
        <p:nvSpPr>
          <p:cNvPr id="57" name="Freeform 57">
            <a:extLst xmlns:a="http://schemas.openxmlformats.org/drawingml/2006/main">
              <a:ext uri="{FF2B5EF4-FFF2-40B4-BE49-F238E27FC236}">
                <a16:creationId xmlns:a16="http://schemas.microsoft.com/office/drawing/2014/main" id="{B1AF6683-95BD-4D49-9B7D-74ECBA6F3123}"/>
              </a:ext>
            </a:extLst>
          </p:cNvPr>
          <p:cNvSpPr>
            <a:spLocks xmlns:a="http://schemas.openxmlformats.org/drawingml/2006/main" noGrp="1"/>
          </p:cNvSpPr>
          <p:nvPr/>
        </p:nvSpPr>
        <p:spPr>
          <a:xfrm xmlns:a="http://schemas.openxmlformats.org/drawingml/2006/main">
            <a:off x="3686175" y="3657600"/>
            <a:ext cx="714375" cy="428625"/>
          </a:xfrm>
          <a:custGeom xmlns:a="http://schemas.openxmlformats.org/drawingml/2006/main">
            <a:rect l="l" t="t" r="r" b="b"/>
            <a:pathLst>
              <a:path w="952500" h="571500">
                <a:moveTo>
                  <a:pt x="0" y="0"/>
                </a:moveTo>
                <a:lnTo>
                  <a:pt x="952500" y="0"/>
                </a:lnTo>
                <a:lnTo>
                  <a:pt x="952500" y="571500"/>
                </a:lnTo>
                <a:lnTo>
                  <a:pt x="0" y="571500"/>
                </a:lnTo>
                <a:close/>
              </a:path>
            </a:pathLst>
          </a:custGeom>
          <a:blipFill xmlns:a="http://schemas.openxmlformats.org/drawingml/2006/main">
            <a:blip xmlns:r="http://schemas.openxmlformats.org/officeDocument/2006/relationships" r:embed="Rd115c1ceb95d4285">
              <a:alphaModFix amt="0"/>
            </a:blip>
            <a:stretch>
              <a:fillRect l="-26982" t="0" r="-26982" b="0"/>
            </a:stretch>
          </a:blipFill>
        </p:spPr>
        <p:txBody>
          <a:bodyPr xmlns:a="http://schemas.openxmlformats.org/drawingml/2006/main"/>
          <a:lstStyle xmlns:a="http://schemas.openxmlformats.org/drawingml/2006/main"/>
          <a:p xmlns:a="http://schemas.openxmlformats.org/drawingml/2006/main"/>
        </p:txBody>
      </p:sp>
      <p:sp>
        <p:nvSpPr>
          <p:cNvPr id="58" name="TextBox 58">
            <a:extLst xmlns:a="http://schemas.openxmlformats.org/drawingml/2006/main">
              <a:ext uri="{FF2B5EF4-FFF2-40B4-BE49-F238E27FC236}">
                <a16:creationId xmlns:a16="http://schemas.microsoft.com/office/drawing/2014/main" id="{69BCD359-E280-4265-900A-2F2E12C43CD7}"/>
              </a:ext>
            </a:extLst>
          </p:cNvPr>
          <p:cNvSpPr>
            <a:spLocks xmlns:a="http://schemas.openxmlformats.org/drawingml/2006/main" noGrp="1"/>
          </p:cNvSpPr>
          <p:nvPr/>
        </p:nvSpPr>
        <p:spPr>
          <a:xfrm xmlns:a="http://schemas.openxmlformats.org/drawingml/2006/main">
            <a:off x="3686175" y="3629025"/>
            <a:ext cx="714375"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02</a:t>
            </a:r>
          </a:p>
        </p:txBody>
      </p:sp>
      <p:sp>
        <p:nvSpPr>
          <p:cNvPr id="60" name="Freeform 60">
            <a:extLst xmlns:a="http://schemas.openxmlformats.org/drawingml/2006/main">
              <a:ext uri="{FF2B5EF4-FFF2-40B4-BE49-F238E27FC236}">
                <a16:creationId xmlns:a16="http://schemas.microsoft.com/office/drawing/2014/main" id="{85662F78-46E9-4D69-AB17-3483D0B59690}"/>
              </a:ext>
            </a:extLst>
          </p:cNvPr>
          <p:cNvSpPr>
            <a:spLocks xmlns:a="http://schemas.openxmlformats.org/drawingml/2006/main" noGrp="1"/>
          </p:cNvSpPr>
          <p:nvPr/>
        </p:nvSpPr>
        <p:spPr>
          <a:xfrm xmlns:a="http://schemas.openxmlformats.org/drawingml/2006/main">
            <a:off x="3686175" y="4214812"/>
            <a:ext cx="1857375" cy="600075"/>
          </a:xfrm>
          <a:custGeom xmlns:a="http://schemas.openxmlformats.org/drawingml/2006/main">
            <a:rect l="l" t="t" r="r" b="b"/>
            <a:pathLst>
              <a:path w="2476500" h="800100">
                <a:moveTo>
                  <a:pt x="0" y="0"/>
                </a:moveTo>
                <a:lnTo>
                  <a:pt x="2476500" y="0"/>
                </a:lnTo>
                <a:lnTo>
                  <a:pt x="2476500" y="800100"/>
                </a:lnTo>
                <a:lnTo>
                  <a:pt x="0" y="800100"/>
                </a:lnTo>
                <a:close/>
              </a:path>
            </a:pathLst>
          </a:custGeom>
          <a:blipFill xmlns:a="http://schemas.openxmlformats.org/drawingml/2006/main">
            <a:blip xmlns:r="http://schemas.openxmlformats.org/officeDocument/2006/relationships" r:embed="R7f4ffe08425e45ab">
              <a:alphaModFix amt="0"/>
            </a:blip>
            <a:stretch>
              <a:fillRect l="0" t="-10268" r="0" b="-10269"/>
            </a:stretch>
          </a:blipFill>
        </p:spPr>
        <p:txBody>
          <a:bodyPr xmlns:a="http://schemas.openxmlformats.org/drawingml/2006/main"/>
          <a:lstStyle xmlns:a="http://schemas.openxmlformats.org/drawingml/2006/main"/>
          <a:p xmlns:a="http://schemas.openxmlformats.org/drawingml/2006/main"/>
        </p:txBody>
      </p:sp>
      <p:sp>
        <p:nvSpPr>
          <p:cNvPr id="62" name="Freeform 62">
            <a:extLst xmlns:a="http://schemas.openxmlformats.org/drawingml/2006/main">
              <a:ext uri="{FF2B5EF4-FFF2-40B4-BE49-F238E27FC236}">
                <a16:creationId xmlns:a16="http://schemas.microsoft.com/office/drawing/2014/main" id="{94A8101B-055A-4468-A611-328677C24C82}"/>
              </a:ext>
            </a:extLst>
          </p:cNvPr>
          <p:cNvSpPr>
            <a:spLocks xmlns:a="http://schemas.openxmlformats.org/drawingml/2006/main" noGrp="1"/>
          </p:cNvSpPr>
          <p:nvPr/>
        </p:nvSpPr>
        <p:spPr>
          <a:xfrm xmlns:a="http://schemas.openxmlformats.org/drawingml/2006/main">
            <a:off x="3686175" y="4186238"/>
            <a:ext cx="1857375" cy="628650"/>
          </a:xfrm>
          <a:custGeom xmlns:a="http://schemas.openxmlformats.org/drawingml/2006/main">
            <a:rect l="l" t="t" r="r" b="b"/>
            <a:pathLst>
              <a:path w="2476500" h="838200">
                <a:moveTo>
                  <a:pt x="0" y="0"/>
                </a:moveTo>
                <a:lnTo>
                  <a:pt x="2476500" y="0"/>
                </a:lnTo>
                <a:lnTo>
                  <a:pt x="2476500" y="838200"/>
                </a:lnTo>
                <a:lnTo>
                  <a:pt x="0" y="838200"/>
                </a:lnTo>
                <a:close/>
              </a:path>
            </a:pathLst>
          </a:custGeom>
          <a:blipFill xmlns:a="http://schemas.openxmlformats.org/drawingml/2006/main">
            <a:blip xmlns:r="http://schemas.openxmlformats.org/officeDocument/2006/relationships" r:embed="Rd115c1ceb95d4285">
              <a:alphaModFix amt="0"/>
            </a:blip>
            <a:stretch>
              <a:fillRect l="0" t="-7569" r="0" b="-7569"/>
            </a:stretch>
          </a:blipFill>
        </p:spPr>
        <p:txBody>
          <a:bodyPr xmlns:a="http://schemas.openxmlformats.org/drawingml/2006/main"/>
          <a:lstStyle xmlns:a="http://schemas.openxmlformats.org/drawingml/2006/main"/>
          <a:p xmlns:a="http://schemas.openxmlformats.org/drawingml/2006/main"/>
        </p:txBody>
      </p:sp>
      <p:sp>
        <p:nvSpPr>
          <p:cNvPr id="63" name="TextBox 63">
            <a:extLst xmlns:a="http://schemas.openxmlformats.org/drawingml/2006/main">
              <a:ext uri="{FF2B5EF4-FFF2-40B4-BE49-F238E27FC236}">
                <a16:creationId xmlns:a16="http://schemas.microsoft.com/office/drawing/2014/main" id="{59C42723-C08E-4656-9BA5-5FE39CE97812}"/>
              </a:ext>
            </a:extLst>
          </p:cNvPr>
          <p:cNvSpPr>
            <a:spLocks xmlns:a="http://schemas.openxmlformats.org/drawingml/2006/main" noGrp="1"/>
          </p:cNvSpPr>
          <p:nvPr/>
        </p:nvSpPr>
        <p:spPr>
          <a:xfrm xmlns:a="http://schemas.openxmlformats.org/drawingml/2006/main">
            <a:off x="3686175" y="4157663"/>
            <a:ext cx="1857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430"/>
              </a:lnSpc>
              <a:buNone/>
            </a:pPr>
            <a:r>
              <a:rPr sz="2025" b="1">
                <a:solidFill>
                  <a:srgbClr val="202020"/>
                </a:solidFill>
                <a:latin typeface="Calibri (MS) Bold"/>
                <a:ea typeface="Calibri (MS) Bold"/>
                <a:cs typeface="Calibri (MS) Bold"/>
              </a:rPr>
              <a:t>정제·청킹</a:t>
            </a:r>
          </a:p>
        </p:txBody>
      </p:sp>
      <p:sp>
        <p:nvSpPr>
          <p:cNvPr id="65" name="Freeform 65">
            <a:extLst xmlns:a="http://schemas.openxmlformats.org/drawingml/2006/main">
              <a:ext uri="{FF2B5EF4-FFF2-40B4-BE49-F238E27FC236}">
                <a16:creationId xmlns:a16="http://schemas.microsoft.com/office/drawing/2014/main" id="{365121F8-CEDF-477D-8EEC-5A1F703C5A54}"/>
              </a:ext>
            </a:extLst>
          </p:cNvPr>
          <p:cNvSpPr>
            <a:spLocks xmlns:a="http://schemas.openxmlformats.org/drawingml/2006/main" noGrp="1"/>
          </p:cNvSpPr>
          <p:nvPr/>
        </p:nvSpPr>
        <p:spPr>
          <a:xfrm xmlns:a="http://schemas.openxmlformats.org/drawingml/2006/main">
            <a:off x="3686175" y="5029200"/>
            <a:ext cx="1857375" cy="400050"/>
          </a:xfrm>
          <a:custGeom xmlns:a="http://schemas.openxmlformats.org/drawingml/2006/main">
            <a:rect l="l" t="t" r="r" b="b"/>
            <a:pathLst>
              <a:path w="2476500" h="533400">
                <a:moveTo>
                  <a:pt x="0" y="0"/>
                </a:moveTo>
                <a:lnTo>
                  <a:pt x="2476500" y="0"/>
                </a:lnTo>
                <a:lnTo>
                  <a:pt x="2476500" y="533400"/>
                </a:lnTo>
                <a:lnTo>
                  <a:pt x="0" y="533400"/>
                </a:lnTo>
                <a:close/>
              </a:path>
            </a:pathLst>
          </a:custGeom>
          <a:blipFill xmlns:a="http://schemas.openxmlformats.org/drawingml/2006/main">
            <a:blip xmlns:r="http://schemas.openxmlformats.org/officeDocument/2006/relationships" r:embed="R7f4ffe08425e45ab">
              <a:alphaModFix amt="0"/>
            </a:blip>
            <a:stretch>
              <a:fillRect l="0" t="-40402" r="0" b="-40404"/>
            </a:stretch>
          </a:blipFill>
        </p:spPr>
        <p:txBody>
          <a:bodyPr xmlns:a="http://schemas.openxmlformats.org/drawingml/2006/main"/>
          <a:lstStyle xmlns:a="http://schemas.openxmlformats.org/drawingml/2006/main"/>
          <a:p xmlns:a="http://schemas.openxmlformats.org/drawingml/2006/main"/>
        </p:txBody>
      </p:sp>
      <p:sp>
        <p:nvSpPr>
          <p:cNvPr id="67" name="Freeform 67">
            <a:extLst xmlns:a="http://schemas.openxmlformats.org/drawingml/2006/main">
              <a:ext uri="{FF2B5EF4-FFF2-40B4-BE49-F238E27FC236}">
                <a16:creationId xmlns:a16="http://schemas.microsoft.com/office/drawing/2014/main" id="{34B9A42C-3FAC-4EC1-93EF-0C780C53CEE8}"/>
              </a:ext>
            </a:extLst>
          </p:cNvPr>
          <p:cNvSpPr>
            <a:spLocks xmlns:a="http://schemas.openxmlformats.org/drawingml/2006/main" noGrp="1"/>
          </p:cNvSpPr>
          <p:nvPr/>
        </p:nvSpPr>
        <p:spPr>
          <a:xfrm xmlns:a="http://schemas.openxmlformats.org/drawingml/2006/main">
            <a:off x="3686175" y="5014912"/>
            <a:ext cx="1857375" cy="699649"/>
          </a:xfrm>
          <a:custGeom xmlns:a="http://schemas.openxmlformats.org/drawingml/2006/main">
            <a:rect l="l" t="t" r="r" b="b"/>
            <a:pathLst>
              <a:path w="2476500" h="932866">
                <a:moveTo>
                  <a:pt x="0" y="0"/>
                </a:moveTo>
                <a:lnTo>
                  <a:pt x="2476500" y="0"/>
                </a:lnTo>
                <a:lnTo>
                  <a:pt x="2476500" y="932866"/>
                </a:lnTo>
                <a:lnTo>
                  <a:pt x="0" y="932866"/>
                </a:lnTo>
                <a:close/>
              </a:path>
            </a:pathLst>
          </a:custGeom>
          <a:blipFill xmlns:a="http://schemas.openxmlformats.org/drawingml/2006/main">
            <a:blip xmlns:r="http://schemas.openxmlformats.org/officeDocument/2006/relationships" r:embed="Rd115c1ceb95d4285">
              <a:alphaModFix amt="0"/>
            </a:blip>
            <a:stretch>
              <a:fillRect l="0" t="-22117" r="0" b="18662"/>
            </a:stretch>
          </a:blipFill>
        </p:spPr>
        <p:txBody>
          <a:bodyPr xmlns:a="http://schemas.openxmlformats.org/drawingml/2006/main"/>
          <a:lstStyle xmlns:a="http://schemas.openxmlformats.org/drawingml/2006/main"/>
          <a:p xmlns:a="http://schemas.openxmlformats.org/drawingml/2006/main"/>
        </p:txBody>
      </p:sp>
      <p:sp>
        <p:nvSpPr>
          <p:cNvPr id="68" name="TextBox 68">
            <a:extLst xmlns:a="http://schemas.openxmlformats.org/drawingml/2006/main">
              <a:ext uri="{FF2B5EF4-FFF2-40B4-BE49-F238E27FC236}">
                <a16:creationId xmlns:a16="http://schemas.microsoft.com/office/drawing/2014/main" id="{ABAE79A2-9084-4228-80AA-334272DE882B}"/>
              </a:ext>
            </a:extLst>
          </p:cNvPr>
          <p:cNvSpPr>
            <a:spLocks xmlns:a="http://schemas.openxmlformats.org/drawingml/2006/main" noGrp="1"/>
          </p:cNvSpPr>
          <p:nvPr/>
        </p:nvSpPr>
        <p:spPr>
          <a:xfrm xmlns:a="http://schemas.openxmlformats.org/drawingml/2006/main">
            <a:off x="3686175" y="5000625"/>
            <a:ext cx="1857375" cy="7139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Markdown 정제</a:t>
            </a:r>
          </a:p>
          <a:p xmlns:a="http://schemas.openxmlformats.org/drawingml/2006/main">
            <a:pPr algn="l">
              <a:lnSpc>
                <a:spcPts val="1888"/>
              </a:lnSpc>
              <a:buNone/>
            </a:pPr>
            <a:r>
              <a:rPr sz="1575">
                <a:solidFill>
                  <a:srgbClr val="9299A3"/>
                </a:solidFill>
                <a:latin typeface="Calibri (MS)"/>
                <a:ea typeface="Calibri (MS)"/>
                <a:cs typeface="Calibri (MS)"/>
              </a:rPr>
              <a:t>427개 Child 청크</a:t>
            </a:r>
          </a:p>
        </p:txBody>
      </p:sp>
      <p:sp>
        <p:nvSpPr>
          <p:cNvPr id="70" name="Freeform 70">
            <a:extLst xmlns:a="http://schemas.openxmlformats.org/drawingml/2006/main">
              <a:ext uri="{FF2B5EF4-FFF2-40B4-BE49-F238E27FC236}">
                <a16:creationId xmlns:a16="http://schemas.microsoft.com/office/drawing/2014/main" id="{41787153-78E7-4F89-BD7A-2B929034F362}"/>
              </a:ext>
            </a:extLst>
          </p:cNvPr>
          <p:cNvSpPr>
            <a:spLocks xmlns:a="http://schemas.openxmlformats.org/drawingml/2006/main" noGrp="1"/>
          </p:cNvSpPr>
          <p:nvPr/>
        </p:nvSpPr>
        <p:spPr>
          <a:xfrm xmlns:a="http://schemas.openxmlformats.org/drawingml/2006/main">
            <a:off x="5786438" y="4157662"/>
            <a:ext cx="500062" cy="714375"/>
          </a:xfrm>
          <a:custGeom xmlns:a="http://schemas.openxmlformats.org/drawingml/2006/main">
            <a:rect l="l" t="t" r="r" b="b"/>
            <a:pathLst>
              <a:path w="666750" h="952500">
                <a:moveTo>
                  <a:pt x="0" y="0"/>
                </a:moveTo>
                <a:lnTo>
                  <a:pt x="666750" y="0"/>
                </a:lnTo>
                <a:lnTo>
                  <a:pt x="666750" y="952500"/>
                </a:lnTo>
                <a:lnTo>
                  <a:pt x="0" y="952500"/>
                </a:lnTo>
                <a:close/>
              </a:path>
            </a:pathLst>
          </a:custGeom>
          <a:blipFill xmlns:a="http://schemas.openxmlformats.org/drawingml/2006/main">
            <a:blip xmlns:r="http://schemas.openxmlformats.org/officeDocument/2006/relationships" r:embed="R7f4ffe08425e45ab">
              <a:alphaModFix amt="0"/>
            </a:blip>
            <a:stretch>
              <a:fillRect l="-133419" t="0" r="-133417" b="0"/>
            </a:stretch>
          </a:blipFill>
        </p:spPr>
        <p:txBody>
          <a:bodyPr xmlns:a="http://schemas.openxmlformats.org/drawingml/2006/main"/>
          <a:lstStyle xmlns:a="http://schemas.openxmlformats.org/drawingml/2006/main"/>
          <a:p xmlns:a="http://schemas.openxmlformats.org/drawingml/2006/main"/>
        </p:txBody>
      </p:sp>
      <p:sp>
        <p:nvSpPr>
          <p:cNvPr id="72" name="Freeform 72">
            <a:extLst xmlns:a="http://schemas.openxmlformats.org/drawingml/2006/main">
              <a:ext uri="{FF2B5EF4-FFF2-40B4-BE49-F238E27FC236}">
                <a16:creationId xmlns:a16="http://schemas.microsoft.com/office/drawing/2014/main" id="{E7B12826-5A45-444A-8510-C0DB96E0E6BE}"/>
              </a:ext>
            </a:extLst>
          </p:cNvPr>
          <p:cNvSpPr>
            <a:spLocks xmlns:a="http://schemas.openxmlformats.org/drawingml/2006/main" noGrp="1"/>
          </p:cNvSpPr>
          <p:nvPr/>
        </p:nvSpPr>
        <p:spPr>
          <a:xfrm xmlns:a="http://schemas.openxmlformats.org/drawingml/2006/main">
            <a:off x="5786438" y="4107656"/>
            <a:ext cx="500061" cy="764381"/>
          </a:xfrm>
          <a:custGeom xmlns:a="http://schemas.openxmlformats.org/drawingml/2006/main">
            <a:rect l="l" t="t" r="r" b="b"/>
            <a:pathLst>
              <a:path w="666749" h="1019175">
                <a:moveTo>
                  <a:pt x="0" y="0"/>
                </a:moveTo>
                <a:lnTo>
                  <a:pt x="666749" y="0"/>
                </a:lnTo>
                <a:lnTo>
                  <a:pt x="666749" y="1019175"/>
                </a:lnTo>
                <a:lnTo>
                  <a:pt x="0" y="1019175"/>
                </a:lnTo>
                <a:close/>
              </a:path>
            </a:pathLst>
          </a:custGeom>
          <a:blipFill xmlns:a="http://schemas.openxmlformats.org/drawingml/2006/main">
            <a:blip xmlns:r="http://schemas.openxmlformats.org/officeDocument/2006/relationships" r:embed="Rd115c1ceb95d4285">
              <a:alphaModFix amt="0"/>
            </a:blip>
            <a:stretch>
              <a:fillRect l="-146121" t="0" r="-146121" b="0"/>
            </a:stretch>
          </a:blipFill>
        </p:spPr>
        <p:txBody>
          <a:bodyPr xmlns:a="http://schemas.openxmlformats.org/drawingml/2006/main"/>
          <a:lstStyle xmlns:a="http://schemas.openxmlformats.org/drawingml/2006/main"/>
          <a:p xmlns:a="http://schemas.openxmlformats.org/drawingml/2006/main"/>
        </p:txBody>
      </p:sp>
      <p:sp>
        <p:nvSpPr>
          <p:cNvPr id="73" name="TextBox 73">
            <a:extLst xmlns:a="http://schemas.openxmlformats.org/drawingml/2006/main">
              <a:ext uri="{FF2B5EF4-FFF2-40B4-BE49-F238E27FC236}">
                <a16:creationId xmlns:a16="http://schemas.microsoft.com/office/drawing/2014/main" id="{7972480F-C7CA-46A7-B15D-F109DF3DFE21}"/>
              </a:ext>
            </a:extLst>
          </p:cNvPr>
          <p:cNvSpPr>
            <a:spLocks xmlns:a="http://schemas.openxmlformats.org/drawingml/2006/main" noGrp="1"/>
          </p:cNvSpPr>
          <p:nvPr/>
        </p:nvSpPr>
        <p:spPr>
          <a:xfrm xmlns:a="http://schemas.openxmlformats.org/drawingml/2006/main">
            <a:off x="5786438" y="4057650"/>
            <a:ext cx="500062" cy="81438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778"/>
              </a:lnSpc>
              <a:buNone/>
            </a:pPr>
            <a:r>
              <a:rPr sz="3150" b="1">
                <a:solidFill>
                  <a:srgbClr val="2E63B7"/>
                </a:solidFill>
                <a:latin typeface="Calibri (MS) Bold"/>
                <a:ea typeface="Calibri (MS) Bold"/>
                <a:cs typeface="Calibri (MS) Bold"/>
              </a:rPr>
              <a:t>→</a:t>
            </a:r>
          </a:p>
        </p:txBody>
      </p:sp>
      <p:sp>
        <p:nvSpPr>
          <p:cNvPr id="74" name="Freeform 74">
            <a:extLst xmlns:a="http://schemas.openxmlformats.org/drawingml/2006/main">
              <a:ext uri="{FF2B5EF4-FFF2-40B4-BE49-F238E27FC236}">
                <a16:creationId xmlns:a16="http://schemas.microsoft.com/office/drawing/2014/main" id="{88862826-3F65-4005-AC3D-146A4BC24BE5}"/>
              </a:ext>
            </a:extLst>
          </p:cNvPr>
          <p:cNvSpPr>
            <a:spLocks xmlns:a="http://schemas.openxmlformats.org/drawingml/2006/main" noGrp="1"/>
          </p:cNvSpPr>
          <p:nvPr/>
        </p:nvSpPr>
        <p:spPr>
          <a:xfrm xmlns:a="http://schemas.openxmlformats.org/drawingml/2006/main">
            <a:off x="6269355" y="3411855"/>
            <a:ext cx="2391728" cy="2463165"/>
          </a:xfrm>
          <a:custGeom xmlns:a="http://schemas.openxmlformats.org/drawingml/2006/main">
            <a:rect l="l" t="t" r="r" b="b"/>
            <a:pathLst>
              <a:path w="2391728" h="2463165">
                <a:moveTo>
                  <a:pt x="0" y="0"/>
                </a:moveTo>
                <a:lnTo>
                  <a:pt x="2391727" y="0"/>
                </a:lnTo>
                <a:lnTo>
                  <a:pt x="2391727" y="2463165"/>
                </a:lnTo>
                <a:lnTo>
                  <a:pt x="0" y="2463165"/>
                </a:lnTo>
                <a:lnTo>
                  <a:pt x="0" y="0"/>
                </a:lnTo>
                <a:close/>
              </a:path>
            </a:pathLst>
          </a:custGeom>
          <a:blipFill xmlns:a="http://schemas.openxmlformats.org/drawingml/2006/main">
            <a:blip xmlns:r="http://schemas.openxmlformats.org/officeDocument/2006/relationships" r:embed="R43007213de394e86">
              <a:extLst>
                <a:ext uri="{96DAC541-7B7A-43D3-8B79-37D633B846F1}">
                  <asvg:svgBlip xmlns:asvg="http://schemas.microsoft.com/office/drawing/2016/SVG/main" r:embed="Rd2003a8a1faf401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76" name="Freeform 76">
            <a:extLst xmlns:a="http://schemas.openxmlformats.org/drawingml/2006/main">
              <a:ext uri="{FF2B5EF4-FFF2-40B4-BE49-F238E27FC236}">
                <a16:creationId xmlns:a16="http://schemas.microsoft.com/office/drawing/2014/main" id="{2F852BC7-CAF5-4A3A-A265-EEA3036B84F9}"/>
              </a:ext>
            </a:extLst>
          </p:cNvPr>
          <p:cNvSpPr>
            <a:spLocks xmlns:a="http://schemas.openxmlformats.org/drawingml/2006/main" noGrp="1"/>
          </p:cNvSpPr>
          <p:nvPr/>
        </p:nvSpPr>
        <p:spPr>
          <a:xfrm xmlns:a="http://schemas.openxmlformats.org/drawingml/2006/main">
            <a:off x="6543675" y="3686175"/>
            <a:ext cx="714375" cy="400050"/>
          </a:xfrm>
          <a:custGeom xmlns:a="http://schemas.openxmlformats.org/drawingml/2006/main">
            <a:rect l="l" t="t" r="r" b="b"/>
            <a:pathLst>
              <a:path w="952500" h="533400">
                <a:moveTo>
                  <a:pt x="0" y="0"/>
                </a:moveTo>
                <a:lnTo>
                  <a:pt x="952500" y="0"/>
                </a:lnTo>
                <a:lnTo>
                  <a:pt x="952500" y="533400"/>
                </a:lnTo>
                <a:lnTo>
                  <a:pt x="0" y="533400"/>
                </a:lnTo>
                <a:close/>
              </a:path>
            </a:pathLst>
          </a:custGeom>
          <a:blipFill xmlns:a="http://schemas.openxmlformats.org/drawingml/2006/main">
            <a:blip xmlns:r="http://schemas.openxmlformats.org/officeDocument/2006/relationships" r:embed="R7f4ffe08425e45ab">
              <a:alphaModFix amt="0"/>
            </a:blip>
            <a:stretch>
              <a:fillRect l="-21900" t="0" r="-21899" b="0"/>
            </a:stretch>
          </a:blipFill>
        </p:spPr>
        <p:txBody>
          <a:bodyPr xmlns:a="http://schemas.openxmlformats.org/drawingml/2006/main"/>
          <a:lstStyle xmlns:a="http://schemas.openxmlformats.org/drawingml/2006/main"/>
          <a:p xmlns:a="http://schemas.openxmlformats.org/drawingml/2006/main"/>
        </p:txBody>
      </p:sp>
      <p:sp>
        <p:nvSpPr>
          <p:cNvPr id="78" name="Freeform 78">
            <a:extLst xmlns:a="http://schemas.openxmlformats.org/drawingml/2006/main">
              <a:ext uri="{FF2B5EF4-FFF2-40B4-BE49-F238E27FC236}">
                <a16:creationId xmlns:a16="http://schemas.microsoft.com/office/drawing/2014/main" id="{0525E2EE-7483-4E33-8E78-FB7205FDC922}"/>
              </a:ext>
            </a:extLst>
          </p:cNvPr>
          <p:cNvSpPr>
            <a:spLocks xmlns:a="http://schemas.openxmlformats.org/drawingml/2006/main" noGrp="1"/>
          </p:cNvSpPr>
          <p:nvPr/>
        </p:nvSpPr>
        <p:spPr>
          <a:xfrm xmlns:a="http://schemas.openxmlformats.org/drawingml/2006/main">
            <a:off x="6543675" y="3657600"/>
            <a:ext cx="714375" cy="428625"/>
          </a:xfrm>
          <a:custGeom xmlns:a="http://schemas.openxmlformats.org/drawingml/2006/main">
            <a:rect l="l" t="t" r="r" b="b"/>
            <a:pathLst>
              <a:path w="952500" h="571500">
                <a:moveTo>
                  <a:pt x="0" y="0"/>
                </a:moveTo>
                <a:lnTo>
                  <a:pt x="952500" y="0"/>
                </a:lnTo>
                <a:lnTo>
                  <a:pt x="952500" y="571500"/>
                </a:lnTo>
                <a:lnTo>
                  <a:pt x="0" y="571500"/>
                </a:lnTo>
                <a:close/>
              </a:path>
            </a:pathLst>
          </a:custGeom>
          <a:blipFill xmlns:a="http://schemas.openxmlformats.org/drawingml/2006/main">
            <a:blip xmlns:r="http://schemas.openxmlformats.org/officeDocument/2006/relationships" r:embed="Rd115c1ceb95d4285">
              <a:alphaModFix amt="0"/>
            </a:blip>
            <a:stretch>
              <a:fillRect l="-26982" t="0" r="-26982" b="0"/>
            </a:stretch>
          </a:blipFill>
        </p:spPr>
        <p:txBody>
          <a:bodyPr xmlns:a="http://schemas.openxmlformats.org/drawingml/2006/main"/>
          <a:lstStyle xmlns:a="http://schemas.openxmlformats.org/drawingml/2006/main"/>
          <a:p xmlns:a="http://schemas.openxmlformats.org/drawingml/2006/main"/>
        </p:txBody>
      </p:sp>
      <p:sp>
        <p:nvSpPr>
          <p:cNvPr id="79" name="TextBox 79">
            <a:extLst xmlns:a="http://schemas.openxmlformats.org/drawingml/2006/main">
              <a:ext uri="{FF2B5EF4-FFF2-40B4-BE49-F238E27FC236}">
                <a16:creationId xmlns:a16="http://schemas.microsoft.com/office/drawing/2014/main" id="{8C2F07F6-B5A3-48DA-AE1C-D1063A6761FF}"/>
              </a:ext>
            </a:extLst>
          </p:cNvPr>
          <p:cNvSpPr>
            <a:spLocks xmlns:a="http://schemas.openxmlformats.org/drawingml/2006/main" noGrp="1"/>
          </p:cNvSpPr>
          <p:nvPr/>
        </p:nvSpPr>
        <p:spPr>
          <a:xfrm xmlns:a="http://schemas.openxmlformats.org/drawingml/2006/main">
            <a:off x="6543675" y="3629025"/>
            <a:ext cx="714375"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03</a:t>
            </a:r>
          </a:p>
        </p:txBody>
      </p:sp>
      <p:sp>
        <p:nvSpPr>
          <p:cNvPr id="81" name="Freeform 81">
            <a:extLst xmlns:a="http://schemas.openxmlformats.org/drawingml/2006/main">
              <a:ext uri="{FF2B5EF4-FFF2-40B4-BE49-F238E27FC236}">
                <a16:creationId xmlns:a16="http://schemas.microsoft.com/office/drawing/2014/main" id="{91965D78-E9DA-4233-95F1-5545EBCD2D1C}"/>
              </a:ext>
            </a:extLst>
          </p:cNvPr>
          <p:cNvSpPr>
            <a:spLocks xmlns:a="http://schemas.openxmlformats.org/drawingml/2006/main" noGrp="1"/>
          </p:cNvSpPr>
          <p:nvPr/>
        </p:nvSpPr>
        <p:spPr>
          <a:xfrm xmlns:a="http://schemas.openxmlformats.org/drawingml/2006/main">
            <a:off x="6543675" y="4214812"/>
            <a:ext cx="1857375" cy="600075"/>
          </a:xfrm>
          <a:custGeom xmlns:a="http://schemas.openxmlformats.org/drawingml/2006/main">
            <a:rect l="l" t="t" r="r" b="b"/>
            <a:pathLst>
              <a:path w="2476500" h="800100">
                <a:moveTo>
                  <a:pt x="0" y="0"/>
                </a:moveTo>
                <a:lnTo>
                  <a:pt x="2476500" y="0"/>
                </a:lnTo>
                <a:lnTo>
                  <a:pt x="2476500" y="800100"/>
                </a:lnTo>
                <a:lnTo>
                  <a:pt x="0" y="800100"/>
                </a:lnTo>
                <a:close/>
              </a:path>
            </a:pathLst>
          </a:custGeom>
          <a:blipFill xmlns:a="http://schemas.openxmlformats.org/drawingml/2006/main">
            <a:blip xmlns:r="http://schemas.openxmlformats.org/officeDocument/2006/relationships" r:embed="R7f4ffe08425e45ab">
              <a:alphaModFix amt="0"/>
            </a:blip>
            <a:stretch>
              <a:fillRect l="0" t="-10268" r="0" b="-10269"/>
            </a:stretch>
          </a:blipFill>
        </p:spPr>
        <p:txBody>
          <a:bodyPr xmlns:a="http://schemas.openxmlformats.org/drawingml/2006/main"/>
          <a:lstStyle xmlns:a="http://schemas.openxmlformats.org/drawingml/2006/main"/>
          <a:p xmlns:a="http://schemas.openxmlformats.org/drawingml/2006/main"/>
        </p:txBody>
      </p:sp>
      <p:sp>
        <p:nvSpPr>
          <p:cNvPr id="83" name="Freeform 83">
            <a:extLst xmlns:a="http://schemas.openxmlformats.org/drawingml/2006/main">
              <a:ext uri="{FF2B5EF4-FFF2-40B4-BE49-F238E27FC236}">
                <a16:creationId xmlns:a16="http://schemas.microsoft.com/office/drawing/2014/main" id="{E46EAFCB-2855-495C-A578-814BE19D17A7}"/>
              </a:ext>
            </a:extLst>
          </p:cNvPr>
          <p:cNvSpPr>
            <a:spLocks xmlns:a="http://schemas.openxmlformats.org/drawingml/2006/main" noGrp="1"/>
          </p:cNvSpPr>
          <p:nvPr/>
        </p:nvSpPr>
        <p:spPr>
          <a:xfrm xmlns:a="http://schemas.openxmlformats.org/drawingml/2006/main">
            <a:off x="6543675" y="4186238"/>
            <a:ext cx="1857375" cy="628650"/>
          </a:xfrm>
          <a:custGeom xmlns:a="http://schemas.openxmlformats.org/drawingml/2006/main">
            <a:rect l="l" t="t" r="r" b="b"/>
            <a:pathLst>
              <a:path w="2476500" h="838200">
                <a:moveTo>
                  <a:pt x="0" y="0"/>
                </a:moveTo>
                <a:lnTo>
                  <a:pt x="2476500" y="0"/>
                </a:lnTo>
                <a:lnTo>
                  <a:pt x="2476500" y="838200"/>
                </a:lnTo>
                <a:lnTo>
                  <a:pt x="0" y="838200"/>
                </a:lnTo>
                <a:close/>
              </a:path>
            </a:pathLst>
          </a:custGeom>
          <a:blipFill xmlns:a="http://schemas.openxmlformats.org/drawingml/2006/main">
            <a:blip xmlns:r="http://schemas.openxmlformats.org/officeDocument/2006/relationships" r:embed="Rd115c1ceb95d4285">
              <a:alphaModFix amt="0"/>
            </a:blip>
            <a:stretch>
              <a:fillRect l="0" t="-7569" r="0" b="-7569"/>
            </a:stretch>
          </a:blipFill>
        </p:spPr>
        <p:txBody>
          <a:bodyPr xmlns:a="http://schemas.openxmlformats.org/drawingml/2006/main"/>
          <a:lstStyle xmlns:a="http://schemas.openxmlformats.org/drawingml/2006/main"/>
          <a:p xmlns:a="http://schemas.openxmlformats.org/drawingml/2006/main"/>
        </p:txBody>
      </p:sp>
      <p:sp>
        <p:nvSpPr>
          <p:cNvPr id="84" name="TextBox 84">
            <a:extLst xmlns:a="http://schemas.openxmlformats.org/drawingml/2006/main">
              <a:ext uri="{FF2B5EF4-FFF2-40B4-BE49-F238E27FC236}">
                <a16:creationId xmlns:a16="http://schemas.microsoft.com/office/drawing/2014/main" id="{D088A79F-6EE7-4AE5-8332-8C57DF5B35A3}"/>
              </a:ext>
            </a:extLst>
          </p:cNvPr>
          <p:cNvSpPr>
            <a:spLocks xmlns:a="http://schemas.openxmlformats.org/drawingml/2006/main" noGrp="1"/>
          </p:cNvSpPr>
          <p:nvPr/>
        </p:nvSpPr>
        <p:spPr>
          <a:xfrm xmlns:a="http://schemas.openxmlformats.org/drawingml/2006/main">
            <a:off x="6543675" y="4157663"/>
            <a:ext cx="1857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430"/>
              </a:lnSpc>
              <a:buNone/>
            </a:pPr>
            <a:r>
              <a:rPr sz="2025" b="1">
                <a:solidFill>
                  <a:srgbClr val="202020"/>
                </a:solidFill>
                <a:latin typeface="Calibri (MS) Bold"/>
                <a:ea typeface="Calibri (MS) Bold"/>
                <a:cs typeface="Calibri (MS) Bold"/>
              </a:rPr>
              <a:t>임베딩·저장</a:t>
            </a:r>
          </a:p>
        </p:txBody>
      </p:sp>
      <p:sp>
        <p:nvSpPr>
          <p:cNvPr id="86" name="Freeform 86">
            <a:extLst xmlns:a="http://schemas.openxmlformats.org/drawingml/2006/main">
              <a:ext uri="{FF2B5EF4-FFF2-40B4-BE49-F238E27FC236}">
                <a16:creationId xmlns:a16="http://schemas.microsoft.com/office/drawing/2014/main" id="{192D9749-FB38-4764-97B9-A9F8183FD1A6}"/>
              </a:ext>
            </a:extLst>
          </p:cNvPr>
          <p:cNvSpPr>
            <a:spLocks xmlns:a="http://schemas.openxmlformats.org/drawingml/2006/main" noGrp="1"/>
          </p:cNvSpPr>
          <p:nvPr/>
        </p:nvSpPr>
        <p:spPr>
          <a:xfrm xmlns:a="http://schemas.openxmlformats.org/drawingml/2006/main">
            <a:off x="6543675" y="5029200"/>
            <a:ext cx="1857375" cy="400050"/>
          </a:xfrm>
          <a:custGeom xmlns:a="http://schemas.openxmlformats.org/drawingml/2006/main">
            <a:rect l="l" t="t" r="r" b="b"/>
            <a:pathLst>
              <a:path w="2476500" h="533400">
                <a:moveTo>
                  <a:pt x="0" y="0"/>
                </a:moveTo>
                <a:lnTo>
                  <a:pt x="2476500" y="0"/>
                </a:lnTo>
                <a:lnTo>
                  <a:pt x="2476500" y="533400"/>
                </a:lnTo>
                <a:lnTo>
                  <a:pt x="0" y="533400"/>
                </a:lnTo>
                <a:close/>
              </a:path>
            </a:pathLst>
          </a:custGeom>
          <a:blipFill xmlns:a="http://schemas.openxmlformats.org/drawingml/2006/main">
            <a:blip xmlns:r="http://schemas.openxmlformats.org/officeDocument/2006/relationships" r:embed="R7f4ffe08425e45ab">
              <a:alphaModFix amt="0"/>
            </a:blip>
            <a:stretch>
              <a:fillRect l="0" t="-40402" r="0" b="-40404"/>
            </a:stretch>
          </a:blipFill>
        </p:spPr>
        <p:txBody>
          <a:bodyPr xmlns:a="http://schemas.openxmlformats.org/drawingml/2006/main"/>
          <a:lstStyle xmlns:a="http://schemas.openxmlformats.org/drawingml/2006/main"/>
          <a:p xmlns:a="http://schemas.openxmlformats.org/drawingml/2006/main"/>
        </p:txBody>
      </p:sp>
      <p:sp>
        <p:nvSpPr>
          <p:cNvPr id="88" name="Freeform 88">
            <a:extLst xmlns:a="http://schemas.openxmlformats.org/drawingml/2006/main">
              <a:ext uri="{FF2B5EF4-FFF2-40B4-BE49-F238E27FC236}">
                <a16:creationId xmlns:a16="http://schemas.microsoft.com/office/drawing/2014/main" id="{4AA3E88C-0E8D-42B9-A2B2-8067D0D9909B}"/>
              </a:ext>
            </a:extLst>
          </p:cNvPr>
          <p:cNvSpPr>
            <a:spLocks xmlns:a="http://schemas.openxmlformats.org/drawingml/2006/main" noGrp="1"/>
          </p:cNvSpPr>
          <p:nvPr/>
        </p:nvSpPr>
        <p:spPr>
          <a:xfrm xmlns:a="http://schemas.openxmlformats.org/drawingml/2006/main">
            <a:off x="6543675" y="5014912"/>
            <a:ext cx="1857375" cy="595311"/>
          </a:xfrm>
          <a:custGeom xmlns:a="http://schemas.openxmlformats.org/drawingml/2006/main">
            <a:rect l="l" t="t" r="r" b="b"/>
            <a:pathLst>
              <a:path w="2476500" h="793749">
                <a:moveTo>
                  <a:pt x="0" y="0"/>
                </a:moveTo>
                <a:lnTo>
                  <a:pt x="2476500" y="0"/>
                </a:lnTo>
                <a:lnTo>
                  <a:pt x="2476500" y="793749"/>
                </a:lnTo>
                <a:lnTo>
                  <a:pt x="0" y="793749"/>
                </a:lnTo>
                <a:close/>
              </a:path>
            </a:pathLst>
          </a:custGeom>
          <a:blipFill xmlns:a="http://schemas.openxmlformats.org/drawingml/2006/main">
            <a:blip xmlns:r="http://schemas.openxmlformats.org/officeDocument/2006/relationships" r:embed="Rd115c1ceb95d4285">
              <a:alphaModFix amt="0"/>
            </a:blip>
            <a:stretch>
              <a:fillRect l="0" t="-25993" r="0" b="4406"/>
            </a:stretch>
          </a:blipFill>
        </p:spPr>
        <p:txBody>
          <a:bodyPr xmlns:a="http://schemas.openxmlformats.org/drawingml/2006/main"/>
          <a:lstStyle xmlns:a="http://schemas.openxmlformats.org/drawingml/2006/main"/>
          <a:p xmlns:a="http://schemas.openxmlformats.org/drawingml/2006/main"/>
        </p:txBody>
      </p:sp>
      <p:sp>
        <p:nvSpPr>
          <p:cNvPr id="89" name="TextBox 89">
            <a:extLst xmlns:a="http://schemas.openxmlformats.org/drawingml/2006/main">
              <a:ext uri="{FF2B5EF4-FFF2-40B4-BE49-F238E27FC236}">
                <a16:creationId xmlns:a16="http://schemas.microsoft.com/office/drawing/2014/main" id="{19F4D01E-D77B-4BD9-BB42-710990BCB970}"/>
              </a:ext>
            </a:extLst>
          </p:cNvPr>
          <p:cNvSpPr>
            <a:spLocks xmlns:a="http://schemas.openxmlformats.org/drawingml/2006/main" noGrp="1"/>
          </p:cNvSpPr>
          <p:nvPr/>
        </p:nvSpPr>
        <p:spPr>
          <a:xfrm xmlns:a="http://schemas.openxmlformats.org/drawingml/2006/main">
            <a:off x="6543675" y="5000625"/>
            <a:ext cx="1857375" cy="6095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bge-m3 임베딩</a:t>
            </a:r>
          </a:p>
          <a:p xmlns:a="http://schemas.openxmlformats.org/drawingml/2006/main">
            <a:pPr algn="l">
              <a:lnSpc>
                <a:spcPts val="1888"/>
              </a:lnSpc>
              <a:buNone/>
            </a:pPr>
            <a:r>
              <a:rPr sz="1575">
                <a:solidFill>
                  <a:srgbClr val="9299A3"/>
                </a:solidFill>
                <a:latin typeface="Calibri (MS)"/>
                <a:ea typeface="Calibri (MS)"/>
                <a:cs typeface="Calibri (MS)"/>
              </a:rPr>
              <a:t>1,024차원 벡터</a:t>
            </a:r>
          </a:p>
        </p:txBody>
      </p:sp>
      <p:sp>
        <p:nvSpPr>
          <p:cNvPr id="91" name="Freeform 91">
            <a:extLst xmlns:a="http://schemas.openxmlformats.org/drawingml/2006/main">
              <a:ext uri="{FF2B5EF4-FFF2-40B4-BE49-F238E27FC236}">
                <a16:creationId xmlns:a16="http://schemas.microsoft.com/office/drawing/2014/main" id="{41C89DA7-F871-443A-B18A-1CC0BB0ED71E}"/>
              </a:ext>
            </a:extLst>
          </p:cNvPr>
          <p:cNvSpPr>
            <a:spLocks xmlns:a="http://schemas.openxmlformats.org/drawingml/2006/main" noGrp="1"/>
          </p:cNvSpPr>
          <p:nvPr/>
        </p:nvSpPr>
        <p:spPr>
          <a:xfrm xmlns:a="http://schemas.openxmlformats.org/drawingml/2006/main">
            <a:off x="8643938" y="4157662"/>
            <a:ext cx="500062" cy="714375"/>
          </a:xfrm>
          <a:custGeom xmlns:a="http://schemas.openxmlformats.org/drawingml/2006/main">
            <a:rect l="l" t="t" r="r" b="b"/>
            <a:pathLst>
              <a:path w="666750" h="952500">
                <a:moveTo>
                  <a:pt x="0" y="0"/>
                </a:moveTo>
                <a:lnTo>
                  <a:pt x="666750" y="0"/>
                </a:lnTo>
                <a:lnTo>
                  <a:pt x="666750" y="952500"/>
                </a:lnTo>
                <a:lnTo>
                  <a:pt x="0" y="952500"/>
                </a:lnTo>
                <a:close/>
              </a:path>
            </a:pathLst>
          </a:custGeom>
          <a:blipFill xmlns:a="http://schemas.openxmlformats.org/drawingml/2006/main">
            <a:blip xmlns:r="http://schemas.openxmlformats.org/officeDocument/2006/relationships" r:embed="R7f4ffe08425e45ab">
              <a:alphaModFix amt="0"/>
            </a:blip>
            <a:stretch>
              <a:fillRect l="-133419" t="0" r="-133417" b="0"/>
            </a:stretch>
          </a:blipFill>
        </p:spPr>
        <p:txBody>
          <a:bodyPr xmlns:a="http://schemas.openxmlformats.org/drawingml/2006/main"/>
          <a:lstStyle xmlns:a="http://schemas.openxmlformats.org/drawingml/2006/main"/>
          <a:p xmlns:a="http://schemas.openxmlformats.org/drawingml/2006/main"/>
        </p:txBody>
      </p:sp>
      <p:sp>
        <p:nvSpPr>
          <p:cNvPr id="93" name="Freeform 93">
            <a:extLst xmlns:a="http://schemas.openxmlformats.org/drawingml/2006/main">
              <a:ext uri="{FF2B5EF4-FFF2-40B4-BE49-F238E27FC236}">
                <a16:creationId xmlns:a16="http://schemas.microsoft.com/office/drawing/2014/main" id="{2BC9CEC3-52F0-4F46-A3D1-DC58DB4E360A}"/>
              </a:ext>
            </a:extLst>
          </p:cNvPr>
          <p:cNvSpPr>
            <a:spLocks xmlns:a="http://schemas.openxmlformats.org/drawingml/2006/main" noGrp="1"/>
          </p:cNvSpPr>
          <p:nvPr/>
        </p:nvSpPr>
        <p:spPr>
          <a:xfrm xmlns:a="http://schemas.openxmlformats.org/drawingml/2006/main">
            <a:off x="8643938" y="4107656"/>
            <a:ext cx="500061" cy="764381"/>
          </a:xfrm>
          <a:custGeom xmlns:a="http://schemas.openxmlformats.org/drawingml/2006/main">
            <a:rect l="l" t="t" r="r" b="b"/>
            <a:pathLst>
              <a:path w="666749" h="1019175">
                <a:moveTo>
                  <a:pt x="0" y="0"/>
                </a:moveTo>
                <a:lnTo>
                  <a:pt x="666749" y="0"/>
                </a:lnTo>
                <a:lnTo>
                  <a:pt x="666749" y="1019175"/>
                </a:lnTo>
                <a:lnTo>
                  <a:pt x="0" y="1019175"/>
                </a:lnTo>
                <a:close/>
              </a:path>
            </a:pathLst>
          </a:custGeom>
          <a:blipFill xmlns:a="http://schemas.openxmlformats.org/drawingml/2006/main">
            <a:blip xmlns:r="http://schemas.openxmlformats.org/officeDocument/2006/relationships" r:embed="Rd115c1ceb95d4285">
              <a:alphaModFix amt="0"/>
            </a:blip>
            <a:stretch>
              <a:fillRect l="-146121" t="0" r="-146121" b="0"/>
            </a:stretch>
          </a:blipFill>
        </p:spPr>
        <p:txBody>
          <a:bodyPr xmlns:a="http://schemas.openxmlformats.org/drawingml/2006/main"/>
          <a:lstStyle xmlns:a="http://schemas.openxmlformats.org/drawingml/2006/main"/>
          <a:p xmlns:a="http://schemas.openxmlformats.org/drawingml/2006/main"/>
        </p:txBody>
      </p:sp>
      <p:sp>
        <p:nvSpPr>
          <p:cNvPr id="94" name="TextBox 94">
            <a:extLst xmlns:a="http://schemas.openxmlformats.org/drawingml/2006/main">
              <a:ext uri="{FF2B5EF4-FFF2-40B4-BE49-F238E27FC236}">
                <a16:creationId xmlns:a16="http://schemas.microsoft.com/office/drawing/2014/main" id="{8DCCBED2-C152-4B1C-81F7-B295BB3B3958}"/>
              </a:ext>
            </a:extLst>
          </p:cNvPr>
          <p:cNvSpPr>
            <a:spLocks xmlns:a="http://schemas.openxmlformats.org/drawingml/2006/main" noGrp="1"/>
          </p:cNvSpPr>
          <p:nvPr/>
        </p:nvSpPr>
        <p:spPr>
          <a:xfrm xmlns:a="http://schemas.openxmlformats.org/drawingml/2006/main">
            <a:off x="8643938" y="4057650"/>
            <a:ext cx="500062" cy="81438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778"/>
              </a:lnSpc>
              <a:buNone/>
            </a:pPr>
            <a:r>
              <a:rPr sz="3150" b="1">
                <a:solidFill>
                  <a:srgbClr val="2E63B7"/>
                </a:solidFill>
                <a:latin typeface="Calibri (MS) Bold"/>
                <a:ea typeface="Calibri (MS) Bold"/>
                <a:cs typeface="Calibri (MS) Bold"/>
              </a:rPr>
              <a:t>→</a:t>
            </a:r>
          </a:p>
        </p:txBody>
      </p:sp>
      <p:sp>
        <p:nvSpPr>
          <p:cNvPr id="95" name="Freeform 95">
            <a:extLst xmlns:a="http://schemas.openxmlformats.org/drawingml/2006/main">
              <a:ext uri="{FF2B5EF4-FFF2-40B4-BE49-F238E27FC236}">
                <a16:creationId xmlns:a16="http://schemas.microsoft.com/office/drawing/2014/main" id="{349D4A7F-DB14-4C68-8818-614AB13CA2D8}"/>
              </a:ext>
            </a:extLst>
          </p:cNvPr>
          <p:cNvSpPr>
            <a:spLocks xmlns:a="http://schemas.openxmlformats.org/drawingml/2006/main" noGrp="1"/>
          </p:cNvSpPr>
          <p:nvPr/>
        </p:nvSpPr>
        <p:spPr>
          <a:xfrm xmlns:a="http://schemas.openxmlformats.org/drawingml/2006/main">
            <a:off x="9126855" y="3411855"/>
            <a:ext cx="2391728" cy="2463165"/>
          </a:xfrm>
          <a:custGeom xmlns:a="http://schemas.openxmlformats.org/drawingml/2006/main">
            <a:rect l="l" t="t" r="r" b="b"/>
            <a:pathLst>
              <a:path w="2391728" h="2463165">
                <a:moveTo>
                  <a:pt x="0" y="0"/>
                </a:moveTo>
                <a:lnTo>
                  <a:pt x="2391728" y="0"/>
                </a:lnTo>
                <a:lnTo>
                  <a:pt x="2391728" y="2463165"/>
                </a:lnTo>
                <a:lnTo>
                  <a:pt x="0" y="2463165"/>
                </a:lnTo>
                <a:lnTo>
                  <a:pt x="0" y="0"/>
                </a:lnTo>
                <a:close/>
              </a:path>
            </a:pathLst>
          </a:custGeom>
          <a:blipFill xmlns:a="http://schemas.openxmlformats.org/drawingml/2006/main">
            <a:blip xmlns:r="http://schemas.openxmlformats.org/officeDocument/2006/relationships" r:embed="R12fa29944a644c24">
              <a:extLst>
                <a:ext uri="{96DAC541-7B7A-43D3-8B79-37D633B846F1}">
                  <asvg:svgBlip xmlns:asvg="http://schemas.microsoft.com/office/drawing/2016/SVG/main" r:embed="Rc6ad08aad8454ad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97" name="Freeform 97">
            <a:extLst xmlns:a="http://schemas.openxmlformats.org/drawingml/2006/main">
              <a:ext uri="{FF2B5EF4-FFF2-40B4-BE49-F238E27FC236}">
                <a16:creationId xmlns:a16="http://schemas.microsoft.com/office/drawing/2014/main" id="{42EA8FAF-C0A7-4D3E-B743-C38882CCB7AA}"/>
              </a:ext>
            </a:extLst>
          </p:cNvPr>
          <p:cNvSpPr>
            <a:spLocks xmlns:a="http://schemas.openxmlformats.org/drawingml/2006/main" noGrp="1"/>
          </p:cNvSpPr>
          <p:nvPr/>
        </p:nvSpPr>
        <p:spPr>
          <a:xfrm xmlns:a="http://schemas.openxmlformats.org/drawingml/2006/main">
            <a:off x="9401175" y="3686175"/>
            <a:ext cx="714375" cy="400050"/>
          </a:xfrm>
          <a:custGeom xmlns:a="http://schemas.openxmlformats.org/drawingml/2006/main">
            <a:rect l="l" t="t" r="r" b="b"/>
            <a:pathLst>
              <a:path w="952500" h="533400">
                <a:moveTo>
                  <a:pt x="0" y="0"/>
                </a:moveTo>
                <a:lnTo>
                  <a:pt x="952500" y="0"/>
                </a:lnTo>
                <a:lnTo>
                  <a:pt x="952500" y="533400"/>
                </a:lnTo>
                <a:lnTo>
                  <a:pt x="0" y="533400"/>
                </a:lnTo>
                <a:close/>
              </a:path>
            </a:pathLst>
          </a:custGeom>
          <a:blipFill xmlns:a="http://schemas.openxmlformats.org/drawingml/2006/main">
            <a:blip xmlns:r="http://schemas.openxmlformats.org/officeDocument/2006/relationships" r:embed="R7f4ffe08425e45ab">
              <a:alphaModFix amt="0"/>
            </a:blip>
            <a:stretch>
              <a:fillRect l="-21900" t="0" r="-21899" b="0"/>
            </a:stretch>
          </a:blipFill>
        </p:spPr>
        <p:txBody>
          <a:bodyPr xmlns:a="http://schemas.openxmlformats.org/drawingml/2006/main"/>
          <a:lstStyle xmlns:a="http://schemas.openxmlformats.org/drawingml/2006/main"/>
          <a:p xmlns:a="http://schemas.openxmlformats.org/drawingml/2006/main"/>
        </p:txBody>
      </p:sp>
      <p:sp>
        <p:nvSpPr>
          <p:cNvPr id="99" name="Freeform 99">
            <a:extLst xmlns:a="http://schemas.openxmlformats.org/drawingml/2006/main">
              <a:ext uri="{FF2B5EF4-FFF2-40B4-BE49-F238E27FC236}">
                <a16:creationId xmlns:a16="http://schemas.microsoft.com/office/drawing/2014/main" id="{F81BA3C3-EB5C-4EC1-AC2A-3B309F24A3A4}"/>
              </a:ext>
            </a:extLst>
          </p:cNvPr>
          <p:cNvSpPr>
            <a:spLocks xmlns:a="http://schemas.openxmlformats.org/drawingml/2006/main" noGrp="1"/>
          </p:cNvSpPr>
          <p:nvPr/>
        </p:nvSpPr>
        <p:spPr>
          <a:xfrm xmlns:a="http://schemas.openxmlformats.org/drawingml/2006/main">
            <a:off x="9401175" y="3657600"/>
            <a:ext cx="714375" cy="428625"/>
          </a:xfrm>
          <a:custGeom xmlns:a="http://schemas.openxmlformats.org/drawingml/2006/main">
            <a:rect l="l" t="t" r="r" b="b"/>
            <a:pathLst>
              <a:path w="952500" h="571500">
                <a:moveTo>
                  <a:pt x="0" y="0"/>
                </a:moveTo>
                <a:lnTo>
                  <a:pt x="952500" y="0"/>
                </a:lnTo>
                <a:lnTo>
                  <a:pt x="952500" y="571500"/>
                </a:lnTo>
                <a:lnTo>
                  <a:pt x="0" y="571500"/>
                </a:lnTo>
                <a:close/>
              </a:path>
            </a:pathLst>
          </a:custGeom>
          <a:blipFill xmlns:a="http://schemas.openxmlformats.org/drawingml/2006/main">
            <a:blip xmlns:r="http://schemas.openxmlformats.org/officeDocument/2006/relationships" r:embed="Rd115c1ceb95d4285">
              <a:alphaModFix amt="0"/>
            </a:blip>
            <a:stretch>
              <a:fillRect l="-26982" t="0" r="-26982" b="0"/>
            </a:stretch>
          </a:blipFill>
        </p:spPr>
        <p:txBody>
          <a:bodyPr xmlns:a="http://schemas.openxmlformats.org/drawingml/2006/main"/>
          <a:lstStyle xmlns:a="http://schemas.openxmlformats.org/drawingml/2006/main"/>
          <a:p xmlns:a="http://schemas.openxmlformats.org/drawingml/2006/main"/>
        </p:txBody>
      </p:sp>
      <p:sp>
        <p:nvSpPr>
          <p:cNvPr id="100" name="TextBox 100">
            <a:extLst xmlns:a="http://schemas.openxmlformats.org/drawingml/2006/main">
              <a:ext uri="{FF2B5EF4-FFF2-40B4-BE49-F238E27FC236}">
                <a16:creationId xmlns:a16="http://schemas.microsoft.com/office/drawing/2014/main" id="{CDBE2034-6FDE-48FC-BEDD-756E09386D89}"/>
              </a:ext>
            </a:extLst>
          </p:cNvPr>
          <p:cNvSpPr>
            <a:spLocks xmlns:a="http://schemas.openxmlformats.org/drawingml/2006/main" noGrp="1"/>
          </p:cNvSpPr>
          <p:nvPr/>
        </p:nvSpPr>
        <p:spPr>
          <a:xfrm xmlns:a="http://schemas.openxmlformats.org/drawingml/2006/main">
            <a:off x="9401175" y="3629025"/>
            <a:ext cx="714375"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04</a:t>
            </a:r>
          </a:p>
        </p:txBody>
      </p:sp>
      <p:sp>
        <p:nvSpPr>
          <p:cNvPr id="102" name="Freeform 102">
            <a:extLst xmlns:a="http://schemas.openxmlformats.org/drawingml/2006/main">
              <a:ext uri="{FF2B5EF4-FFF2-40B4-BE49-F238E27FC236}">
                <a16:creationId xmlns:a16="http://schemas.microsoft.com/office/drawing/2014/main" id="{2CAC5B83-2966-4699-A9CD-E4871F95F22F}"/>
              </a:ext>
            </a:extLst>
          </p:cNvPr>
          <p:cNvSpPr>
            <a:spLocks xmlns:a="http://schemas.openxmlformats.org/drawingml/2006/main" noGrp="1"/>
          </p:cNvSpPr>
          <p:nvPr/>
        </p:nvSpPr>
        <p:spPr>
          <a:xfrm xmlns:a="http://schemas.openxmlformats.org/drawingml/2006/main">
            <a:off x="9401175" y="4214812"/>
            <a:ext cx="1857375" cy="600075"/>
          </a:xfrm>
          <a:custGeom xmlns:a="http://schemas.openxmlformats.org/drawingml/2006/main">
            <a:rect l="l" t="t" r="r" b="b"/>
            <a:pathLst>
              <a:path w="2476500" h="800100">
                <a:moveTo>
                  <a:pt x="0" y="0"/>
                </a:moveTo>
                <a:lnTo>
                  <a:pt x="2476500" y="0"/>
                </a:lnTo>
                <a:lnTo>
                  <a:pt x="2476500" y="800100"/>
                </a:lnTo>
                <a:lnTo>
                  <a:pt x="0" y="800100"/>
                </a:lnTo>
                <a:close/>
              </a:path>
            </a:pathLst>
          </a:custGeom>
          <a:blipFill xmlns:a="http://schemas.openxmlformats.org/drawingml/2006/main">
            <a:blip xmlns:r="http://schemas.openxmlformats.org/officeDocument/2006/relationships" r:embed="R7f4ffe08425e45ab">
              <a:alphaModFix amt="0"/>
            </a:blip>
            <a:stretch>
              <a:fillRect l="0" t="-10268" r="0" b="-10269"/>
            </a:stretch>
          </a:blipFill>
        </p:spPr>
        <p:txBody>
          <a:bodyPr xmlns:a="http://schemas.openxmlformats.org/drawingml/2006/main"/>
          <a:lstStyle xmlns:a="http://schemas.openxmlformats.org/drawingml/2006/main"/>
          <a:p xmlns:a="http://schemas.openxmlformats.org/drawingml/2006/main"/>
        </p:txBody>
      </p:sp>
      <p:sp>
        <p:nvSpPr>
          <p:cNvPr id="104" name="Freeform 104">
            <a:extLst xmlns:a="http://schemas.openxmlformats.org/drawingml/2006/main">
              <a:ext uri="{FF2B5EF4-FFF2-40B4-BE49-F238E27FC236}">
                <a16:creationId xmlns:a16="http://schemas.microsoft.com/office/drawing/2014/main" id="{B7578CC5-5808-4C8C-A62D-8D0572439181}"/>
              </a:ext>
            </a:extLst>
          </p:cNvPr>
          <p:cNvSpPr>
            <a:spLocks xmlns:a="http://schemas.openxmlformats.org/drawingml/2006/main" noGrp="1"/>
          </p:cNvSpPr>
          <p:nvPr/>
        </p:nvSpPr>
        <p:spPr>
          <a:xfrm xmlns:a="http://schemas.openxmlformats.org/drawingml/2006/main">
            <a:off x="9401175" y="4186238"/>
            <a:ext cx="1857375" cy="628650"/>
          </a:xfrm>
          <a:custGeom xmlns:a="http://schemas.openxmlformats.org/drawingml/2006/main">
            <a:rect l="l" t="t" r="r" b="b"/>
            <a:pathLst>
              <a:path w="2476500" h="838200">
                <a:moveTo>
                  <a:pt x="0" y="0"/>
                </a:moveTo>
                <a:lnTo>
                  <a:pt x="2476500" y="0"/>
                </a:lnTo>
                <a:lnTo>
                  <a:pt x="2476500" y="838200"/>
                </a:lnTo>
                <a:lnTo>
                  <a:pt x="0" y="838200"/>
                </a:lnTo>
                <a:close/>
              </a:path>
            </a:pathLst>
          </a:custGeom>
          <a:blipFill xmlns:a="http://schemas.openxmlformats.org/drawingml/2006/main">
            <a:blip xmlns:r="http://schemas.openxmlformats.org/officeDocument/2006/relationships" r:embed="Rd115c1ceb95d4285">
              <a:alphaModFix amt="0"/>
            </a:blip>
            <a:stretch>
              <a:fillRect l="0" t="-7569" r="0" b="-7569"/>
            </a:stretch>
          </a:blipFill>
        </p:spPr>
        <p:txBody>
          <a:bodyPr xmlns:a="http://schemas.openxmlformats.org/drawingml/2006/main"/>
          <a:lstStyle xmlns:a="http://schemas.openxmlformats.org/drawingml/2006/main"/>
          <a:p xmlns:a="http://schemas.openxmlformats.org/drawingml/2006/main"/>
        </p:txBody>
      </p:sp>
      <p:sp>
        <p:nvSpPr>
          <p:cNvPr id="105" name="TextBox 105">
            <a:extLst xmlns:a="http://schemas.openxmlformats.org/drawingml/2006/main">
              <a:ext uri="{FF2B5EF4-FFF2-40B4-BE49-F238E27FC236}">
                <a16:creationId xmlns:a16="http://schemas.microsoft.com/office/drawing/2014/main" id="{3F44CA06-1C50-4B15-8B6F-32FE3C7DFF03}"/>
              </a:ext>
            </a:extLst>
          </p:cNvPr>
          <p:cNvSpPr>
            <a:spLocks xmlns:a="http://schemas.openxmlformats.org/drawingml/2006/main" noGrp="1"/>
          </p:cNvSpPr>
          <p:nvPr/>
        </p:nvSpPr>
        <p:spPr>
          <a:xfrm xmlns:a="http://schemas.openxmlformats.org/drawingml/2006/main">
            <a:off x="9401175" y="4157663"/>
            <a:ext cx="1857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430"/>
              </a:lnSpc>
              <a:buNone/>
            </a:pPr>
            <a:r>
              <a:rPr sz="2025" b="1">
                <a:solidFill>
                  <a:srgbClr val="202020"/>
                </a:solidFill>
                <a:latin typeface="Calibri (MS) Bold"/>
                <a:ea typeface="Calibri (MS) Bold"/>
                <a:cs typeface="Calibri (MS) Bold"/>
              </a:rPr>
              <a:t>질의 분류</a:t>
            </a:r>
          </a:p>
        </p:txBody>
      </p:sp>
      <p:sp>
        <p:nvSpPr>
          <p:cNvPr id="107" name="Freeform 107">
            <a:extLst xmlns:a="http://schemas.openxmlformats.org/drawingml/2006/main">
              <a:ext uri="{FF2B5EF4-FFF2-40B4-BE49-F238E27FC236}">
                <a16:creationId xmlns:a16="http://schemas.microsoft.com/office/drawing/2014/main" id="{F7796C01-779C-4E99-834F-7B2F01702666}"/>
              </a:ext>
            </a:extLst>
          </p:cNvPr>
          <p:cNvSpPr>
            <a:spLocks xmlns:a="http://schemas.openxmlformats.org/drawingml/2006/main" noGrp="1"/>
          </p:cNvSpPr>
          <p:nvPr/>
        </p:nvSpPr>
        <p:spPr>
          <a:xfrm xmlns:a="http://schemas.openxmlformats.org/drawingml/2006/main">
            <a:off x="9401175" y="5029200"/>
            <a:ext cx="1857375" cy="400050"/>
          </a:xfrm>
          <a:custGeom xmlns:a="http://schemas.openxmlformats.org/drawingml/2006/main">
            <a:rect l="l" t="t" r="r" b="b"/>
            <a:pathLst>
              <a:path w="2476500" h="533400">
                <a:moveTo>
                  <a:pt x="0" y="0"/>
                </a:moveTo>
                <a:lnTo>
                  <a:pt x="2476500" y="0"/>
                </a:lnTo>
                <a:lnTo>
                  <a:pt x="2476500" y="533400"/>
                </a:lnTo>
                <a:lnTo>
                  <a:pt x="0" y="533400"/>
                </a:lnTo>
                <a:close/>
              </a:path>
            </a:pathLst>
          </a:custGeom>
          <a:blipFill xmlns:a="http://schemas.openxmlformats.org/drawingml/2006/main">
            <a:blip xmlns:r="http://schemas.openxmlformats.org/officeDocument/2006/relationships" r:embed="R7f4ffe08425e45ab">
              <a:alphaModFix amt="0"/>
            </a:blip>
            <a:stretch>
              <a:fillRect l="0" t="-40402" r="0" b="-40404"/>
            </a:stretch>
          </a:blipFill>
        </p:spPr>
        <p:txBody>
          <a:bodyPr xmlns:a="http://schemas.openxmlformats.org/drawingml/2006/main"/>
          <a:lstStyle xmlns:a="http://schemas.openxmlformats.org/drawingml/2006/main"/>
          <a:p xmlns:a="http://schemas.openxmlformats.org/drawingml/2006/main"/>
        </p:txBody>
      </p:sp>
      <p:sp>
        <p:nvSpPr>
          <p:cNvPr id="109" name="Freeform 109">
            <a:extLst xmlns:a="http://schemas.openxmlformats.org/drawingml/2006/main">
              <a:ext uri="{FF2B5EF4-FFF2-40B4-BE49-F238E27FC236}">
                <a16:creationId xmlns:a16="http://schemas.microsoft.com/office/drawing/2014/main" id="{DDBFDC21-2B75-4DE8-9A20-4893909FBF9D}"/>
              </a:ext>
            </a:extLst>
          </p:cNvPr>
          <p:cNvSpPr>
            <a:spLocks xmlns:a="http://schemas.openxmlformats.org/drawingml/2006/main" noGrp="1"/>
          </p:cNvSpPr>
          <p:nvPr/>
        </p:nvSpPr>
        <p:spPr>
          <a:xfrm xmlns:a="http://schemas.openxmlformats.org/drawingml/2006/main">
            <a:off x="9401175" y="5014912"/>
            <a:ext cx="1857375" cy="671511"/>
          </a:xfrm>
          <a:custGeom xmlns:a="http://schemas.openxmlformats.org/drawingml/2006/main">
            <a:rect l="l" t="t" r="r" b="b"/>
            <a:pathLst>
              <a:path w="2476500" h="895349">
                <a:moveTo>
                  <a:pt x="0" y="0"/>
                </a:moveTo>
                <a:lnTo>
                  <a:pt x="2476500" y="0"/>
                </a:lnTo>
                <a:lnTo>
                  <a:pt x="2476500" y="895349"/>
                </a:lnTo>
                <a:lnTo>
                  <a:pt x="0" y="895349"/>
                </a:lnTo>
                <a:close/>
              </a:path>
            </a:pathLst>
          </a:custGeom>
          <a:blipFill xmlns:a="http://schemas.openxmlformats.org/drawingml/2006/main">
            <a:blip xmlns:r="http://schemas.openxmlformats.org/officeDocument/2006/relationships" r:embed="Rd115c1ceb95d4285">
              <a:alphaModFix amt="0"/>
            </a:blip>
            <a:stretch>
              <a:fillRect l="0" t="-23043" r="0" b="15254"/>
            </a:stretch>
          </a:blipFill>
        </p:spPr>
        <p:txBody>
          <a:bodyPr xmlns:a="http://schemas.openxmlformats.org/drawingml/2006/main"/>
          <a:lstStyle xmlns:a="http://schemas.openxmlformats.org/drawingml/2006/main"/>
          <a:p xmlns:a="http://schemas.openxmlformats.org/drawingml/2006/main"/>
        </p:txBody>
      </p:sp>
      <p:sp>
        <p:nvSpPr>
          <p:cNvPr id="110" name="TextBox 110">
            <a:extLst xmlns:a="http://schemas.openxmlformats.org/drawingml/2006/main">
              <a:ext uri="{FF2B5EF4-FFF2-40B4-BE49-F238E27FC236}">
                <a16:creationId xmlns:a16="http://schemas.microsoft.com/office/drawing/2014/main" id="{A4966F97-8ABD-4C1F-9EC8-4B097427ACE1}"/>
              </a:ext>
            </a:extLst>
          </p:cNvPr>
          <p:cNvSpPr>
            <a:spLocks xmlns:a="http://schemas.openxmlformats.org/drawingml/2006/main" noGrp="1"/>
          </p:cNvSpPr>
          <p:nvPr/>
        </p:nvSpPr>
        <p:spPr>
          <a:xfrm xmlns:a="http://schemas.openxmlformats.org/drawingml/2006/main">
            <a:off x="9401175" y="5000625"/>
            <a:ext cx="1857375" cy="6857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업무·의도·역할</a:t>
            </a:r>
          </a:p>
          <a:p xmlns:a="http://schemas.openxmlformats.org/drawingml/2006/main">
            <a:pPr algn="l">
              <a:lnSpc>
                <a:spcPts val="1888"/>
              </a:lnSpc>
              <a:buNone/>
            </a:pPr>
            <a:r>
              <a:rPr sz="1575">
                <a:solidFill>
                  <a:srgbClr val="9299A3"/>
                </a:solidFill>
                <a:latin typeface="Calibri (MS)"/>
                <a:ea typeface="Calibri (MS)"/>
                <a:cs typeface="Calibri (MS)"/>
              </a:rPr>
              <a:t>추가조건 확인</a:t>
            </a:r>
          </a:p>
        </p:txBody>
      </p:sp>
      <p:sp>
        <p:nvSpPr>
          <p:cNvPr id="112" name="Freeform 112">
            <a:extLst xmlns:a="http://schemas.openxmlformats.org/drawingml/2006/main">
              <a:ext uri="{FF2B5EF4-FFF2-40B4-BE49-F238E27FC236}">
                <a16:creationId xmlns:a16="http://schemas.microsoft.com/office/drawing/2014/main" id="{9AE9EA42-8B83-4BB0-BB85-7CBA6DB9C3B3}"/>
              </a:ext>
            </a:extLst>
          </p:cNvPr>
          <p:cNvSpPr>
            <a:spLocks xmlns:a="http://schemas.openxmlformats.org/drawingml/2006/main" noGrp="1"/>
          </p:cNvSpPr>
          <p:nvPr/>
        </p:nvSpPr>
        <p:spPr>
          <a:xfrm xmlns:a="http://schemas.openxmlformats.org/drawingml/2006/main">
            <a:off x="11501438" y="4157662"/>
            <a:ext cx="500062" cy="714375"/>
          </a:xfrm>
          <a:custGeom xmlns:a="http://schemas.openxmlformats.org/drawingml/2006/main">
            <a:rect l="l" t="t" r="r" b="b"/>
            <a:pathLst>
              <a:path w="666750" h="952500">
                <a:moveTo>
                  <a:pt x="0" y="0"/>
                </a:moveTo>
                <a:lnTo>
                  <a:pt x="666750" y="0"/>
                </a:lnTo>
                <a:lnTo>
                  <a:pt x="666750" y="952500"/>
                </a:lnTo>
                <a:lnTo>
                  <a:pt x="0" y="952500"/>
                </a:lnTo>
                <a:close/>
              </a:path>
            </a:pathLst>
          </a:custGeom>
          <a:blipFill xmlns:a="http://schemas.openxmlformats.org/drawingml/2006/main">
            <a:blip xmlns:r="http://schemas.openxmlformats.org/officeDocument/2006/relationships" r:embed="R7f4ffe08425e45ab">
              <a:alphaModFix amt="0"/>
            </a:blip>
            <a:stretch>
              <a:fillRect l="-133419" t="0" r="-133417" b="0"/>
            </a:stretch>
          </a:blipFill>
        </p:spPr>
        <p:txBody>
          <a:bodyPr xmlns:a="http://schemas.openxmlformats.org/drawingml/2006/main"/>
          <a:lstStyle xmlns:a="http://schemas.openxmlformats.org/drawingml/2006/main"/>
          <a:p xmlns:a="http://schemas.openxmlformats.org/drawingml/2006/main"/>
        </p:txBody>
      </p:sp>
      <p:sp>
        <p:nvSpPr>
          <p:cNvPr id="114" name="Freeform 114">
            <a:extLst xmlns:a="http://schemas.openxmlformats.org/drawingml/2006/main">
              <a:ext uri="{FF2B5EF4-FFF2-40B4-BE49-F238E27FC236}">
                <a16:creationId xmlns:a16="http://schemas.microsoft.com/office/drawing/2014/main" id="{A92FFDBE-FA42-4434-B418-74237DBD7145}"/>
              </a:ext>
            </a:extLst>
          </p:cNvPr>
          <p:cNvSpPr>
            <a:spLocks xmlns:a="http://schemas.openxmlformats.org/drawingml/2006/main" noGrp="1"/>
          </p:cNvSpPr>
          <p:nvPr/>
        </p:nvSpPr>
        <p:spPr>
          <a:xfrm xmlns:a="http://schemas.openxmlformats.org/drawingml/2006/main">
            <a:off x="11501438" y="4107656"/>
            <a:ext cx="500061" cy="764381"/>
          </a:xfrm>
          <a:custGeom xmlns:a="http://schemas.openxmlformats.org/drawingml/2006/main">
            <a:rect l="l" t="t" r="r" b="b"/>
            <a:pathLst>
              <a:path w="666749" h="1019175">
                <a:moveTo>
                  <a:pt x="0" y="0"/>
                </a:moveTo>
                <a:lnTo>
                  <a:pt x="666749" y="0"/>
                </a:lnTo>
                <a:lnTo>
                  <a:pt x="666749" y="1019175"/>
                </a:lnTo>
                <a:lnTo>
                  <a:pt x="0" y="1019175"/>
                </a:lnTo>
                <a:close/>
              </a:path>
            </a:pathLst>
          </a:custGeom>
          <a:blipFill xmlns:a="http://schemas.openxmlformats.org/drawingml/2006/main">
            <a:blip xmlns:r="http://schemas.openxmlformats.org/officeDocument/2006/relationships" r:embed="Rd115c1ceb95d4285">
              <a:alphaModFix amt="0"/>
            </a:blip>
            <a:stretch>
              <a:fillRect l="-146121" t="0" r="-146121" b="0"/>
            </a:stretch>
          </a:blipFill>
        </p:spPr>
        <p:txBody>
          <a:bodyPr xmlns:a="http://schemas.openxmlformats.org/drawingml/2006/main"/>
          <a:lstStyle xmlns:a="http://schemas.openxmlformats.org/drawingml/2006/main"/>
          <a:p xmlns:a="http://schemas.openxmlformats.org/drawingml/2006/main"/>
        </p:txBody>
      </p:sp>
      <p:sp>
        <p:nvSpPr>
          <p:cNvPr id="115" name="TextBox 115">
            <a:extLst xmlns:a="http://schemas.openxmlformats.org/drawingml/2006/main">
              <a:ext uri="{FF2B5EF4-FFF2-40B4-BE49-F238E27FC236}">
                <a16:creationId xmlns:a16="http://schemas.microsoft.com/office/drawing/2014/main" id="{822D20FD-C89E-486C-88A3-B45B6C28718B}"/>
              </a:ext>
            </a:extLst>
          </p:cNvPr>
          <p:cNvSpPr>
            <a:spLocks xmlns:a="http://schemas.openxmlformats.org/drawingml/2006/main" noGrp="1"/>
          </p:cNvSpPr>
          <p:nvPr/>
        </p:nvSpPr>
        <p:spPr>
          <a:xfrm xmlns:a="http://schemas.openxmlformats.org/drawingml/2006/main">
            <a:off x="11501438" y="4057650"/>
            <a:ext cx="500062" cy="81438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778"/>
              </a:lnSpc>
              <a:buNone/>
            </a:pPr>
            <a:r>
              <a:rPr sz="3150" b="1">
                <a:solidFill>
                  <a:srgbClr val="2E63B7"/>
                </a:solidFill>
                <a:latin typeface="Calibri (MS) Bold"/>
                <a:ea typeface="Calibri (MS) Bold"/>
                <a:cs typeface="Calibri (MS) Bold"/>
              </a:rPr>
              <a:t>→</a:t>
            </a:r>
          </a:p>
        </p:txBody>
      </p:sp>
      <p:sp>
        <p:nvSpPr>
          <p:cNvPr id="116" name="Freeform 116">
            <a:extLst xmlns:a="http://schemas.openxmlformats.org/drawingml/2006/main">
              <a:ext uri="{FF2B5EF4-FFF2-40B4-BE49-F238E27FC236}">
                <a16:creationId xmlns:a16="http://schemas.microsoft.com/office/drawing/2014/main" id="{EF0AB683-7841-4B0A-B727-C1B46C2D85EB}"/>
              </a:ext>
            </a:extLst>
          </p:cNvPr>
          <p:cNvSpPr>
            <a:spLocks xmlns:a="http://schemas.openxmlformats.org/drawingml/2006/main" noGrp="1"/>
          </p:cNvSpPr>
          <p:nvPr/>
        </p:nvSpPr>
        <p:spPr>
          <a:xfrm xmlns:a="http://schemas.openxmlformats.org/drawingml/2006/main">
            <a:off x="11984355" y="3411855"/>
            <a:ext cx="2391728" cy="2463165"/>
          </a:xfrm>
          <a:custGeom xmlns:a="http://schemas.openxmlformats.org/drawingml/2006/main">
            <a:rect l="l" t="t" r="r" b="b"/>
            <a:pathLst>
              <a:path w="2391728" h="2463165">
                <a:moveTo>
                  <a:pt x="0" y="0"/>
                </a:moveTo>
                <a:lnTo>
                  <a:pt x="2391728" y="0"/>
                </a:lnTo>
                <a:lnTo>
                  <a:pt x="2391728" y="2463165"/>
                </a:lnTo>
                <a:lnTo>
                  <a:pt x="0" y="2463165"/>
                </a:lnTo>
                <a:lnTo>
                  <a:pt x="0" y="0"/>
                </a:lnTo>
                <a:close/>
              </a:path>
            </a:pathLst>
          </a:custGeom>
          <a:blipFill xmlns:a="http://schemas.openxmlformats.org/drawingml/2006/main">
            <a:blip xmlns:r="http://schemas.openxmlformats.org/officeDocument/2006/relationships" r:embed="R12fa29944a644c24">
              <a:extLst>
                <a:ext uri="{96DAC541-7B7A-43D3-8B79-37D633B846F1}">
                  <asvg:svgBlip xmlns:asvg="http://schemas.microsoft.com/office/drawing/2016/SVG/main" r:embed="Rc6ad08aad8454ad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18" name="Freeform 118">
            <a:extLst xmlns:a="http://schemas.openxmlformats.org/drawingml/2006/main">
              <a:ext uri="{FF2B5EF4-FFF2-40B4-BE49-F238E27FC236}">
                <a16:creationId xmlns:a16="http://schemas.microsoft.com/office/drawing/2014/main" id="{8089A204-5D58-43CA-B60C-0AB65CEDE5C2}"/>
              </a:ext>
            </a:extLst>
          </p:cNvPr>
          <p:cNvSpPr>
            <a:spLocks xmlns:a="http://schemas.openxmlformats.org/drawingml/2006/main" noGrp="1"/>
          </p:cNvSpPr>
          <p:nvPr/>
        </p:nvSpPr>
        <p:spPr>
          <a:xfrm xmlns:a="http://schemas.openxmlformats.org/drawingml/2006/main">
            <a:off x="12258675" y="3686175"/>
            <a:ext cx="714375" cy="400050"/>
          </a:xfrm>
          <a:custGeom xmlns:a="http://schemas.openxmlformats.org/drawingml/2006/main">
            <a:rect l="l" t="t" r="r" b="b"/>
            <a:pathLst>
              <a:path w="952500" h="533400">
                <a:moveTo>
                  <a:pt x="0" y="0"/>
                </a:moveTo>
                <a:lnTo>
                  <a:pt x="952500" y="0"/>
                </a:lnTo>
                <a:lnTo>
                  <a:pt x="952500" y="533400"/>
                </a:lnTo>
                <a:lnTo>
                  <a:pt x="0" y="533400"/>
                </a:lnTo>
                <a:close/>
              </a:path>
            </a:pathLst>
          </a:custGeom>
          <a:blipFill xmlns:a="http://schemas.openxmlformats.org/drawingml/2006/main">
            <a:blip xmlns:r="http://schemas.openxmlformats.org/officeDocument/2006/relationships" r:embed="R7f4ffe08425e45ab">
              <a:alphaModFix amt="0"/>
            </a:blip>
            <a:stretch>
              <a:fillRect l="-21900" t="0" r="-21899" b="0"/>
            </a:stretch>
          </a:blipFill>
        </p:spPr>
        <p:txBody>
          <a:bodyPr xmlns:a="http://schemas.openxmlformats.org/drawingml/2006/main"/>
          <a:lstStyle xmlns:a="http://schemas.openxmlformats.org/drawingml/2006/main"/>
          <a:p xmlns:a="http://schemas.openxmlformats.org/drawingml/2006/main"/>
        </p:txBody>
      </p:sp>
      <p:sp>
        <p:nvSpPr>
          <p:cNvPr id="120" name="Freeform 120">
            <a:extLst xmlns:a="http://schemas.openxmlformats.org/drawingml/2006/main">
              <a:ext uri="{FF2B5EF4-FFF2-40B4-BE49-F238E27FC236}">
                <a16:creationId xmlns:a16="http://schemas.microsoft.com/office/drawing/2014/main" id="{E7818C7E-18B6-4EB8-B4B3-5EE7FB983434}"/>
              </a:ext>
            </a:extLst>
          </p:cNvPr>
          <p:cNvSpPr>
            <a:spLocks xmlns:a="http://schemas.openxmlformats.org/drawingml/2006/main" noGrp="1"/>
          </p:cNvSpPr>
          <p:nvPr/>
        </p:nvSpPr>
        <p:spPr>
          <a:xfrm xmlns:a="http://schemas.openxmlformats.org/drawingml/2006/main">
            <a:off x="12258675" y="3657600"/>
            <a:ext cx="714375" cy="428625"/>
          </a:xfrm>
          <a:custGeom xmlns:a="http://schemas.openxmlformats.org/drawingml/2006/main">
            <a:rect l="l" t="t" r="r" b="b"/>
            <a:pathLst>
              <a:path w="952500" h="571500">
                <a:moveTo>
                  <a:pt x="0" y="0"/>
                </a:moveTo>
                <a:lnTo>
                  <a:pt x="952500" y="0"/>
                </a:lnTo>
                <a:lnTo>
                  <a:pt x="952500" y="571500"/>
                </a:lnTo>
                <a:lnTo>
                  <a:pt x="0" y="571500"/>
                </a:lnTo>
                <a:close/>
              </a:path>
            </a:pathLst>
          </a:custGeom>
          <a:blipFill xmlns:a="http://schemas.openxmlformats.org/drawingml/2006/main">
            <a:blip xmlns:r="http://schemas.openxmlformats.org/officeDocument/2006/relationships" r:embed="Rd115c1ceb95d4285">
              <a:alphaModFix amt="0"/>
            </a:blip>
            <a:stretch>
              <a:fillRect l="-26982" t="0" r="-26982" b="0"/>
            </a:stretch>
          </a:blipFill>
        </p:spPr>
        <p:txBody>
          <a:bodyPr xmlns:a="http://schemas.openxmlformats.org/drawingml/2006/main"/>
          <a:lstStyle xmlns:a="http://schemas.openxmlformats.org/drawingml/2006/main"/>
          <a:p xmlns:a="http://schemas.openxmlformats.org/drawingml/2006/main"/>
        </p:txBody>
      </p:sp>
      <p:sp>
        <p:nvSpPr>
          <p:cNvPr id="121" name="TextBox 121">
            <a:extLst xmlns:a="http://schemas.openxmlformats.org/drawingml/2006/main">
              <a:ext uri="{FF2B5EF4-FFF2-40B4-BE49-F238E27FC236}">
                <a16:creationId xmlns:a16="http://schemas.microsoft.com/office/drawing/2014/main" id="{2D0D0C27-7DFB-4CFC-A128-C41C4D901EBD}"/>
              </a:ext>
            </a:extLst>
          </p:cNvPr>
          <p:cNvSpPr>
            <a:spLocks xmlns:a="http://schemas.openxmlformats.org/drawingml/2006/main" noGrp="1"/>
          </p:cNvSpPr>
          <p:nvPr/>
        </p:nvSpPr>
        <p:spPr>
          <a:xfrm xmlns:a="http://schemas.openxmlformats.org/drawingml/2006/main">
            <a:off x="12258675" y="3629025"/>
            <a:ext cx="714375"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05</a:t>
            </a:r>
          </a:p>
        </p:txBody>
      </p:sp>
      <p:sp>
        <p:nvSpPr>
          <p:cNvPr id="123" name="Freeform 123">
            <a:extLst xmlns:a="http://schemas.openxmlformats.org/drawingml/2006/main">
              <a:ext uri="{FF2B5EF4-FFF2-40B4-BE49-F238E27FC236}">
                <a16:creationId xmlns:a16="http://schemas.microsoft.com/office/drawing/2014/main" id="{ED04E2B6-DB18-4D03-AA04-2E8486889F8D}"/>
              </a:ext>
            </a:extLst>
          </p:cNvPr>
          <p:cNvSpPr>
            <a:spLocks xmlns:a="http://schemas.openxmlformats.org/drawingml/2006/main" noGrp="1"/>
          </p:cNvSpPr>
          <p:nvPr/>
        </p:nvSpPr>
        <p:spPr>
          <a:xfrm xmlns:a="http://schemas.openxmlformats.org/drawingml/2006/main">
            <a:off x="12258675" y="4214812"/>
            <a:ext cx="1857375" cy="600075"/>
          </a:xfrm>
          <a:custGeom xmlns:a="http://schemas.openxmlformats.org/drawingml/2006/main">
            <a:rect l="l" t="t" r="r" b="b"/>
            <a:pathLst>
              <a:path w="2476500" h="800100">
                <a:moveTo>
                  <a:pt x="0" y="0"/>
                </a:moveTo>
                <a:lnTo>
                  <a:pt x="2476500" y="0"/>
                </a:lnTo>
                <a:lnTo>
                  <a:pt x="2476500" y="800100"/>
                </a:lnTo>
                <a:lnTo>
                  <a:pt x="0" y="800100"/>
                </a:lnTo>
                <a:close/>
              </a:path>
            </a:pathLst>
          </a:custGeom>
          <a:blipFill xmlns:a="http://schemas.openxmlformats.org/drawingml/2006/main">
            <a:blip xmlns:r="http://schemas.openxmlformats.org/officeDocument/2006/relationships" r:embed="R7f4ffe08425e45ab">
              <a:alphaModFix amt="0"/>
            </a:blip>
            <a:stretch>
              <a:fillRect l="0" t="-10268" r="0" b="-10269"/>
            </a:stretch>
          </a:blipFill>
        </p:spPr>
        <p:txBody>
          <a:bodyPr xmlns:a="http://schemas.openxmlformats.org/drawingml/2006/main"/>
          <a:lstStyle xmlns:a="http://schemas.openxmlformats.org/drawingml/2006/main"/>
          <a:p xmlns:a="http://schemas.openxmlformats.org/drawingml/2006/main"/>
        </p:txBody>
      </p:sp>
      <p:sp>
        <p:nvSpPr>
          <p:cNvPr id="125" name="Freeform 125">
            <a:extLst xmlns:a="http://schemas.openxmlformats.org/drawingml/2006/main">
              <a:ext uri="{FF2B5EF4-FFF2-40B4-BE49-F238E27FC236}">
                <a16:creationId xmlns:a16="http://schemas.microsoft.com/office/drawing/2014/main" id="{7E505328-8865-43E1-A513-FDF8E4FE382C}"/>
              </a:ext>
            </a:extLst>
          </p:cNvPr>
          <p:cNvSpPr>
            <a:spLocks xmlns:a="http://schemas.openxmlformats.org/drawingml/2006/main" noGrp="1"/>
          </p:cNvSpPr>
          <p:nvPr/>
        </p:nvSpPr>
        <p:spPr>
          <a:xfrm xmlns:a="http://schemas.openxmlformats.org/drawingml/2006/main">
            <a:off x="12258675" y="4186238"/>
            <a:ext cx="1857375" cy="628650"/>
          </a:xfrm>
          <a:custGeom xmlns:a="http://schemas.openxmlformats.org/drawingml/2006/main">
            <a:rect l="l" t="t" r="r" b="b"/>
            <a:pathLst>
              <a:path w="2476500" h="838200">
                <a:moveTo>
                  <a:pt x="0" y="0"/>
                </a:moveTo>
                <a:lnTo>
                  <a:pt x="2476500" y="0"/>
                </a:lnTo>
                <a:lnTo>
                  <a:pt x="2476500" y="838200"/>
                </a:lnTo>
                <a:lnTo>
                  <a:pt x="0" y="838200"/>
                </a:lnTo>
                <a:close/>
              </a:path>
            </a:pathLst>
          </a:custGeom>
          <a:blipFill xmlns:a="http://schemas.openxmlformats.org/drawingml/2006/main">
            <a:blip xmlns:r="http://schemas.openxmlformats.org/officeDocument/2006/relationships" r:embed="Rd115c1ceb95d4285">
              <a:alphaModFix amt="0"/>
            </a:blip>
            <a:stretch>
              <a:fillRect l="0" t="-7569" r="0" b="-7569"/>
            </a:stretch>
          </a:blipFill>
        </p:spPr>
        <p:txBody>
          <a:bodyPr xmlns:a="http://schemas.openxmlformats.org/drawingml/2006/main"/>
          <a:lstStyle xmlns:a="http://schemas.openxmlformats.org/drawingml/2006/main"/>
          <a:p xmlns:a="http://schemas.openxmlformats.org/drawingml/2006/main"/>
        </p:txBody>
      </p:sp>
      <p:sp>
        <p:nvSpPr>
          <p:cNvPr id="126" name="TextBox 126">
            <a:extLst xmlns:a="http://schemas.openxmlformats.org/drawingml/2006/main">
              <a:ext uri="{FF2B5EF4-FFF2-40B4-BE49-F238E27FC236}">
                <a16:creationId xmlns:a16="http://schemas.microsoft.com/office/drawing/2014/main" id="{6E9204A2-251C-4138-9E43-C0E55F52EC8C}"/>
              </a:ext>
            </a:extLst>
          </p:cNvPr>
          <p:cNvSpPr>
            <a:spLocks xmlns:a="http://schemas.openxmlformats.org/drawingml/2006/main" noGrp="1"/>
          </p:cNvSpPr>
          <p:nvPr/>
        </p:nvSpPr>
        <p:spPr>
          <a:xfrm xmlns:a="http://schemas.openxmlformats.org/drawingml/2006/main">
            <a:off x="12258675" y="4157663"/>
            <a:ext cx="1857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430"/>
              </a:lnSpc>
              <a:buNone/>
            </a:pPr>
            <a:r>
              <a:rPr sz="2025" b="1">
                <a:solidFill>
                  <a:srgbClr val="202020"/>
                </a:solidFill>
                <a:latin typeface="Calibri (MS) Bold"/>
                <a:ea typeface="Calibri (MS) Bold"/>
                <a:cs typeface="Calibri (MS) Bold"/>
              </a:rPr>
              <a:t>검색·생성</a:t>
            </a:r>
          </a:p>
        </p:txBody>
      </p:sp>
      <p:sp>
        <p:nvSpPr>
          <p:cNvPr id="128" name="Freeform 128">
            <a:extLst xmlns:a="http://schemas.openxmlformats.org/drawingml/2006/main">
              <a:ext uri="{FF2B5EF4-FFF2-40B4-BE49-F238E27FC236}">
                <a16:creationId xmlns:a16="http://schemas.microsoft.com/office/drawing/2014/main" id="{77270ADA-228A-4450-98F8-3F2D1C42FF19}"/>
              </a:ext>
            </a:extLst>
          </p:cNvPr>
          <p:cNvSpPr>
            <a:spLocks xmlns:a="http://schemas.openxmlformats.org/drawingml/2006/main" noGrp="1"/>
          </p:cNvSpPr>
          <p:nvPr/>
        </p:nvSpPr>
        <p:spPr>
          <a:xfrm xmlns:a="http://schemas.openxmlformats.org/drawingml/2006/main">
            <a:off x="12258675" y="5029200"/>
            <a:ext cx="1857375" cy="400050"/>
          </a:xfrm>
          <a:custGeom xmlns:a="http://schemas.openxmlformats.org/drawingml/2006/main">
            <a:rect l="l" t="t" r="r" b="b"/>
            <a:pathLst>
              <a:path w="2476500" h="533400">
                <a:moveTo>
                  <a:pt x="0" y="0"/>
                </a:moveTo>
                <a:lnTo>
                  <a:pt x="2476500" y="0"/>
                </a:lnTo>
                <a:lnTo>
                  <a:pt x="2476500" y="533400"/>
                </a:lnTo>
                <a:lnTo>
                  <a:pt x="0" y="533400"/>
                </a:lnTo>
                <a:close/>
              </a:path>
            </a:pathLst>
          </a:custGeom>
          <a:blipFill xmlns:a="http://schemas.openxmlformats.org/drawingml/2006/main">
            <a:blip xmlns:r="http://schemas.openxmlformats.org/officeDocument/2006/relationships" r:embed="R7f4ffe08425e45ab">
              <a:alphaModFix amt="0"/>
            </a:blip>
            <a:stretch>
              <a:fillRect l="0" t="-40402" r="0" b="-40404"/>
            </a:stretch>
          </a:blipFill>
        </p:spPr>
        <p:txBody>
          <a:bodyPr xmlns:a="http://schemas.openxmlformats.org/drawingml/2006/main"/>
          <a:lstStyle xmlns:a="http://schemas.openxmlformats.org/drawingml/2006/main"/>
          <a:p xmlns:a="http://schemas.openxmlformats.org/drawingml/2006/main"/>
        </p:txBody>
      </p:sp>
      <p:sp>
        <p:nvSpPr>
          <p:cNvPr id="130" name="Freeform 130">
            <a:extLst xmlns:a="http://schemas.openxmlformats.org/drawingml/2006/main">
              <a:ext uri="{FF2B5EF4-FFF2-40B4-BE49-F238E27FC236}">
                <a16:creationId xmlns:a16="http://schemas.microsoft.com/office/drawing/2014/main" id="{07A17C6E-F36B-40F9-9BB0-90162061A02E}"/>
              </a:ext>
            </a:extLst>
          </p:cNvPr>
          <p:cNvSpPr>
            <a:spLocks xmlns:a="http://schemas.openxmlformats.org/drawingml/2006/main" noGrp="1"/>
          </p:cNvSpPr>
          <p:nvPr/>
        </p:nvSpPr>
        <p:spPr>
          <a:xfrm xmlns:a="http://schemas.openxmlformats.org/drawingml/2006/main">
            <a:off x="12258675" y="5014912"/>
            <a:ext cx="1857375" cy="699649"/>
          </a:xfrm>
          <a:custGeom xmlns:a="http://schemas.openxmlformats.org/drawingml/2006/main">
            <a:rect l="l" t="t" r="r" b="b"/>
            <a:pathLst>
              <a:path w="2476500" h="932866">
                <a:moveTo>
                  <a:pt x="0" y="0"/>
                </a:moveTo>
                <a:lnTo>
                  <a:pt x="2476500" y="0"/>
                </a:lnTo>
                <a:lnTo>
                  <a:pt x="2476500" y="932866"/>
                </a:lnTo>
                <a:lnTo>
                  <a:pt x="0" y="932866"/>
                </a:lnTo>
                <a:close/>
              </a:path>
            </a:pathLst>
          </a:custGeom>
          <a:blipFill xmlns:a="http://schemas.openxmlformats.org/drawingml/2006/main">
            <a:blip xmlns:r="http://schemas.openxmlformats.org/officeDocument/2006/relationships" r:embed="Rd115c1ceb95d4285">
              <a:alphaModFix amt="0"/>
            </a:blip>
            <a:stretch>
              <a:fillRect l="0" t="-22117" r="0" b="18662"/>
            </a:stretch>
          </a:blipFill>
        </p:spPr>
        <p:txBody>
          <a:bodyPr xmlns:a="http://schemas.openxmlformats.org/drawingml/2006/main"/>
          <a:lstStyle xmlns:a="http://schemas.openxmlformats.org/drawingml/2006/main"/>
          <a:p xmlns:a="http://schemas.openxmlformats.org/drawingml/2006/main"/>
        </p:txBody>
      </p:sp>
      <p:sp>
        <p:nvSpPr>
          <p:cNvPr id="131" name="TextBox 131">
            <a:extLst xmlns:a="http://schemas.openxmlformats.org/drawingml/2006/main">
              <a:ext uri="{FF2B5EF4-FFF2-40B4-BE49-F238E27FC236}">
                <a16:creationId xmlns:a16="http://schemas.microsoft.com/office/drawing/2014/main" id="{71DF3323-C153-42C1-A8DE-52673683A115}"/>
              </a:ext>
            </a:extLst>
          </p:cNvPr>
          <p:cNvSpPr>
            <a:spLocks xmlns:a="http://schemas.openxmlformats.org/drawingml/2006/main" noGrp="1"/>
          </p:cNvSpPr>
          <p:nvPr/>
        </p:nvSpPr>
        <p:spPr>
          <a:xfrm xmlns:a="http://schemas.openxmlformats.org/drawingml/2006/main">
            <a:off x="12258675" y="5000625"/>
            <a:ext cx="1857375" cy="7139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업무 필터 검색</a:t>
            </a:r>
          </a:p>
          <a:p xmlns:a="http://schemas.openxmlformats.org/drawingml/2006/main">
            <a:pPr algn="l">
              <a:lnSpc>
                <a:spcPts val="1888"/>
              </a:lnSpc>
              <a:buNone/>
            </a:pPr>
            <a:r>
              <a:rPr sz="1575">
                <a:solidFill>
                  <a:srgbClr val="9299A3"/>
                </a:solidFill>
                <a:latin typeface="Calibri (MS)"/>
                <a:ea typeface="Calibri (MS)"/>
                <a:cs typeface="Calibri (MS)"/>
              </a:rPr>
              <a:t>LLM 근거 답변</a:t>
            </a:r>
          </a:p>
        </p:txBody>
      </p:sp>
      <p:sp>
        <p:nvSpPr>
          <p:cNvPr id="133" name="Freeform 133">
            <a:extLst xmlns:a="http://schemas.openxmlformats.org/drawingml/2006/main">
              <a:ext uri="{FF2B5EF4-FFF2-40B4-BE49-F238E27FC236}">
                <a16:creationId xmlns:a16="http://schemas.microsoft.com/office/drawing/2014/main" id="{FFB75022-18BA-4338-ABC6-7E5B909EBDA1}"/>
              </a:ext>
            </a:extLst>
          </p:cNvPr>
          <p:cNvSpPr>
            <a:spLocks xmlns:a="http://schemas.openxmlformats.org/drawingml/2006/main" noGrp="1"/>
          </p:cNvSpPr>
          <p:nvPr/>
        </p:nvSpPr>
        <p:spPr>
          <a:xfrm xmlns:a="http://schemas.openxmlformats.org/drawingml/2006/main">
            <a:off x="14358938" y="4157662"/>
            <a:ext cx="500062" cy="714375"/>
          </a:xfrm>
          <a:custGeom xmlns:a="http://schemas.openxmlformats.org/drawingml/2006/main">
            <a:rect l="l" t="t" r="r" b="b"/>
            <a:pathLst>
              <a:path w="666750" h="952500">
                <a:moveTo>
                  <a:pt x="0" y="0"/>
                </a:moveTo>
                <a:lnTo>
                  <a:pt x="666750" y="0"/>
                </a:lnTo>
                <a:lnTo>
                  <a:pt x="666750" y="952500"/>
                </a:lnTo>
                <a:lnTo>
                  <a:pt x="0" y="952500"/>
                </a:lnTo>
                <a:close/>
              </a:path>
            </a:pathLst>
          </a:custGeom>
          <a:blipFill xmlns:a="http://schemas.openxmlformats.org/drawingml/2006/main">
            <a:blip xmlns:r="http://schemas.openxmlformats.org/officeDocument/2006/relationships" r:embed="R7f4ffe08425e45ab">
              <a:alphaModFix amt="0"/>
            </a:blip>
            <a:stretch>
              <a:fillRect l="-133419" t="0" r="-133417" b="0"/>
            </a:stretch>
          </a:blipFill>
        </p:spPr>
        <p:txBody>
          <a:bodyPr xmlns:a="http://schemas.openxmlformats.org/drawingml/2006/main"/>
          <a:lstStyle xmlns:a="http://schemas.openxmlformats.org/drawingml/2006/main"/>
          <a:p xmlns:a="http://schemas.openxmlformats.org/drawingml/2006/main"/>
        </p:txBody>
      </p:sp>
      <p:sp>
        <p:nvSpPr>
          <p:cNvPr id="135" name="Freeform 135">
            <a:extLst xmlns:a="http://schemas.openxmlformats.org/drawingml/2006/main">
              <a:ext uri="{FF2B5EF4-FFF2-40B4-BE49-F238E27FC236}">
                <a16:creationId xmlns:a16="http://schemas.microsoft.com/office/drawing/2014/main" id="{D82EE52A-728E-4527-8F01-185766521EFF}"/>
              </a:ext>
            </a:extLst>
          </p:cNvPr>
          <p:cNvSpPr>
            <a:spLocks xmlns:a="http://schemas.openxmlformats.org/drawingml/2006/main" noGrp="1"/>
          </p:cNvSpPr>
          <p:nvPr/>
        </p:nvSpPr>
        <p:spPr>
          <a:xfrm xmlns:a="http://schemas.openxmlformats.org/drawingml/2006/main">
            <a:off x="14358938" y="4107656"/>
            <a:ext cx="500061" cy="764381"/>
          </a:xfrm>
          <a:custGeom xmlns:a="http://schemas.openxmlformats.org/drawingml/2006/main">
            <a:rect l="l" t="t" r="r" b="b"/>
            <a:pathLst>
              <a:path w="666749" h="1019175">
                <a:moveTo>
                  <a:pt x="0" y="0"/>
                </a:moveTo>
                <a:lnTo>
                  <a:pt x="666749" y="0"/>
                </a:lnTo>
                <a:lnTo>
                  <a:pt x="666749" y="1019175"/>
                </a:lnTo>
                <a:lnTo>
                  <a:pt x="0" y="1019175"/>
                </a:lnTo>
                <a:close/>
              </a:path>
            </a:pathLst>
          </a:custGeom>
          <a:blipFill xmlns:a="http://schemas.openxmlformats.org/drawingml/2006/main">
            <a:blip xmlns:r="http://schemas.openxmlformats.org/officeDocument/2006/relationships" r:embed="Rd115c1ceb95d4285">
              <a:alphaModFix amt="0"/>
            </a:blip>
            <a:stretch>
              <a:fillRect l="-146121" t="0" r="-146121" b="0"/>
            </a:stretch>
          </a:blipFill>
        </p:spPr>
        <p:txBody>
          <a:bodyPr xmlns:a="http://schemas.openxmlformats.org/drawingml/2006/main"/>
          <a:lstStyle xmlns:a="http://schemas.openxmlformats.org/drawingml/2006/main"/>
          <a:p xmlns:a="http://schemas.openxmlformats.org/drawingml/2006/main"/>
        </p:txBody>
      </p:sp>
      <p:sp>
        <p:nvSpPr>
          <p:cNvPr id="136" name="TextBox 136">
            <a:extLst xmlns:a="http://schemas.openxmlformats.org/drawingml/2006/main">
              <a:ext uri="{FF2B5EF4-FFF2-40B4-BE49-F238E27FC236}">
                <a16:creationId xmlns:a16="http://schemas.microsoft.com/office/drawing/2014/main" id="{0ABC295F-2CC7-436C-8DF2-C16F67C8EB9A}"/>
              </a:ext>
            </a:extLst>
          </p:cNvPr>
          <p:cNvSpPr>
            <a:spLocks xmlns:a="http://schemas.openxmlformats.org/drawingml/2006/main" noGrp="1"/>
          </p:cNvSpPr>
          <p:nvPr/>
        </p:nvSpPr>
        <p:spPr>
          <a:xfrm xmlns:a="http://schemas.openxmlformats.org/drawingml/2006/main">
            <a:off x="14358938" y="4057650"/>
            <a:ext cx="500062" cy="81438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778"/>
              </a:lnSpc>
              <a:buNone/>
            </a:pPr>
            <a:r>
              <a:rPr sz="3150" b="1">
                <a:solidFill>
                  <a:srgbClr val="2E63B7"/>
                </a:solidFill>
                <a:latin typeface="Calibri (MS) Bold"/>
                <a:ea typeface="Calibri (MS) Bold"/>
                <a:cs typeface="Calibri (MS) Bold"/>
              </a:rPr>
              <a:t>→</a:t>
            </a:r>
          </a:p>
        </p:txBody>
      </p:sp>
      <p:sp>
        <p:nvSpPr>
          <p:cNvPr id="137" name="Freeform 137">
            <a:extLst xmlns:a="http://schemas.openxmlformats.org/drawingml/2006/main">
              <a:ext uri="{FF2B5EF4-FFF2-40B4-BE49-F238E27FC236}">
                <a16:creationId xmlns:a16="http://schemas.microsoft.com/office/drawing/2014/main" id="{CFE71D62-0A4B-4A1E-9F98-19DBA7A487D5}"/>
              </a:ext>
            </a:extLst>
          </p:cNvPr>
          <p:cNvSpPr>
            <a:spLocks xmlns:a="http://schemas.openxmlformats.org/drawingml/2006/main" noGrp="1"/>
          </p:cNvSpPr>
          <p:nvPr/>
        </p:nvSpPr>
        <p:spPr>
          <a:xfrm xmlns:a="http://schemas.openxmlformats.org/drawingml/2006/main">
            <a:off x="14841855" y="3411855"/>
            <a:ext cx="2391728" cy="2463165"/>
          </a:xfrm>
          <a:custGeom xmlns:a="http://schemas.openxmlformats.org/drawingml/2006/main">
            <a:rect l="l" t="t" r="r" b="b"/>
            <a:pathLst>
              <a:path w="2391728" h="2463165">
                <a:moveTo>
                  <a:pt x="0" y="0"/>
                </a:moveTo>
                <a:lnTo>
                  <a:pt x="2391727" y="0"/>
                </a:lnTo>
                <a:lnTo>
                  <a:pt x="2391727" y="2463165"/>
                </a:lnTo>
                <a:lnTo>
                  <a:pt x="0" y="2463165"/>
                </a:lnTo>
                <a:lnTo>
                  <a:pt x="0" y="0"/>
                </a:lnTo>
                <a:close/>
              </a:path>
            </a:pathLst>
          </a:custGeom>
          <a:blipFill xmlns:a="http://schemas.openxmlformats.org/drawingml/2006/main">
            <a:blip xmlns:r="http://schemas.openxmlformats.org/officeDocument/2006/relationships" r:embed="R12fa29944a644c24">
              <a:extLst>
                <a:ext uri="{96DAC541-7B7A-43D3-8B79-37D633B846F1}">
                  <asvg:svgBlip xmlns:asvg="http://schemas.microsoft.com/office/drawing/2016/SVG/main" r:embed="Rc6ad08aad8454ad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39" name="Freeform 139">
            <a:extLst xmlns:a="http://schemas.openxmlformats.org/drawingml/2006/main">
              <a:ext uri="{FF2B5EF4-FFF2-40B4-BE49-F238E27FC236}">
                <a16:creationId xmlns:a16="http://schemas.microsoft.com/office/drawing/2014/main" id="{C0EEE3C7-4A54-4908-9185-B92970D4D47F}"/>
              </a:ext>
            </a:extLst>
          </p:cNvPr>
          <p:cNvSpPr>
            <a:spLocks xmlns:a="http://schemas.openxmlformats.org/drawingml/2006/main" noGrp="1"/>
          </p:cNvSpPr>
          <p:nvPr/>
        </p:nvSpPr>
        <p:spPr>
          <a:xfrm xmlns:a="http://schemas.openxmlformats.org/drawingml/2006/main">
            <a:off x="15116175" y="3686175"/>
            <a:ext cx="714375" cy="400050"/>
          </a:xfrm>
          <a:custGeom xmlns:a="http://schemas.openxmlformats.org/drawingml/2006/main">
            <a:rect l="l" t="t" r="r" b="b"/>
            <a:pathLst>
              <a:path w="952500" h="533400">
                <a:moveTo>
                  <a:pt x="0" y="0"/>
                </a:moveTo>
                <a:lnTo>
                  <a:pt x="952500" y="0"/>
                </a:lnTo>
                <a:lnTo>
                  <a:pt x="952500" y="533400"/>
                </a:lnTo>
                <a:lnTo>
                  <a:pt x="0" y="533400"/>
                </a:lnTo>
                <a:close/>
              </a:path>
            </a:pathLst>
          </a:custGeom>
          <a:blipFill xmlns:a="http://schemas.openxmlformats.org/drawingml/2006/main">
            <a:blip xmlns:r="http://schemas.openxmlformats.org/officeDocument/2006/relationships" r:embed="R7f4ffe08425e45ab">
              <a:alphaModFix amt="0"/>
            </a:blip>
            <a:stretch>
              <a:fillRect l="-21900" t="0" r="-21899" b="0"/>
            </a:stretch>
          </a:blipFill>
        </p:spPr>
        <p:txBody>
          <a:bodyPr xmlns:a="http://schemas.openxmlformats.org/drawingml/2006/main"/>
          <a:lstStyle xmlns:a="http://schemas.openxmlformats.org/drawingml/2006/main"/>
          <a:p xmlns:a="http://schemas.openxmlformats.org/drawingml/2006/main"/>
        </p:txBody>
      </p:sp>
      <p:sp>
        <p:nvSpPr>
          <p:cNvPr id="141" name="Freeform 141">
            <a:extLst xmlns:a="http://schemas.openxmlformats.org/drawingml/2006/main">
              <a:ext uri="{FF2B5EF4-FFF2-40B4-BE49-F238E27FC236}">
                <a16:creationId xmlns:a16="http://schemas.microsoft.com/office/drawing/2014/main" id="{6DA15694-C5A8-4BBF-AAD1-64358E4DFC3F}"/>
              </a:ext>
            </a:extLst>
          </p:cNvPr>
          <p:cNvSpPr>
            <a:spLocks xmlns:a="http://schemas.openxmlformats.org/drawingml/2006/main" noGrp="1"/>
          </p:cNvSpPr>
          <p:nvPr/>
        </p:nvSpPr>
        <p:spPr>
          <a:xfrm xmlns:a="http://schemas.openxmlformats.org/drawingml/2006/main">
            <a:off x="15116175" y="3657600"/>
            <a:ext cx="714375" cy="428625"/>
          </a:xfrm>
          <a:custGeom xmlns:a="http://schemas.openxmlformats.org/drawingml/2006/main">
            <a:rect l="l" t="t" r="r" b="b"/>
            <a:pathLst>
              <a:path w="952500" h="571500">
                <a:moveTo>
                  <a:pt x="0" y="0"/>
                </a:moveTo>
                <a:lnTo>
                  <a:pt x="952500" y="0"/>
                </a:lnTo>
                <a:lnTo>
                  <a:pt x="952500" y="571500"/>
                </a:lnTo>
                <a:lnTo>
                  <a:pt x="0" y="571500"/>
                </a:lnTo>
                <a:close/>
              </a:path>
            </a:pathLst>
          </a:custGeom>
          <a:blipFill xmlns:a="http://schemas.openxmlformats.org/drawingml/2006/main">
            <a:blip xmlns:r="http://schemas.openxmlformats.org/officeDocument/2006/relationships" r:embed="Rd115c1ceb95d4285">
              <a:alphaModFix amt="0"/>
            </a:blip>
            <a:stretch>
              <a:fillRect l="-26982" t="0" r="-26982" b="0"/>
            </a:stretch>
          </a:blipFill>
        </p:spPr>
        <p:txBody>
          <a:bodyPr xmlns:a="http://schemas.openxmlformats.org/drawingml/2006/main"/>
          <a:lstStyle xmlns:a="http://schemas.openxmlformats.org/drawingml/2006/main"/>
          <a:p xmlns:a="http://schemas.openxmlformats.org/drawingml/2006/main"/>
        </p:txBody>
      </p:sp>
      <p:sp>
        <p:nvSpPr>
          <p:cNvPr id="142" name="TextBox 142">
            <a:extLst xmlns:a="http://schemas.openxmlformats.org/drawingml/2006/main">
              <a:ext uri="{FF2B5EF4-FFF2-40B4-BE49-F238E27FC236}">
                <a16:creationId xmlns:a16="http://schemas.microsoft.com/office/drawing/2014/main" id="{9A772240-AFBA-4DC7-A929-68BF05C03D41}"/>
              </a:ext>
            </a:extLst>
          </p:cNvPr>
          <p:cNvSpPr>
            <a:spLocks xmlns:a="http://schemas.openxmlformats.org/drawingml/2006/main" noGrp="1"/>
          </p:cNvSpPr>
          <p:nvPr/>
        </p:nvSpPr>
        <p:spPr>
          <a:xfrm xmlns:a="http://schemas.openxmlformats.org/drawingml/2006/main">
            <a:off x="15116175" y="3629025"/>
            <a:ext cx="714375"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06</a:t>
            </a:r>
          </a:p>
        </p:txBody>
      </p:sp>
      <p:sp>
        <p:nvSpPr>
          <p:cNvPr id="144" name="Freeform 144">
            <a:extLst xmlns:a="http://schemas.openxmlformats.org/drawingml/2006/main">
              <a:ext uri="{FF2B5EF4-FFF2-40B4-BE49-F238E27FC236}">
                <a16:creationId xmlns:a16="http://schemas.microsoft.com/office/drawing/2014/main" id="{048A8666-59E5-40EC-9479-5E8147F64F3E}"/>
              </a:ext>
            </a:extLst>
          </p:cNvPr>
          <p:cNvSpPr>
            <a:spLocks xmlns:a="http://schemas.openxmlformats.org/drawingml/2006/main" noGrp="1"/>
          </p:cNvSpPr>
          <p:nvPr/>
        </p:nvSpPr>
        <p:spPr>
          <a:xfrm xmlns:a="http://schemas.openxmlformats.org/drawingml/2006/main">
            <a:off x="15116175" y="4214812"/>
            <a:ext cx="1857375" cy="600075"/>
          </a:xfrm>
          <a:custGeom xmlns:a="http://schemas.openxmlformats.org/drawingml/2006/main">
            <a:rect l="l" t="t" r="r" b="b"/>
            <a:pathLst>
              <a:path w="2476500" h="800100">
                <a:moveTo>
                  <a:pt x="0" y="0"/>
                </a:moveTo>
                <a:lnTo>
                  <a:pt x="2476500" y="0"/>
                </a:lnTo>
                <a:lnTo>
                  <a:pt x="2476500" y="800100"/>
                </a:lnTo>
                <a:lnTo>
                  <a:pt x="0" y="800100"/>
                </a:lnTo>
                <a:close/>
              </a:path>
            </a:pathLst>
          </a:custGeom>
          <a:blipFill xmlns:a="http://schemas.openxmlformats.org/drawingml/2006/main">
            <a:blip xmlns:r="http://schemas.openxmlformats.org/officeDocument/2006/relationships" r:embed="R7f4ffe08425e45ab">
              <a:alphaModFix amt="0"/>
            </a:blip>
            <a:stretch>
              <a:fillRect l="0" t="-10268" r="0" b="-10269"/>
            </a:stretch>
          </a:blipFill>
        </p:spPr>
        <p:txBody>
          <a:bodyPr xmlns:a="http://schemas.openxmlformats.org/drawingml/2006/main"/>
          <a:lstStyle xmlns:a="http://schemas.openxmlformats.org/drawingml/2006/main"/>
          <a:p xmlns:a="http://schemas.openxmlformats.org/drawingml/2006/main"/>
        </p:txBody>
      </p:sp>
      <p:sp>
        <p:nvSpPr>
          <p:cNvPr id="146" name="Freeform 146">
            <a:extLst xmlns:a="http://schemas.openxmlformats.org/drawingml/2006/main">
              <a:ext uri="{FF2B5EF4-FFF2-40B4-BE49-F238E27FC236}">
                <a16:creationId xmlns:a16="http://schemas.microsoft.com/office/drawing/2014/main" id="{4F65A772-D01E-4A0C-9729-4A0364E1DBEE}"/>
              </a:ext>
            </a:extLst>
          </p:cNvPr>
          <p:cNvSpPr>
            <a:spLocks xmlns:a="http://schemas.openxmlformats.org/drawingml/2006/main" noGrp="1"/>
          </p:cNvSpPr>
          <p:nvPr/>
        </p:nvSpPr>
        <p:spPr>
          <a:xfrm xmlns:a="http://schemas.openxmlformats.org/drawingml/2006/main">
            <a:off x="15116175" y="4186238"/>
            <a:ext cx="1857375" cy="628650"/>
          </a:xfrm>
          <a:custGeom xmlns:a="http://schemas.openxmlformats.org/drawingml/2006/main">
            <a:rect l="l" t="t" r="r" b="b"/>
            <a:pathLst>
              <a:path w="2476500" h="838200">
                <a:moveTo>
                  <a:pt x="0" y="0"/>
                </a:moveTo>
                <a:lnTo>
                  <a:pt x="2476500" y="0"/>
                </a:lnTo>
                <a:lnTo>
                  <a:pt x="2476500" y="838200"/>
                </a:lnTo>
                <a:lnTo>
                  <a:pt x="0" y="838200"/>
                </a:lnTo>
                <a:close/>
              </a:path>
            </a:pathLst>
          </a:custGeom>
          <a:blipFill xmlns:a="http://schemas.openxmlformats.org/drawingml/2006/main">
            <a:blip xmlns:r="http://schemas.openxmlformats.org/officeDocument/2006/relationships" r:embed="Rd115c1ceb95d4285">
              <a:alphaModFix amt="0"/>
            </a:blip>
            <a:stretch>
              <a:fillRect l="0" t="-7569" r="0" b="-7569"/>
            </a:stretch>
          </a:blipFill>
        </p:spPr>
        <p:txBody>
          <a:bodyPr xmlns:a="http://schemas.openxmlformats.org/drawingml/2006/main"/>
          <a:lstStyle xmlns:a="http://schemas.openxmlformats.org/drawingml/2006/main"/>
          <a:p xmlns:a="http://schemas.openxmlformats.org/drawingml/2006/main"/>
        </p:txBody>
      </p:sp>
      <p:sp>
        <p:nvSpPr>
          <p:cNvPr id="147" name="TextBox 147">
            <a:extLst xmlns:a="http://schemas.openxmlformats.org/drawingml/2006/main">
              <a:ext uri="{FF2B5EF4-FFF2-40B4-BE49-F238E27FC236}">
                <a16:creationId xmlns:a16="http://schemas.microsoft.com/office/drawing/2014/main" id="{19BDC9FC-D0E2-4C2A-96BB-411BC4ED035D}"/>
              </a:ext>
            </a:extLst>
          </p:cNvPr>
          <p:cNvSpPr>
            <a:spLocks xmlns:a="http://schemas.openxmlformats.org/drawingml/2006/main" noGrp="1"/>
          </p:cNvSpPr>
          <p:nvPr/>
        </p:nvSpPr>
        <p:spPr>
          <a:xfrm xmlns:a="http://schemas.openxmlformats.org/drawingml/2006/main">
            <a:off x="15116175" y="4157663"/>
            <a:ext cx="1857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430"/>
              </a:lnSpc>
              <a:buNone/>
            </a:pPr>
            <a:r>
              <a:rPr sz="2025" b="1">
                <a:solidFill>
                  <a:srgbClr val="202020"/>
                </a:solidFill>
                <a:latin typeface="Calibri (MS) Bold"/>
                <a:ea typeface="Calibri (MS) Bold"/>
                <a:cs typeface="Calibri (MS) Bold"/>
              </a:rPr>
              <a:t>답변·평가</a:t>
            </a:r>
          </a:p>
        </p:txBody>
      </p:sp>
      <p:sp>
        <p:nvSpPr>
          <p:cNvPr id="149" name="Freeform 149">
            <a:extLst xmlns:a="http://schemas.openxmlformats.org/drawingml/2006/main">
              <a:ext uri="{FF2B5EF4-FFF2-40B4-BE49-F238E27FC236}">
                <a16:creationId xmlns:a16="http://schemas.microsoft.com/office/drawing/2014/main" id="{22E46BAD-66E5-48C5-A3BC-33684CBA1AF2}"/>
              </a:ext>
            </a:extLst>
          </p:cNvPr>
          <p:cNvSpPr>
            <a:spLocks xmlns:a="http://schemas.openxmlformats.org/drawingml/2006/main" noGrp="1"/>
          </p:cNvSpPr>
          <p:nvPr/>
        </p:nvSpPr>
        <p:spPr>
          <a:xfrm xmlns:a="http://schemas.openxmlformats.org/drawingml/2006/main">
            <a:off x="15116175" y="5029200"/>
            <a:ext cx="1857375" cy="400050"/>
          </a:xfrm>
          <a:custGeom xmlns:a="http://schemas.openxmlformats.org/drawingml/2006/main">
            <a:rect l="l" t="t" r="r" b="b"/>
            <a:pathLst>
              <a:path w="2476500" h="533400">
                <a:moveTo>
                  <a:pt x="0" y="0"/>
                </a:moveTo>
                <a:lnTo>
                  <a:pt x="2476500" y="0"/>
                </a:lnTo>
                <a:lnTo>
                  <a:pt x="2476500" y="533400"/>
                </a:lnTo>
                <a:lnTo>
                  <a:pt x="0" y="533400"/>
                </a:lnTo>
                <a:close/>
              </a:path>
            </a:pathLst>
          </a:custGeom>
          <a:blipFill xmlns:a="http://schemas.openxmlformats.org/drawingml/2006/main">
            <a:blip xmlns:r="http://schemas.openxmlformats.org/officeDocument/2006/relationships" r:embed="R7f4ffe08425e45ab">
              <a:alphaModFix amt="0"/>
            </a:blip>
            <a:stretch>
              <a:fillRect l="0" t="-40402" r="0" b="-40404"/>
            </a:stretch>
          </a:blipFill>
        </p:spPr>
        <p:txBody>
          <a:bodyPr xmlns:a="http://schemas.openxmlformats.org/drawingml/2006/main"/>
          <a:lstStyle xmlns:a="http://schemas.openxmlformats.org/drawingml/2006/main"/>
          <a:p xmlns:a="http://schemas.openxmlformats.org/drawingml/2006/main"/>
        </p:txBody>
      </p:sp>
      <p:sp>
        <p:nvSpPr>
          <p:cNvPr id="151" name="Freeform 151">
            <a:extLst xmlns:a="http://schemas.openxmlformats.org/drawingml/2006/main">
              <a:ext uri="{FF2B5EF4-FFF2-40B4-BE49-F238E27FC236}">
                <a16:creationId xmlns:a16="http://schemas.microsoft.com/office/drawing/2014/main" id="{74DAED29-BBD0-4CC9-BA44-C38891A4D130}"/>
              </a:ext>
            </a:extLst>
          </p:cNvPr>
          <p:cNvSpPr>
            <a:spLocks xmlns:a="http://schemas.openxmlformats.org/drawingml/2006/main" noGrp="1"/>
          </p:cNvSpPr>
          <p:nvPr/>
        </p:nvSpPr>
        <p:spPr>
          <a:xfrm xmlns:a="http://schemas.openxmlformats.org/drawingml/2006/main">
            <a:off x="15116175" y="5014912"/>
            <a:ext cx="1857375" cy="671511"/>
          </a:xfrm>
          <a:custGeom xmlns:a="http://schemas.openxmlformats.org/drawingml/2006/main">
            <a:rect l="l" t="t" r="r" b="b"/>
            <a:pathLst>
              <a:path w="2476500" h="895349">
                <a:moveTo>
                  <a:pt x="0" y="0"/>
                </a:moveTo>
                <a:lnTo>
                  <a:pt x="2476500" y="0"/>
                </a:lnTo>
                <a:lnTo>
                  <a:pt x="2476500" y="895349"/>
                </a:lnTo>
                <a:lnTo>
                  <a:pt x="0" y="895349"/>
                </a:lnTo>
                <a:close/>
              </a:path>
            </a:pathLst>
          </a:custGeom>
          <a:blipFill xmlns:a="http://schemas.openxmlformats.org/drawingml/2006/main">
            <a:blip xmlns:r="http://schemas.openxmlformats.org/officeDocument/2006/relationships" r:embed="Rd115c1ceb95d4285">
              <a:alphaModFix amt="0"/>
            </a:blip>
            <a:stretch>
              <a:fillRect l="0" t="-23043" r="0" b="15254"/>
            </a:stretch>
          </a:blipFill>
        </p:spPr>
        <p:txBody>
          <a:bodyPr xmlns:a="http://schemas.openxmlformats.org/drawingml/2006/main"/>
          <a:lstStyle xmlns:a="http://schemas.openxmlformats.org/drawingml/2006/main"/>
          <a:p xmlns:a="http://schemas.openxmlformats.org/drawingml/2006/main"/>
        </p:txBody>
      </p:sp>
      <p:sp>
        <p:nvSpPr>
          <p:cNvPr id="152" name="TextBox 152">
            <a:extLst xmlns:a="http://schemas.openxmlformats.org/drawingml/2006/main">
              <a:ext uri="{FF2B5EF4-FFF2-40B4-BE49-F238E27FC236}">
                <a16:creationId xmlns:a16="http://schemas.microsoft.com/office/drawing/2014/main" id="{31BAD42E-FEAF-4538-96AF-8D074E2E8A1E}"/>
              </a:ext>
            </a:extLst>
          </p:cNvPr>
          <p:cNvSpPr>
            <a:spLocks xmlns:a="http://schemas.openxmlformats.org/drawingml/2006/main" noGrp="1"/>
          </p:cNvSpPr>
          <p:nvPr/>
        </p:nvSpPr>
        <p:spPr>
          <a:xfrm xmlns:a="http://schemas.openxmlformats.org/drawingml/2006/main">
            <a:off x="15116175" y="5000625"/>
            <a:ext cx="1857375" cy="6857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888"/>
              </a:lnSpc>
              <a:buNone/>
            </a:pPr>
            <a:r>
              <a:rPr sz="1575">
                <a:solidFill>
                  <a:srgbClr val="9299A3"/>
                </a:solidFill>
                <a:latin typeface="Calibri (MS)"/>
                <a:ea typeface="Calibri (MS)"/>
                <a:cs typeface="Calibri (MS)"/>
              </a:rPr>
              <a:t>URL·브레드크럼</a:t>
            </a:r>
          </a:p>
          <a:p xmlns:a="http://schemas.openxmlformats.org/drawingml/2006/main">
            <a:pPr algn="l">
              <a:lnSpc>
                <a:spcPts val="1888"/>
              </a:lnSpc>
              <a:buNone/>
            </a:pPr>
            <a:r>
              <a:rPr sz="1575">
                <a:solidFill>
                  <a:srgbClr val="9299A3"/>
                </a:solidFill>
                <a:latin typeface="Calibri (MS)"/>
                <a:ea typeface="Calibri (MS)"/>
                <a:cs typeface="Calibri (MS)"/>
              </a:rPr>
              <a:t>Gold 테스트셋 평가</a:t>
            </a:r>
          </a:p>
        </p:txBody>
      </p:sp>
      <p:sp>
        <p:nvSpPr>
          <p:cNvPr id="153" name="Freeform 153">
            <a:extLst xmlns:a="http://schemas.openxmlformats.org/drawingml/2006/main">
              <a:ext uri="{FF2B5EF4-FFF2-40B4-BE49-F238E27FC236}">
                <a16:creationId xmlns:a16="http://schemas.microsoft.com/office/drawing/2014/main" id="{381E495B-EF23-42D8-86B0-9866592ED2B5}"/>
              </a:ext>
            </a:extLst>
          </p:cNvPr>
          <p:cNvSpPr>
            <a:spLocks xmlns:a="http://schemas.openxmlformats.org/drawingml/2006/main" noGrp="1"/>
          </p:cNvSpPr>
          <p:nvPr/>
        </p:nvSpPr>
        <p:spPr>
          <a:xfrm xmlns:a="http://schemas.openxmlformats.org/drawingml/2006/main">
            <a:off x="557212" y="6629400"/>
            <a:ext cx="16602075" cy="2314575"/>
          </a:xfrm>
          <a:custGeom xmlns:a="http://schemas.openxmlformats.org/drawingml/2006/main">
            <a:rect l="l" t="t" r="r" b="b"/>
            <a:pathLst>
              <a:path w="16602075" h="2314575">
                <a:moveTo>
                  <a:pt x="0" y="0"/>
                </a:moveTo>
                <a:lnTo>
                  <a:pt x="16602076" y="0"/>
                </a:lnTo>
                <a:lnTo>
                  <a:pt x="16602076" y="2314575"/>
                </a:lnTo>
                <a:lnTo>
                  <a:pt x="0" y="2314575"/>
                </a:lnTo>
                <a:lnTo>
                  <a:pt x="0" y="0"/>
                </a:lnTo>
                <a:close/>
              </a:path>
            </a:pathLst>
          </a:custGeom>
          <a:blipFill xmlns:a="http://schemas.openxmlformats.org/drawingml/2006/main">
            <a:blip xmlns:r="http://schemas.openxmlformats.org/officeDocument/2006/relationships" r:embed="R2c2aca1b1ea040ee">
              <a:extLst>
                <a:ext uri="{96DAC541-7B7A-43D3-8B79-37D633B846F1}">
                  <asvg:svgBlip xmlns:asvg="http://schemas.microsoft.com/office/drawing/2016/SVG/main" r:embed="R2eb8d03e47fd42bb"/>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55" name="Freeform 155">
            <a:extLst xmlns:a="http://schemas.openxmlformats.org/drawingml/2006/main">
              <a:ext uri="{FF2B5EF4-FFF2-40B4-BE49-F238E27FC236}">
                <a16:creationId xmlns:a16="http://schemas.microsoft.com/office/drawing/2014/main" id="{FBDEA91B-53D5-4F18-9C5D-5842E72304A6}"/>
              </a:ext>
            </a:extLst>
          </p:cNvPr>
          <p:cNvSpPr>
            <a:spLocks xmlns:a="http://schemas.openxmlformats.org/drawingml/2006/main" noGrp="1"/>
          </p:cNvSpPr>
          <p:nvPr/>
        </p:nvSpPr>
        <p:spPr>
          <a:xfrm xmlns:a="http://schemas.openxmlformats.org/drawingml/2006/main">
            <a:off x="885825" y="6843712"/>
            <a:ext cx="15944850" cy="428625"/>
          </a:xfrm>
          <a:custGeom xmlns:a="http://schemas.openxmlformats.org/drawingml/2006/main">
            <a:rect l="l" t="t" r="r" b="b"/>
            <a:pathLst>
              <a:path w="21259800" h="571500">
                <a:moveTo>
                  <a:pt x="0" y="0"/>
                </a:moveTo>
                <a:lnTo>
                  <a:pt x="21259800" y="0"/>
                </a:lnTo>
                <a:lnTo>
                  <a:pt x="21259800" y="571500"/>
                </a:lnTo>
                <a:lnTo>
                  <a:pt x="0" y="571500"/>
                </a:lnTo>
                <a:close/>
              </a:path>
            </a:pathLst>
          </a:custGeom>
          <a:blipFill xmlns:a="http://schemas.openxmlformats.org/drawingml/2006/main">
            <a:blip xmlns:r="http://schemas.openxmlformats.org/officeDocument/2006/relationships" r:embed="R7f4ffe08425e45ab">
              <a:alphaModFix amt="0"/>
            </a:blip>
            <a:stretch>
              <a:fillRect l="0" t="-674339" r="0" b="-674337"/>
            </a:stretch>
          </a:blipFill>
        </p:spPr>
        <p:txBody>
          <a:bodyPr xmlns:a="http://schemas.openxmlformats.org/drawingml/2006/main"/>
          <a:lstStyle xmlns:a="http://schemas.openxmlformats.org/drawingml/2006/main"/>
          <a:p xmlns:a="http://schemas.openxmlformats.org/drawingml/2006/main"/>
        </p:txBody>
      </p:sp>
      <p:sp>
        <p:nvSpPr>
          <p:cNvPr id="157" name="Freeform 157">
            <a:extLst xmlns:a="http://schemas.openxmlformats.org/drawingml/2006/main">
              <a:ext uri="{FF2B5EF4-FFF2-40B4-BE49-F238E27FC236}">
                <a16:creationId xmlns:a16="http://schemas.microsoft.com/office/drawing/2014/main" id="{2079D2B6-AC9C-4D13-A93B-256A3A017046}"/>
              </a:ext>
            </a:extLst>
          </p:cNvPr>
          <p:cNvSpPr>
            <a:spLocks xmlns:a="http://schemas.openxmlformats.org/drawingml/2006/main" noGrp="1"/>
          </p:cNvSpPr>
          <p:nvPr/>
        </p:nvSpPr>
        <p:spPr>
          <a:xfrm xmlns:a="http://schemas.openxmlformats.org/drawingml/2006/main">
            <a:off x="885825" y="6815138"/>
            <a:ext cx="15944850" cy="457200"/>
          </a:xfrm>
          <a:custGeom xmlns:a="http://schemas.openxmlformats.org/drawingml/2006/main">
            <a:rect l="l" t="t" r="r" b="b"/>
            <a:pathLst>
              <a:path w="21259800" h="609600">
                <a:moveTo>
                  <a:pt x="0" y="0"/>
                </a:moveTo>
                <a:lnTo>
                  <a:pt x="21259800" y="0"/>
                </a:lnTo>
                <a:lnTo>
                  <a:pt x="21259800" y="609600"/>
                </a:lnTo>
                <a:lnTo>
                  <a:pt x="0" y="609600"/>
                </a:lnTo>
                <a:close/>
              </a:path>
            </a:pathLst>
          </a:custGeom>
          <a:blipFill xmlns:a="http://schemas.openxmlformats.org/drawingml/2006/main">
            <a:blip xmlns:r="http://schemas.openxmlformats.org/officeDocument/2006/relationships" r:embed="Rd115c1ceb95d4285">
              <a:alphaModFix amt="0"/>
            </a:blip>
            <a:stretch>
              <a:fillRect l="0" t="-629540" r="0" b="-629540"/>
            </a:stretch>
          </a:blipFill>
        </p:spPr>
        <p:txBody>
          <a:bodyPr xmlns:a="http://schemas.openxmlformats.org/drawingml/2006/main"/>
          <a:lstStyle xmlns:a="http://schemas.openxmlformats.org/drawingml/2006/main"/>
          <a:p xmlns:a="http://schemas.openxmlformats.org/drawingml/2006/main"/>
        </p:txBody>
      </p:sp>
      <p:sp>
        <p:nvSpPr>
          <p:cNvPr id="158" name="TextBox 158">
            <a:extLst xmlns:a="http://schemas.openxmlformats.org/drawingml/2006/main">
              <a:ext uri="{FF2B5EF4-FFF2-40B4-BE49-F238E27FC236}">
                <a16:creationId xmlns:a16="http://schemas.microsoft.com/office/drawing/2014/main" id="{01DFAF24-7072-4791-B340-1DF7172613D4}"/>
              </a:ext>
            </a:extLst>
          </p:cNvPr>
          <p:cNvSpPr>
            <a:spLocks xmlns:a="http://schemas.openxmlformats.org/drawingml/2006/main" noGrp="1"/>
          </p:cNvSpPr>
          <p:nvPr/>
        </p:nvSpPr>
        <p:spPr>
          <a:xfrm xmlns:a="http://schemas.openxmlformats.org/drawingml/2006/main">
            <a:off x="885825" y="6786563"/>
            <a:ext cx="15944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설계 결정 및 근거</a:t>
            </a:r>
          </a:p>
        </p:txBody>
      </p:sp>
      <p:sp>
        <p:nvSpPr>
          <p:cNvPr id="159" name="TextBox 159">
            <a:extLst xmlns:a="http://schemas.openxmlformats.org/drawingml/2006/main">
              <a:ext uri="{FF2B5EF4-FFF2-40B4-BE49-F238E27FC236}">
                <a16:creationId xmlns:a16="http://schemas.microsoft.com/office/drawing/2014/main" id="{43DD3E77-14C0-4B79-A885-8506E8B7DEC6}"/>
              </a:ext>
            </a:extLst>
          </p:cNvPr>
          <p:cNvSpPr>
            <a:spLocks xmlns:a="http://schemas.openxmlformats.org/drawingml/2006/main" noGrp="1"/>
          </p:cNvSpPr>
          <p:nvPr/>
        </p:nvSpPr>
        <p:spPr>
          <a:xfrm xmlns:a="http://schemas.openxmlformats.org/drawingml/2006/main">
            <a:off x="977265" y="7384732"/>
            <a:ext cx="15761970" cy="12420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핵심 결정  |  6개 업무 우선 분류 · business_function 필터 · Child 검색/Parent 문맥 · 근거 없으면 모름 처리</a:t>
            </a:r>
          </a:p>
        </p:txBody>
      </p:sp>
    </p:spTree>
    <p:extLst>
      <p:ext uri="{BB962C8B-B14F-4D97-AF65-F5344CB8AC3E}">
        <p14:creationId xmlns:p14="http://schemas.microsoft.com/office/powerpoint/2010/main" val="1967648143"/>
      </p:ext>
    </p:extLst>
  </p:cSld>
</p:sld>
</file>

<file path=ppt/slides/slide11.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96BE433-0D95-423B-B8FF-70693A51F671}"/>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5685efd9064c4c34">
              <a:extLst>
                <a:ext uri="{96DAC541-7B7A-43D3-8B79-37D633B846F1}">
                  <asvg:svgBlip xmlns:asvg="http://schemas.microsoft.com/office/drawing/2016/SVG/main" r:embed="Rd3f83704af16470f"/>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D33BA3EA-5DF5-4E55-897B-809381332FCA}"/>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2a51909bfe18492c">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162C09E5-44DD-4A15-A71C-D1D1508AB5A8}"/>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678ea9774640489a">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BE153B61-036A-43E3-AE7C-D1F597015CBA}"/>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UI / UX 의논</a:t>
            </a:r>
          </a:p>
        </p:txBody>
      </p:sp>
      <p:sp>
        <p:nvSpPr>
          <p:cNvPr id="9" name="Freeform 9">
            <a:extLst xmlns:a="http://schemas.openxmlformats.org/drawingml/2006/main">
              <a:ext uri="{FF2B5EF4-FFF2-40B4-BE49-F238E27FC236}">
                <a16:creationId xmlns:a16="http://schemas.microsoft.com/office/drawing/2014/main" id="{2833819F-2584-4190-8E70-F5414CA8C576}"/>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2a51909bfe18492c">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DDAD11A3-9E32-44F1-8C6A-7CF2B7432767}"/>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678ea9774640489a">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975FDEA4-4471-43E8-B62E-AFA349B3BD56}"/>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사용자 흐름별 선택지와 결정 기준을 정리합니다</a:t>
            </a:r>
          </a:p>
        </p:txBody>
      </p:sp>
      <p:sp>
        <p:nvSpPr>
          <p:cNvPr id="14" name="Freeform 14">
            <a:extLst xmlns:a="http://schemas.openxmlformats.org/drawingml/2006/main">
              <a:ext uri="{FF2B5EF4-FFF2-40B4-BE49-F238E27FC236}">
                <a16:creationId xmlns:a16="http://schemas.microsoft.com/office/drawing/2014/main" id="{FEB1BABC-89F2-48DE-997F-C24E5892FACF}"/>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2a51909bfe18492c">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F84DCB20-7E6C-48D0-BFEB-4F457364355F}"/>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678ea9774640489a">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B0CFD16-6141-4C4D-963D-7E361A07F626}"/>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선택을 강요하지 않되, 사용자가 필요할 때 분류를 직접 보정할 수 있는 혼합형</a:t>
            </a:r>
          </a:p>
        </p:txBody>
      </p:sp>
      <p:sp>
        <p:nvSpPr>
          <p:cNvPr id="19" name="Freeform 19">
            <a:extLst xmlns:a="http://schemas.openxmlformats.org/drawingml/2006/main">
              <a:ext uri="{FF2B5EF4-FFF2-40B4-BE49-F238E27FC236}">
                <a16:creationId xmlns:a16="http://schemas.microsoft.com/office/drawing/2014/main" id="{7EC9C5A6-C6A5-4461-A8EE-7090E9CDD18A}"/>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0B050EC0-28F4-47C2-9380-3372BB1FD276}"/>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10B9AFF6-AEFB-4834-98B2-8E5A7EFCF522}"/>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2a51909bfe18492c">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BB89FF54-273A-4604-9FDE-B11D63C88FB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678ea9774640489a">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EAB016F2-04AE-425B-ABEC-757421A9933F}"/>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912D6B3F-54A3-4CD7-9192-2B7A116983AE}"/>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2a51909bfe18492c">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FADF956E-3099-4700-8CBC-E5D4B9B6D149}"/>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678ea9774640489a">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0E140F7-E1AF-4A3F-8A7A-F65098498FD5}"/>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12</a:t>
            </a:r>
          </a:p>
        </p:txBody>
      </p:sp>
      <p:sp>
        <p:nvSpPr>
          <p:cNvPr id="32" name="Freeform 32">
            <a:extLst xmlns:a="http://schemas.openxmlformats.org/drawingml/2006/main">
              <a:ext uri="{FF2B5EF4-FFF2-40B4-BE49-F238E27FC236}">
                <a16:creationId xmlns:a16="http://schemas.microsoft.com/office/drawing/2014/main" id="{5CCD3DE3-BABB-4A47-B096-4027E3B01E94}"/>
              </a:ext>
            </a:extLst>
          </p:cNvPr>
          <p:cNvSpPr>
            <a:spLocks xmlns:a="http://schemas.openxmlformats.org/drawingml/2006/main" noGrp="1"/>
          </p:cNvSpPr>
          <p:nvPr/>
        </p:nvSpPr>
        <p:spPr>
          <a:xfrm xmlns:a="http://schemas.openxmlformats.org/drawingml/2006/main">
            <a:off x="557212" y="2843212"/>
            <a:ext cx="5172075" cy="4457700"/>
          </a:xfrm>
          <a:custGeom xmlns:a="http://schemas.openxmlformats.org/drawingml/2006/main">
            <a:rect l="l" t="t" r="r" b="b"/>
            <a:pathLst>
              <a:path w="5172075" h="4457700">
                <a:moveTo>
                  <a:pt x="0" y="0"/>
                </a:moveTo>
                <a:lnTo>
                  <a:pt x="5172076" y="0"/>
                </a:lnTo>
                <a:lnTo>
                  <a:pt x="5172076" y="4457700"/>
                </a:lnTo>
                <a:lnTo>
                  <a:pt x="0" y="4457700"/>
                </a:lnTo>
                <a:lnTo>
                  <a:pt x="0" y="0"/>
                </a:lnTo>
                <a:close/>
              </a:path>
            </a:pathLst>
          </a:custGeom>
          <a:blipFill xmlns:a="http://schemas.openxmlformats.org/drawingml/2006/main">
            <a:blip xmlns:r="http://schemas.openxmlformats.org/officeDocument/2006/relationships" r:embed="R58e3b64571b5447e">
              <a:extLst>
                <a:ext uri="{96DAC541-7B7A-43D3-8B79-37D633B846F1}">
                  <asvg:svgBlip xmlns:asvg="http://schemas.microsoft.com/office/drawing/2016/SVG/main" r:embed="R054abab3acc1485f"/>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33F53232-70D0-4DB3-9044-E14E7B882CCD}"/>
              </a:ext>
            </a:extLst>
          </p:cNvPr>
          <p:cNvSpPr>
            <a:spLocks xmlns:a="http://schemas.openxmlformats.org/drawingml/2006/main" noGrp="1"/>
          </p:cNvSpPr>
          <p:nvPr/>
        </p:nvSpPr>
        <p:spPr>
          <a:xfrm xmlns:a="http://schemas.openxmlformats.org/drawingml/2006/main">
            <a:off x="885825" y="3057525"/>
            <a:ext cx="4514850" cy="428625"/>
          </a:xfrm>
          <a:custGeom xmlns:a="http://schemas.openxmlformats.org/drawingml/2006/main">
            <a:rect l="l" t="t" r="r" b="b"/>
            <a:pathLst>
              <a:path w="6019800" h="571500">
                <a:moveTo>
                  <a:pt x="0" y="0"/>
                </a:moveTo>
                <a:lnTo>
                  <a:pt x="6019800" y="0"/>
                </a:lnTo>
                <a:lnTo>
                  <a:pt x="6019800" y="571500"/>
                </a:lnTo>
                <a:lnTo>
                  <a:pt x="0" y="571500"/>
                </a:lnTo>
                <a:close/>
              </a:path>
            </a:pathLst>
          </a:custGeom>
          <a:blipFill xmlns:a="http://schemas.openxmlformats.org/drawingml/2006/main">
            <a:blip xmlns:r="http://schemas.openxmlformats.org/officeDocument/2006/relationships" r:embed="R2a51909bfe18492c">
              <a:alphaModFix amt="0"/>
            </a:blip>
            <a:stretch>
              <a:fillRect l="0" t="-155100" r="0" b="-15510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C7BF9DCC-B23E-4B09-A9D3-17649B47B337}"/>
              </a:ext>
            </a:extLst>
          </p:cNvPr>
          <p:cNvSpPr>
            <a:spLocks xmlns:a="http://schemas.openxmlformats.org/drawingml/2006/main" noGrp="1"/>
          </p:cNvSpPr>
          <p:nvPr/>
        </p:nvSpPr>
        <p:spPr>
          <a:xfrm xmlns:a="http://schemas.openxmlformats.org/drawingml/2006/main">
            <a:off x="885825" y="3028950"/>
            <a:ext cx="4514850" cy="457200"/>
          </a:xfrm>
          <a:custGeom xmlns:a="http://schemas.openxmlformats.org/drawingml/2006/main">
            <a:rect l="l" t="t" r="r" b="b"/>
            <a:pathLst>
              <a:path w="6019800" h="609600">
                <a:moveTo>
                  <a:pt x="0" y="0"/>
                </a:moveTo>
                <a:lnTo>
                  <a:pt x="6019800" y="0"/>
                </a:lnTo>
                <a:lnTo>
                  <a:pt x="6019800" y="609600"/>
                </a:lnTo>
                <a:lnTo>
                  <a:pt x="0" y="609600"/>
                </a:lnTo>
                <a:close/>
              </a:path>
            </a:pathLst>
          </a:custGeom>
          <a:blipFill xmlns:a="http://schemas.openxmlformats.org/drawingml/2006/main">
            <a:blip xmlns:r="http://schemas.openxmlformats.org/officeDocument/2006/relationships" r:embed="R678ea9774640489a">
              <a:alphaModFix amt="0"/>
            </a:blip>
            <a:stretch>
              <a:fillRect l="0" t="-142414" r="0" b="-142414"/>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2CE35B44-9C83-4009-AAEA-6DAE81CB91AC}"/>
              </a:ext>
            </a:extLst>
          </p:cNvPr>
          <p:cNvSpPr>
            <a:spLocks xmlns:a="http://schemas.openxmlformats.org/drawingml/2006/main" noGrp="1"/>
          </p:cNvSpPr>
          <p:nvPr/>
        </p:nvSpPr>
        <p:spPr>
          <a:xfrm xmlns:a="http://schemas.openxmlformats.org/drawingml/2006/main">
            <a:off x="885825" y="3000375"/>
            <a:ext cx="4514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예상질문 제공 방식</a:t>
            </a:r>
          </a:p>
        </p:txBody>
      </p:sp>
      <p:sp>
        <p:nvSpPr>
          <p:cNvPr id="38" name="TextBox 38">
            <a:extLst xmlns:a="http://schemas.openxmlformats.org/drawingml/2006/main">
              <a:ext uri="{FF2B5EF4-FFF2-40B4-BE49-F238E27FC236}">
                <a16:creationId xmlns:a16="http://schemas.microsoft.com/office/drawing/2014/main" id="{D9928B47-D525-4C96-97C0-6ACE0DA09BF8}"/>
              </a:ext>
            </a:extLst>
          </p:cNvPr>
          <p:cNvSpPr>
            <a:spLocks xmlns:a="http://schemas.openxmlformats.org/drawingml/2006/main" noGrp="1"/>
          </p:cNvSpPr>
          <p:nvPr/>
        </p:nvSpPr>
        <p:spPr>
          <a:xfrm xmlns:a="http://schemas.openxmlformats.org/drawingml/2006/main">
            <a:off x="977265" y="3598545"/>
            <a:ext cx="4331970" cy="33851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첫 화면 FAQ TOP 5</a:t>
            </a:r>
          </a:p>
          <a:p xmlns:a="http://schemas.openxmlformats.org/drawingml/2006/main">
            <a:pPr algn="l">
              <a:lnSpc>
                <a:spcPts val="2160"/>
              </a:lnSpc>
              <a:buNone/>
            </a:pPr>
            <a:r>
              <a:rPr sz="1800">
                <a:solidFill>
                  <a:srgbClr val="9299A3"/>
                </a:solidFill>
                <a:latin typeface="Calibri (MS)"/>
                <a:ea typeface="Calibri (MS)"/>
                <a:cs typeface="Calibri (MS)"/>
              </a:rPr>
              <a:t>업무별 FAQ는 토글로 확장</a:t>
            </a:r>
          </a:p>
        </p:txBody>
      </p:sp>
      <p:sp>
        <p:nvSpPr>
          <p:cNvPr id="39" name="Freeform 39">
            <a:extLst xmlns:a="http://schemas.openxmlformats.org/drawingml/2006/main">
              <a:ext uri="{FF2B5EF4-FFF2-40B4-BE49-F238E27FC236}">
                <a16:creationId xmlns:a16="http://schemas.microsoft.com/office/drawing/2014/main" id="{A0773413-03DA-41FA-BBAD-6468EEDD481B}"/>
              </a:ext>
            </a:extLst>
          </p:cNvPr>
          <p:cNvSpPr>
            <a:spLocks xmlns:a="http://schemas.openxmlformats.org/drawingml/2006/main" noGrp="1"/>
          </p:cNvSpPr>
          <p:nvPr/>
        </p:nvSpPr>
        <p:spPr>
          <a:xfrm xmlns:a="http://schemas.openxmlformats.org/drawingml/2006/main">
            <a:off x="5986462" y="2843212"/>
            <a:ext cx="5172075" cy="4457700"/>
          </a:xfrm>
          <a:custGeom xmlns:a="http://schemas.openxmlformats.org/drawingml/2006/main">
            <a:rect l="l" t="t" r="r" b="b"/>
            <a:pathLst>
              <a:path w="5172075" h="4457700">
                <a:moveTo>
                  <a:pt x="0" y="0"/>
                </a:moveTo>
                <a:lnTo>
                  <a:pt x="5172076" y="0"/>
                </a:lnTo>
                <a:lnTo>
                  <a:pt x="5172076" y="4457700"/>
                </a:lnTo>
                <a:lnTo>
                  <a:pt x="0" y="4457700"/>
                </a:lnTo>
                <a:lnTo>
                  <a:pt x="0" y="0"/>
                </a:lnTo>
                <a:close/>
              </a:path>
            </a:pathLst>
          </a:custGeom>
          <a:blipFill xmlns:a="http://schemas.openxmlformats.org/drawingml/2006/main">
            <a:blip xmlns:r="http://schemas.openxmlformats.org/officeDocument/2006/relationships" r:embed="R2a8695e56b2f4864">
              <a:extLst>
                <a:ext uri="{96DAC541-7B7A-43D3-8B79-37D633B846F1}">
                  <asvg:svgBlip xmlns:asvg="http://schemas.microsoft.com/office/drawing/2016/SVG/main" r:embed="Rf06c342b7f3a443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02CB5533-3237-4264-B573-65E3F486698B}"/>
              </a:ext>
            </a:extLst>
          </p:cNvPr>
          <p:cNvSpPr>
            <a:spLocks xmlns:a="http://schemas.openxmlformats.org/drawingml/2006/main" noGrp="1"/>
          </p:cNvSpPr>
          <p:nvPr/>
        </p:nvSpPr>
        <p:spPr>
          <a:xfrm xmlns:a="http://schemas.openxmlformats.org/drawingml/2006/main">
            <a:off x="6315075" y="3057525"/>
            <a:ext cx="4514850" cy="428625"/>
          </a:xfrm>
          <a:custGeom xmlns:a="http://schemas.openxmlformats.org/drawingml/2006/main">
            <a:rect l="l" t="t" r="r" b="b"/>
            <a:pathLst>
              <a:path w="6019800" h="571500">
                <a:moveTo>
                  <a:pt x="0" y="0"/>
                </a:moveTo>
                <a:lnTo>
                  <a:pt x="6019800" y="0"/>
                </a:lnTo>
                <a:lnTo>
                  <a:pt x="6019800" y="571500"/>
                </a:lnTo>
                <a:lnTo>
                  <a:pt x="0" y="571500"/>
                </a:lnTo>
                <a:close/>
              </a:path>
            </a:pathLst>
          </a:custGeom>
          <a:blipFill xmlns:a="http://schemas.openxmlformats.org/drawingml/2006/main">
            <a:blip xmlns:r="http://schemas.openxmlformats.org/officeDocument/2006/relationships" r:embed="R2a51909bfe18492c">
              <a:alphaModFix amt="0"/>
            </a:blip>
            <a:stretch>
              <a:fillRect l="0" t="-155100" r="0" b="-155100"/>
            </a:stretch>
          </a:blipFill>
        </p:spPr>
        <p:txBody>
          <a:bodyPr xmlns:a="http://schemas.openxmlformats.org/drawingml/2006/main"/>
          <a:lstStyle xmlns:a="http://schemas.openxmlformats.org/drawingml/2006/main"/>
          <a:p xmlns:a="http://schemas.openxmlformats.org/drawingml/2006/main"/>
        </p:txBody>
      </p:sp>
      <p:sp>
        <p:nvSpPr>
          <p:cNvPr id="43" name="Freeform 43">
            <a:extLst xmlns:a="http://schemas.openxmlformats.org/drawingml/2006/main">
              <a:ext uri="{FF2B5EF4-FFF2-40B4-BE49-F238E27FC236}">
                <a16:creationId xmlns:a16="http://schemas.microsoft.com/office/drawing/2014/main" id="{F9F359D2-6AEB-4DB0-B841-C724FA81D74C}"/>
              </a:ext>
            </a:extLst>
          </p:cNvPr>
          <p:cNvSpPr>
            <a:spLocks xmlns:a="http://schemas.openxmlformats.org/drawingml/2006/main" noGrp="1"/>
          </p:cNvSpPr>
          <p:nvPr/>
        </p:nvSpPr>
        <p:spPr>
          <a:xfrm xmlns:a="http://schemas.openxmlformats.org/drawingml/2006/main">
            <a:off x="6315075" y="3028950"/>
            <a:ext cx="4514850" cy="457200"/>
          </a:xfrm>
          <a:custGeom xmlns:a="http://schemas.openxmlformats.org/drawingml/2006/main">
            <a:rect l="l" t="t" r="r" b="b"/>
            <a:pathLst>
              <a:path w="6019800" h="609600">
                <a:moveTo>
                  <a:pt x="0" y="0"/>
                </a:moveTo>
                <a:lnTo>
                  <a:pt x="6019800" y="0"/>
                </a:lnTo>
                <a:lnTo>
                  <a:pt x="6019800" y="609600"/>
                </a:lnTo>
                <a:lnTo>
                  <a:pt x="0" y="609600"/>
                </a:lnTo>
                <a:close/>
              </a:path>
            </a:pathLst>
          </a:custGeom>
          <a:blipFill xmlns:a="http://schemas.openxmlformats.org/drawingml/2006/main">
            <a:blip xmlns:r="http://schemas.openxmlformats.org/officeDocument/2006/relationships" r:embed="R678ea9774640489a">
              <a:alphaModFix amt="0"/>
            </a:blip>
            <a:stretch>
              <a:fillRect l="0" t="-142414" r="0" b="-142414"/>
            </a:stretch>
          </a:blipFill>
        </p:spPr>
        <p:txBody>
          <a:bodyPr xmlns:a="http://schemas.openxmlformats.org/drawingml/2006/main"/>
          <a:lstStyle xmlns:a="http://schemas.openxmlformats.org/drawingml/2006/main"/>
          <a:p xmlns:a="http://schemas.openxmlformats.org/drawingml/2006/main"/>
        </p:txBody>
      </p:sp>
      <p:sp>
        <p:nvSpPr>
          <p:cNvPr id="44" name="TextBox 44">
            <a:extLst xmlns:a="http://schemas.openxmlformats.org/drawingml/2006/main">
              <a:ext uri="{FF2B5EF4-FFF2-40B4-BE49-F238E27FC236}">
                <a16:creationId xmlns:a16="http://schemas.microsoft.com/office/drawing/2014/main" id="{7391C876-8B09-432F-B8B7-0CF71F2994F1}"/>
              </a:ext>
            </a:extLst>
          </p:cNvPr>
          <p:cNvSpPr>
            <a:spLocks xmlns:a="http://schemas.openxmlformats.org/drawingml/2006/main" noGrp="1"/>
          </p:cNvSpPr>
          <p:nvPr/>
        </p:nvSpPr>
        <p:spPr>
          <a:xfrm xmlns:a="http://schemas.openxmlformats.org/drawingml/2006/main">
            <a:off x="6315075" y="3000375"/>
            <a:ext cx="4514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업무·Task 선택 방식</a:t>
            </a:r>
          </a:p>
        </p:txBody>
      </p:sp>
      <p:sp>
        <p:nvSpPr>
          <p:cNvPr id="45" name="TextBox 45">
            <a:extLst xmlns:a="http://schemas.openxmlformats.org/drawingml/2006/main">
              <a:ext uri="{FF2B5EF4-FFF2-40B4-BE49-F238E27FC236}">
                <a16:creationId xmlns:a16="http://schemas.microsoft.com/office/drawing/2014/main" id="{7CE807EF-B294-4741-95C9-E3918CE1E755}"/>
              </a:ext>
            </a:extLst>
          </p:cNvPr>
          <p:cNvSpPr>
            <a:spLocks xmlns:a="http://schemas.openxmlformats.org/drawingml/2006/main" noGrp="1"/>
          </p:cNvSpPr>
          <p:nvPr/>
        </p:nvSpPr>
        <p:spPr>
          <a:xfrm xmlns:a="http://schemas.openxmlformats.org/drawingml/2006/main">
            <a:off x="6406515" y="3598545"/>
            <a:ext cx="4331970" cy="33851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기본은 자동 분류</a:t>
            </a:r>
          </a:p>
          <a:p xmlns:a="http://schemas.openxmlformats.org/drawingml/2006/main">
            <a:pPr algn="l">
              <a:lnSpc>
                <a:spcPts val="2160"/>
              </a:lnSpc>
              <a:buNone/>
            </a:pPr>
            <a:r>
              <a:rPr sz="1800">
                <a:solidFill>
                  <a:srgbClr val="9299A3"/>
                </a:solidFill>
                <a:latin typeface="Calibri (MS)"/>
                <a:ea typeface="Calibri (MS)"/>
                <a:cs typeface="Calibri (MS)"/>
              </a:rPr>
              <a:t>업무·의도 버튼으로 보정 가능</a:t>
            </a:r>
          </a:p>
        </p:txBody>
      </p:sp>
      <p:sp>
        <p:nvSpPr>
          <p:cNvPr id="46" name="Freeform 46">
            <a:extLst xmlns:a="http://schemas.openxmlformats.org/drawingml/2006/main">
              <a:ext uri="{FF2B5EF4-FFF2-40B4-BE49-F238E27FC236}">
                <a16:creationId xmlns:a16="http://schemas.microsoft.com/office/drawing/2014/main" id="{25AE60D2-9BD1-4504-A737-BCF0E6E6995A}"/>
              </a:ext>
            </a:extLst>
          </p:cNvPr>
          <p:cNvSpPr>
            <a:spLocks xmlns:a="http://schemas.openxmlformats.org/drawingml/2006/main" noGrp="1"/>
          </p:cNvSpPr>
          <p:nvPr/>
        </p:nvSpPr>
        <p:spPr>
          <a:xfrm xmlns:a="http://schemas.openxmlformats.org/drawingml/2006/main">
            <a:off x="11415712" y="2843212"/>
            <a:ext cx="5743575" cy="4457700"/>
          </a:xfrm>
          <a:custGeom xmlns:a="http://schemas.openxmlformats.org/drawingml/2006/main">
            <a:rect l="l" t="t" r="r" b="b"/>
            <a:pathLst>
              <a:path w="5743575" h="4457700">
                <a:moveTo>
                  <a:pt x="0" y="0"/>
                </a:moveTo>
                <a:lnTo>
                  <a:pt x="5743576" y="0"/>
                </a:lnTo>
                <a:lnTo>
                  <a:pt x="5743576" y="4457700"/>
                </a:lnTo>
                <a:lnTo>
                  <a:pt x="0" y="4457700"/>
                </a:lnTo>
                <a:lnTo>
                  <a:pt x="0" y="0"/>
                </a:lnTo>
                <a:close/>
              </a:path>
            </a:pathLst>
          </a:custGeom>
          <a:blipFill xmlns:a="http://schemas.openxmlformats.org/drawingml/2006/main">
            <a:blip xmlns:r="http://schemas.openxmlformats.org/officeDocument/2006/relationships" r:embed="R6886de02977f4104">
              <a:extLst>
                <a:ext uri="{96DAC541-7B7A-43D3-8B79-37D633B846F1}">
                  <asvg:svgBlip xmlns:asvg="http://schemas.microsoft.com/office/drawing/2016/SVG/main" r:embed="Rffcc8ea4705645d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8" name="Freeform 48">
            <a:extLst xmlns:a="http://schemas.openxmlformats.org/drawingml/2006/main">
              <a:ext uri="{FF2B5EF4-FFF2-40B4-BE49-F238E27FC236}">
                <a16:creationId xmlns:a16="http://schemas.microsoft.com/office/drawing/2014/main" id="{80910F64-BE88-4AF7-989B-F0910ACD49E1}"/>
              </a:ext>
            </a:extLst>
          </p:cNvPr>
          <p:cNvSpPr>
            <a:spLocks xmlns:a="http://schemas.openxmlformats.org/drawingml/2006/main" noGrp="1"/>
          </p:cNvSpPr>
          <p:nvPr/>
        </p:nvSpPr>
        <p:spPr>
          <a:xfrm xmlns:a="http://schemas.openxmlformats.org/drawingml/2006/main">
            <a:off x="11744325" y="3057525"/>
            <a:ext cx="5086350" cy="428625"/>
          </a:xfrm>
          <a:custGeom xmlns:a="http://schemas.openxmlformats.org/drawingml/2006/main">
            <a:rect l="l" t="t" r="r" b="b"/>
            <a:pathLst>
              <a:path w="6781800" h="571500">
                <a:moveTo>
                  <a:pt x="0" y="0"/>
                </a:moveTo>
                <a:lnTo>
                  <a:pt x="6781800" y="0"/>
                </a:lnTo>
                <a:lnTo>
                  <a:pt x="6781800" y="571500"/>
                </a:lnTo>
                <a:lnTo>
                  <a:pt x="0" y="571500"/>
                </a:lnTo>
                <a:close/>
              </a:path>
            </a:pathLst>
          </a:custGeom>
          <a:blipFill xmlns:a="http://schemas.openxmlformats.org/drawingml/2006/main">
            <a:blip xmlns:r="http://schemas.openxmlformats.org/officeDocument/2006/relationships" r:embed="R2a51909bfe18492c">
              <a:alphaModFix amt="0"/>
            </a:blip>
            <a:stretch>
              <a:fillRect l="0" t="-181062" r="0" b="-181060"/>
            </a:stretch>
          </a:blipFill>
        </p:spPr>
        <p:txBody>
          <a:bodyPr xmlns:a="http://schemas.openxmlformats.org/drawingml/2006/main"/>
          <a:lstStyle xmlns:a="http://schemas.openxmlformats.org/drawingml/2006/main"/>
          <a:p xmlns:a="http://schemas.openxmlformats.org/drawingml/2006/main"/>
        </p:txBody>
      </p:sp>
      <p:sp>
        <p:nvSpPr>
          <p:cNvPr id="50" name="Freeform 50">
            <a:extLst xmlns:a="http://schemas.openxmlformats.org/drawingml/2006/main">
              <a:ext uri="{FF2B5EF4-FFF2-40B4-BE49-F238E27FC236}">
                <a16:creationId xmlns:a16="http://schemas.microsoft.com/office/drawing/2014/main" id="{A4A6A433-3420-4E00-9F00-FEDAF961847F}"/>
              </a:ext>
            </a:extLst>
          </p:cNvPr>
          <p:cNvSpPr>
            <a:spLocks xmlns:a="http://schemas.openxmlformats.org/drawingml/2006/main" noGrp="1"/>
          </p:cNvSpPr>
          <p:nvPr/>
        </p:nvSpPr>
        <p:spPr>
          <a:xfrm xmlns:a="http://schemas.openxmlformats.org/drawingml/2006/main">
            <a:off x="11744325" y="3028950"/>
            <a:ext cx="5086350" cy="457200"/>
          </a:xfrm>
          <a:custGeom xmlns:a="http://schemas.openxmlformats.org/drawingml/2006/main">
            <a:rect l="l" t="t" r="r" b="b"/>
            <a:pathLst>
              <a:path w="6781800" h="609600">
                <a:moveTo>
                  <a:pt x="0" y="0"/>
                </a:moveTo>
                <a:lnTo>
                  <a:pt x="6781800" y="0"/>
                </a:lnTo>
                <a:lnTo>
                  <a:pt x="6781800" y="609600"/>
                </a:lnTo>
                <a:lnTo>
                  <a:pt x="0" y="609600"/>
                </a:lnTo>
                <a:close/>
              </a:path>
            </a:pathLst>
          </a:custGeom>
          <a:blipFill xmlns:a="http://schemas.openxmlformats.org/drawingml/2006/main">
            <a:blip xmlns:r="http://schemas.openxmlformats.org/officeDocument/2006/relationships" r:embed="R678ea9774640489a">
              <a:alphaModFix amt="0"/>
            </a:blip>
            <a:stretch>
              <a:fillRect l="0" t="-166771" r="0" b="-166771"/>
            </a:stretch>
          </a:blipFill>
        </p:spPr>
        <p:txBody>
          <a:bodyPr xmlns:a="http://schemas.openxmlformats.org/drawingml/2006/main"/>
          <a:lstStyle xmlns:a="http://schemas.openxmlformats.org/drawingml/2006/main"/>
          <a:p xmlns:a="http://schemas.openxmlformats.org/drawingml/2006/main"/>
        </p:txBody>
      </p:sp>
      <p:sp>
        <p:nvSpPr>
          <p:cNvPr id="51" name="TextBox 51">
            <a:extLst xmlns:a="http://schemas.openxmlformats.org/drawingml/2006/main">
              <a:ext uri="{FF2B5EF4-FFF2-40B4-BE49-F238E27FC236}">
                <a16:creationId xmlns:a16="http://schemas.microsoft.com/office/drawing/2014/main" id="{B2284FEB-C914-44FA-B97E-359BB0ACC130}"/>
              </a:ext>
            </a:extLst>
          </p:cNvPr>
          <p:cNvSpPr>
            <a:spLocks xmlns:a="http://schemas.openxmlformats.org/drawingml/2006/main" noGrp="1"/>
          </p:cNvSpPr>
          <p:nvPr/>
        </p:nvSpPr>
        <p:spPr>
          <a:xfrm xmlns:a="http://schemas.openxmlformats.org/drawingml/2006/main">
            <a:off x="11744325" y="3000375"/>
            <a:ext cx="50863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추가 질문 제공 방식</a:t>
            </a:r>
          </a:p>
        </p:txBody>
      </p:sp>
      <p:sp>
        <p:nvSpPr>
          <p:cNvPr id="52" name="TextBox 52">
            <a:extLst xmlns:a="http://schemas.openxmlformats.org/drawingml/2006/main">
              <a:ext uri="{FF2B5EF4-FFF2-40B4-BE49-F238E27FC236}">
                <a16:creationId xmlns:a16="http://schemas.microsoft.com/office/drawing/2014/main" id="{82735C8B-B71A-4063-B069-5389276E4EF9}"/>
              </a:ext>
            </a:extLst>
          </p:cNvPr>
          <p:cNvSpPr>
            <a:spLocks xmlns:a="http://schemas.openxmlformats.org/drawingml/2006/main" noGrp="1"/>
          </p:cNvSpPr>
          <p:nvPr/>
        </p:nvSpPr>
        <p:spPr>
          <a:xfrm xmlns:a="http://schemas.openxmlformats.org/drawingml/2006/main">
            <a:off x="11835765" y="3598545"/>
            <a:ext cx="4903470" cy="33851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버튼 후보를 우선 제공</a:t>
            </a:r>
          </a:p>
          <a:p xmlns:a="http://schemas.openxmlformats.org/drawingml/2006/main">
            <a:pPr algn="l">
              <a:lnSpc>
                <a:spcPts val="2160"/>
              </a:lnSpc>
              <a:buNone/>
            </a:pPr>
            <a:r>
              <a:rPr sz="1800">
                <a:solidFill>
                  <a:srgbClr val="9299A3"/>
                </a:solidFill>
                <a:latin typeface="Calibri (MS)"/>
                <a:ea typeface="Calibri (MS)"/>
                <a:cs typeface="Calibri (MS)"/>
              </a:rPr>
              <a:t>선택지 없으면 자유 입력</a:t>
            </a:r>
          </a:p>
        </p:txBody>
      </p:sp>
      <p:sp>
        <p:nvSpPr>
          <p:cNvPr id="53" name="Freeform 53">
            <a:extLst xmlns:a="http://schemas.openxmlformats.org/drawingml/2006/main">
              <a:ext uri="{FF2B5EF4-FFF2-40B4-BE49-F238E27FC236}">
                <a16:creationId xmlns:a16="http://schemas.microsoft.com/office/drawing/2014/main" id="{F6E13496-1C48-4D60-BFB3-507175118609}"/>
              </a:ext>
            </a:extLst>
          </p:cNvPr>
          <p:cNvSpPr>
            <a:spLocks xmlns:a="http://schemas.openxmlformats.org/drawingml/2006/main" noGrp="1"/>
          </p:cNvSpPr>
          <p:nvPr/>
        </p:nvSpPr>
        <p:spPr>
          <a:xfrm xmlns:a="http://schemas.openxmlformats.org/drawingml/2006/main">
            <a:off x="557212" y="7772400"/>
            <a:ext cx="16602075" cy="1314450"/>
          </a:xfrm>
          <a:custGeom xmlns:a="http://schemas.openxmlformats.org/drawingml/2006/main">
            <a:rect l="l" t="t" r="r" b="b"/>
            <a:pathLst>
              <a:path w="16602075" h="1314450">
                <a:moveTo>
                  <a:pt x="0" y="0"/>
                </a:moveTo>
                <a:lnTo>
                  <a:pt x="16602076" y="0"/>
                </a:lnTo>
                <a:lnTo>
                  <a:pt x="16602076" y="1314450"/>
                </a:lnTo>
                <a:lnTo>
                  <a:pt x="0" y="1314450"/>
                </a:lnTo>
                <a:lnTo>
                  <a:pt x="0" y="0"/>
                </a:lnTo>
                <a:close/>
              </a:path>
            </a:pathLst>
          </a:custGeom>
          <a:blipFill xmlns:a="http://schemas.openxmlformats.org/drawingml/2006/main">
            <a:blip xmlns:r="http://schemas.openxmlformats.org/officeDocument/2006/relationships" r:embed="R34205a83d0c84789">
              <a:extLst>
                <a:ext uri="{96DAC541-7B7A-43D3-8B79-37D633B846F1}">
                  <asvg:svgBlip xmlns:asvg="http://schemas.microsoft.com/office/drawing/2016/SVG/main" r:embed="R43ce8850317d443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5" name="Freeform 55">
            <a:extLst xmlns:a="http://schemas.openxmlformats.org/drawingml/2006/main">
              <a:ext uri="{FF2B5EF4-FFF2-40B4-BE49-F238E27FC236}">
                <a16:creationId xmlns:a16="http://schemas.microsoft.com/office/drawing/2014/main" id="{157BF2E8-6C05-461E-83E0-11218A99F341}"/>
              </a:ext>
            </a:extLst>
          </p:cNvPr>
          <p:cNvSpPr>
            <a:spLocks xmlns:a="http://schemas.openxmlformats.org/drawingml/2006/main" noGrp="1"/>
          </p:cNvSpPr>
          <p:nvPr/>
        </p:nvSpPr>
        <p:spPr>
          <a:xfrm xmlns:a="http://schemas.openxmlformats.org/drawingml/2006/main">
            <a:off x="885825" y="7986712"/>
            <a:ext cx="15944850" cy="428625"/>
          </a:xfrm>
          <a:custGeom xmlns:a="http://schemas.openxmlformats.org/drawingml/2006/main">
            <a:rect l="l" t="t" r="r" b="b"/>
            <a:pathLst>
              <a:path w="21259800" h="571500">
                <a:moveTo>
                  <a:pt x="0" y="0"/>
                </a:moveTo>
                <a:lnTo>
                  <a:pt x="21259800" y="0"/>
                </a:lnTo>
                <a:lnTo>
                  <a:pt x="21259800" y="571500"/>
                </a:lnTo>
                <a:lnTo>
                  <a:pt x="0" y="571500"/>
                </a:lnTo>
                <a:close/>
              </a:path>
            </a:pathLst>
          </a:custGeom>
          <a:blipFill xmlns:a="http://schemas.openxmlformats.org/drawingml/2006/main">
            <a:blip xmlns:r="http://schemas.openxmlformats.org/officeDocument/2006/relationships" r:embed="R2a51909bfe18492c">
              <a:alphaModFix amt="0"/>
            </a:blip>
            <a:stretch>
              <a:fillRect l="0" t="-674339" r="0" b="-674337"/>
            </a:stretch>
          </a:blipFill>
        </p:spPr>
        <p:txBody>
          <a:bodyPr xmlns:a="http://schemas.openxmlformats.org/drawingml/2006/main"/>
          <a:lstStyle xmlns:a="http://schemas.openxmlformats.org/drawingml/2006/main"/>
          <a:p xmlns:a="http://schemas.openxmlformats.org/drawingml/2006/main"/>
        </p:txBody>
      </p:sp>
      <p:sp>
        <p:nvSpPr>
          <p:cNvPr id="57" name="Freeform 57">
            <a:extLst xmlns:a="http://schemas.openxmlformats.org/drawingml/2006/main">
              <a:ext uri="{FF2B5EF4-FFF2-40B4-BE49-F238E27FC236}">
                <a16:creationId xmlns:a16="http://schemas.microsoft.com/office/drawing/2014/main" id="{D5E2603D-49BC-46CF-B7CB-FB0547BD4997}"/>
              </a:ext>
            </a:extLst>
          </p:cNvPr>
          <p:cNvSpPr>
            <a:spLocks xmlns:a="http://schemas.openxmlformats.org/drawingml/2006/main" noGrp="1"/>
          </p:cNvSpPr>
          <p:nvPr/>
        </p:nvSpPr>
        <p:spPr>
          <a:xfrm xmlns:a="http://schemas.openxmlformats.org/drawingml/2006/main">
            <a:off x="885825" y="7958138"/>
            <a:ext cx="15944850" cy="457200"/>
          </a:xfrm>
          <a:custGeom xmlns:a="http://schemas.openxmlformats.org/drawingml/2006/main">
            <a:rect l="l" t="t" r="r" b="b"/>
            <a:pathLst>
              <a:path w="21259800" h="609600">
                <a:moveTo>
                  <a:pt x="0" y="0"/>
                </a:moveTo>
                <a:lnTo>
                  <a:pt x="21259800" y="0"/>
                </a:lnTo>
                <a:lnTo>
                  <a:pt x="21259800" y="609600"/>
                </a:lnTo>
                <a:lnTo>
                  <a:pt x="0" y="609600"/>
                </a:lnTo>
                <a:close/>
              </a:path>
            </a:pathLst>
          </a:custGeom>
          <a:blipFill xmlns:a="http://schemas.openxmlformats.org/drawingml/2006/main">
            <a:blip xmlns:r="http://schemas.openxmlformats.org/officeDocument/2006/relationships" r:embed="R678ea9774640489a">
              <a:alphaModFix amt="0"/>
            </a:blip>
            <a:stretch>
              <a:fillRect l="0" t="-629540" r="0" b="-629540"/>
            </a:stretch>
          </a:blipFill>
        </p:spPr>
        <p:txBody>
          <a:bodyPr xmlns:a="http://schemas.openxmlformats.org/drawingml/2006/main"/>
          <a:lstStyle xmlns:a="http://schemas.openxmlformats.org/drawingml/2006/main"/>
          <a:p xmlns:a="http://schemas.openxmlformats.org/drawingml/2006/main"/>
        </p:txBody>
      </p:sp>
      <p:sp>
        <p:nvSpPr>
          <p:cNvPr id="58" name="TextBox 58">
            <a:extLst xmlns:a="http://schemas.openxmlformats.org/drawingml/2006/main">
              <a:ext uri="{FF2B5EF4-FFF2-40B4-BE49-F238E27FC236}">
                <a16:creationId xmlns:a16="http://schemas.microsoft.com/office/drawing/2014/main" id="{3956960C-0B10-4815-A278-066E0E949BC6}"/>
              </a:ext>
            </a:extLst>
          </p:cNvPr>
          <p:cNvSpPr>
            <a:spLocks xmlns:a="http://schemas.openxmlformats.org/drawingml/2006/main" noGrp="1"/>
          </p:cNvSpPr>
          <p:nvPr/>
        </p:nvSpPr>
        <p:spPr>
          <a:xfrm xmlns:a="http://schemas.openxmlformats.org/drawingml/2006/main">
            <a:off x="885825" y="7929563"/>
            <a:ext cx="15944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최종 사용자 흐름</a:t>
            </a:r>
          </a:p>
        </p:txBody>
      </p:sp>
      <p:sp>
        <p:nvSpPr>
          <p:cNvPr id="59" name="TextBox 59">
            <a:extLst xmlns:a="http://schemas.openxmlformats.org/drawingml/2006/main">
              <a:ext uri="{FF2B5EF4-FFF2-40B4-BE49-F238E27FC236}">
                <a16:creationId xmlns:a16="http://schemas.microsoft.com/office/drawing/2014/main" id="{C0E0A972-6D77-445B-BCE7-C540F36CDD8A}"/>
              </a:ext>
            </a:extLst>
          </p:cNvPr>
          <p:cNvSpPr>
            <a:spLocks xmlns:a="http://schemas.openxmlformats.org/drawingml/2006/main" noGrp="1"/>
          </p:cNvSpPr>
          <p:nvPr/>
        </p:nvSpPr>
        <p:spPr>
          <a:xfrm xmlns:a="http://schemas.openxmlformats.org/drawingml/2006/main">
            <a:off x="977265" y="8527732"/>
            <a:ext cx="15761970" cy="3124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FAQ/자유질문 → 업무·의도 자동분류 → 필요 시 버튼형 추가질문 → 근거 답변·출처</a:t>
            </a:r>
          </a:p>
        </p:txBody>
      </p:sp>
    </p:spTree>
    <p:extLst>
      <p:ext uri="{BB962C8B-B14F-4D97-AF65-F5344CB8AC3E}">
        <p14:creationId xmlns:p14="http://schemas.microsoft.com/office/powerpoint/2010/main" val="706380340"/>
      </p:ext>
    </p:extLst>
  </p:cSld>
</p:sld>
</file>

<file path=ppt/slides/slide12.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0549071-E14B-4472-9862-07796313CBD2}"/>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be5f71c96049406a">
              <a:extLst>
                <a:ext uri="{96DAC541-7B7A-43D3-8B79-37D633B846F1}">
                  <asvg:svgBlip xmlns:asvg="http://schemas.microsoft.com/office/drawing/2016/SVG/main" r:embed="Rf55156d903624348"/>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6EEA438-FC53-4C6A-B98E-03B0CBDED6EE}"/>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4dda8431c92f4614">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4B9A0F36-5DB8-4470-AF9A-B79AFDE89356}"/>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f2da7f5af0e64757">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4275A12D-20F5-4B37-8B11-1FA2A0E524E7}"/>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서비스 측면에서의 시스템 구축</a:t>
            </a:r>
          </a:p>
        </p:txBody>
      </p:sp>
      <p:sp>
        <p:nvSpPr>
          <p:cNvPr id="9" name="Freeform 9">
            <a:extLst xmlns:a="http://schemas.openxmlformats.org/drawingml/2006/main">
              <a:ext uri="{FF2B5EF4-FFF2-40B4-BE49-F238E27FC236}">
                <a16:creationId xmlns:a16="http://schemas.microsoft.com/office/drawing/2014/main" id="{F7F175C7-30CE-48CD-A81E-B3C9D6B4CAF5}"/>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4dda8431c92f4614">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C809B268-F63B-4B51-B7EB-B97C18EC2F78}"/>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f2da7f5af0e64757">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D11A67D3-544D-49E6-901D-576CC5FD4721}"/>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사용자 화면과 검색·생성·데이터 계층의 관계를 정리합니다</a:t>
            </a:r>
          </a:p>
        </p:txBody>
      </p:sp>
      <p:sp>
        <p:nvSpPr>
          <p:cNvPr id="14" name="Freeform 14">
            <a:extLst xmlns:a="http://schemas.openxmlformats.org/drawingml/2006/main">
              <a:ext uri="{FF2B5EF4-FFF2-40B4-BE49-F238E27FC236}">
                <a16:creationId xmlns:a16="http://schemas.microsoft.com/office/drawing/2014/main" id="{53F62770-4B59-4B06-BDD3-B4FC99E6A896}"/>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4dda8431c92f4614">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BD668E53-3B78-4720-8DD2-0C01C1CA91BC}"/>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f2da7f5af0e64757">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7E6D6CD-5E71-49B4-AC44-91D750B31481}"/>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사용자 선택·자동 분류·검색·답변·평가가 한 서비스 흐름으로 연결</a:t>
            </a:r>
          </a:p>
        </p:txBody>
      </p:sp>
      <p:sp>
        <p:nvSpPr>
          <p:cNvPr id="19" name="Freeform 19">
            <a:extLst xmlns:a="http://schemas.openxmlformats.org/drawingml/2006/main">
              <a:ext uri="{FF2B5EF4-FFF2-40B4-BE49-F238E27FC236}">
                <a16:creationId xmlns:a16="http://schemas.microsoft.com/office/drawing/2014/main" id="{576B3866-26B4-4D3F-AC98-DED2469ABD04}"/>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8DAFDE11-9C2C-46C4-84AE-B17D62A21C1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6726DD36-15D4-438D-A899-BEC2EA2EF5F0}"/>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4dda8431c92f4614">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F260925F-6BF0-4F34-9362-106C06852D7A}"/>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f2da7f5af0e64757">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D9691E9D-146D-4DBD-B8D0-C4EC4494318E}"/>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0B47B77D-DCD2-4F76-ADBA-C98B88A2FE9B}"/>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4dda8431c92f4614">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C7F696AF-8798-4E82-8FE3-711D0F06CC19}"/>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f2da7f5af0e64757">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1D34F570-6CAF-40D0-B7F2-8893BB6804AE}"/>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13</a:t>
            </a:r>
          </a:p>
        </p:txBody>
      </p:sp>
      <p:sp>
        <p:nvSpPr>
          <p:cNvPr id="32" name="Freeform 32">
            <a:extLst xmlns:a="http://schemas.openxmlformats.org/drawingml/2006/main">
              <a:ext uri="{FF2B5EF4-FFF2-40B4-BE49-F238E27FC236}">
                <a16:creationId xmlns:a16="http://schemas.microsoft.com/office/drawing/2014/main" id="{97FB5F86-2C4F-4031-8B24-D308BDA2B07A}"/>
              </a:ext>
            </a:extLst>
          </p:cNvPr>
          <p:cNvSpPr>
            <a:spLocks xmlns:a="http://schemas.openxmlformats.org/drawingml/2006/main" noGrp="1"/>
          </p:cNvSpPr>
          <p:nvPr/>
        </p:nvSpPr>
        <p:spPr>
          <a:xfrm xmlns:a="http://schemas.openxmlformats.org/drawingml/2006/main">
            <a:off x="2414588" y="2628900"/>
            <a:ext cx="13458825" cy="1143000"/>
          </a:xfrm>
          <a:custGeom xmlns:a="http://schemas.openxmlformats.org/drawingml/2006/main">
            <a:rect l="l" t="t" r="r" b="b"/>
            <a:pathLst>
              <a:path w="13458825" h="1143000">
                <a:moveTo>
                  <a:pt x="0" y="0"/>
                </a:moveTo>
                <a:lnTo>
                  <a:pt x="13458824" y="0"/>
                </a:lnTo>
                <a:lnTo>
                  <a:pt x="13458824" y="1143000"/>
                </a:lnTo>
                <a:lnTo>
                  <a:pt x="0" y="1143000"/>
                </a:lnTo>
                <a:lnTo>
                  <a:pt x="0" y="0"/>
                </a:lnTo>
                <a:close/>
              </a:path>
            </a:pathLst>
          </a:custGeom>
          <a:blipFill xmlns:a="http://schemas.openxmlformats.org/drawingml/2006/main">
            <a:blip xmlns:r="http://schemas.openxmlformats.org/officeDocument/2006/relationships" r:embed="R54312996c31247f5">
              <a:extLst>
                <a:ext uri="{96DAC541-7B7A-43D3-8B79-37D633B846F1}">
                  <asvg:svgBlip xmlns:asvg="http://schemas.microsoft.com/office/drawing/2016/SVG/main" r:embed="R25ed1553ad8941c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47F40330-4C92-4E2B-A831-0EB83518EC05}"/>
              </a:ext>
            </a:extLst>
          </p:cNvPr>
          <p:cNvSpPr>
            <a:spLocks xmlns:a="http://schemas.openxmlformats.org/drawingml/2006/main" noGrp="1"/>
          </p:cNvSpPr>
          <p:nvPr/>
        </p:nvSpPr>
        <p:spPr>
          <a:xfrm xmlns:a="http://schemas.openxmlformats.org/drawingml/2006/main">
            <a:off x="2786062" y="2857500"/>
            <a:ext cx="2928938" cy="642938"/>
          </a:xfrm>
          <a:custGeom xmlns:a="http://schemas.openxmlformats.org/drawingml/2006/main">
            <a:rect l="l" t="t" r="r" b="b"/>
            <a:pathLst>
              <a:path w="3905250" h="857250">
                <a:moveTo>
                  <a:pt x="0" y="0"/>
                </a:moveTo>
                <a:lnTo>
                  <a:pt x="3905250" y="0"/>
                </a:lnTo>
                <a:lnTo>
                  <a:pt x="3905250" y="857250"/>
                </a:lnTo>
                <a:lnTo>
                  <a:pt x="0" y="857250"/>
                </a:lnTo>
                <a:close/>
              </a:path>
            </a:pathLst>
          </a:custGeom>
          <a:blipFill xmlns:a="http://schemas.openxmlformats.org/drawingml/2006/main">
            <a:blip xmlns:r="http://schemas.openxmlformats.org/officeDocument/2006/relationships" r:embed="R4dda8431c92f4614">
              <a:alphaModFix amt="0"/>
            </a:blip>
            <a:stretch>
              <a:fillRect l="0" t="-38703" r="0" b="-38703"/>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EF05346C-8620-47C8-8C5F-9A2564E9EC40}"/>
              </a:ext>
            </a:extLst>
          </p:cNvPr>
          <p:cNvSpPr>
            <a:spLocks xmlns:a="http://schemas.openxmlformats.org/drawingml/2006/main" noGrp="1"/>
          </p:cNvSpPr>
          <p:nvPr/>
        </p:nvSpPr>
        <p:spPr>
          <a:xfrm xmlns:a="http://schemas.openxmlformats.org/drawingml/2006/main">
            <a:off x="2786062" y="2828925"/>
            <a:ext cx="2928938" cy="671512"/>
          </a:xfrm>
          <a:custGeom xmlns:a="http://schemas.openxmlformats.org/drawingml/2006/main">
            <a:rect l="l" t="t" r="r" b="b"/>
            <a:pathLst>
              <a:path w="3905251" h="895351">
                <a:moveTo>
                  <a:pt x="0" y="0"/>
                </a:moveTo>
                <a:lnTo>
                  <a:pt x="3905251" y="0"/>
                </a:lnTo>
                <a:lnTo>
                  <a:pt x="3905251" y="895351"/>
                </a:lnTo>
                <a:lnTo>
                  <a:pt x="0" y="895351"/>
                </a:lnTo>
                <a:close/>
              </a:path>
            </a:pathLst>
          </a:custGeom>
          <a:blipFill xmlns:a="http://schemas.openxmlformats.org/drawingml/2006/main">
            <a:blip xmlns:r="http://schemas.openxmlformats.org/officeDocument/2006/relationships" r:embed="Rf2da7f5af0e64757">
              <a:alphaModFix amt="0"/>
            </a:blip>
            <a:stretch>
              <a:fillRect l="0" t="-34987" r="0" b="-3498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BB2B6003-9996-4018-A0E9-09DFDB610157}"/>
              </a:ext>
            </a:extLst>
          </p:cNvPr>
          <p:cNvSpPr>
            <a:spLocks xmlns:a="http://schemas.openxmlformats.org/drawingml/2006/main" noGrp="1"/>
          </p:cNvSpPr>
          <p:nvPr/>
        </p:nvSpPr>
        <p:spPr>
          <a:xfrm xmlns:a="http://schemas.openxmlformats.org/drawingml/2006/main">
            <a:off x="2786062" y="2800351"/>
            <a:ext cx="2928938"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사용자 접점</a:t>
            </a:r>
          </a:p>
        </p:txBody>
      </p:sp>
      <p:sp>
        <p:nvSpPr>
          <p:cNvPr id="39" name="Freeform 39">
            <a:extLst xmlns:a="http://schemas.openxmlformats.org/drawingml/2006/main">
              <a:ext uri="{FF2B5EF4-FFF2-40B4-BE49-F238E27FC236}">
                <a16:creationId xmlns:a16="http://schemas.microsoft.com/office/drawing/2014/main" id="{D01B9048-DC1B-4720-9553-F2D71AEC0B96}"/>
              </a:ext>
            </a:extLst>
          </p:cNvPr>
          <p:cNvSpPr>
            <a:spLocks xmlns:a="http://schemas.openxmlformats.org/drawingml/2006/main" noGrp="1"/>
          </p:cNvSpPr>
          <p:nvPr/>
        </p:nvSpPr>
        <p:spPr>
          <a:xfrm xmlns:a="http://schemas.openxmlformats.org/drawingml/2006/main">
            <a:off x="5929312" y="2857500"/>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4dda8431c92f4614">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CD24A895-7344-4BA8-8239-94FA55747AA4}"/>
              </a:ext>
            </a:extLst>
          </p:cNvPr>
          <p:cNvSpPr>
            <a:spLocks xmlns:a="http://schemas.openxmlformats.org/drawingml/2006/main" noGrp="1"/>
          </p:cNvSpPr>
          <p:nvPr/>
        </p:nvSpPr>
        <p:spPr>
          <a:xfrm xmlns:a="http://schemas.openxmlformats.org/drawingml/2006/main">
            <a:off x="5929312" y="2828925"/>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f2da7f5af0e64757">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42" name="TextBox 42">
            <a:extLst xmlns:a="http://schemas.openxmlformats.org/drawingml/2006/main">
              <a:ext uri="{FF2B5EF4-FFF2-40B4-BE49-F238E27FC236}">
                <a16:creationId xmlns:a16="http://schemas.microsoft.com/office/drawing/2014/main" id="{E66F37AB-9196-4F6F-B2E8-09FA2D0E7B7A}"/>
              </a:ext>
            </a:extLst>
          </p:cNvPr>
          <p:cNvSpPr>
            <a:spLocks xmlns:a="http://schemas.openxmlformats.org/drawingml/2006/main" noGrp="1"/>
          </p:cNvSpPr>
          <p:nvPr/>
        </p:nvSpPr>
        <p:spPr>
          <a:xfrm xmlns:a="http://schemas.openxmlformats.org/drawingml/2006/main">
            <a:off x="5929312" y="2800351"/>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FAQ TOP 5·자유 질문</a:t>
            </a:r>
          </a:p>
          <a:p xmlns:a="http://schemas.openxmlformats.org/drawingml/2006/main">
            <a:pPr algn="l">
              <a:lnSpc>
                <a:spcPts val="2160"/>
              </a:lnSpc>
              <a:buNone/>
            </a:pPr>
            <a:r>
              <a:rPr sz="1800">
                <a:solidFill>
                  <a:srgbClr val="9299A3"/>
                </a:solidFill>
                <a:latin typeface="Calibri (MS)"/>
                <a:ea typeface="Calibri (MS)"/>
                <a:cs typeface="Calibri (MS)"/>
              </a:rPr>
              <a:t>쉬운 설명·업무·의도 선택</a:t>
            </a:r>
          </a:p>
        </p:txBody>
      </p:sp>
      <p:sp>
        <p:nvSpPr>
          <p:cNvPr id="43" name="Freeform 43">
            <a:extLst xmlns:a="http://schemas.openxmlformats.org/drawingml/2006/main">
              <a:ext uri="{FF2B5EF4-FFF2-40B4-BE49-F238E27FC236}">
                <a16:creationId xmlns:a16="http://schemas.microsoft.com/office/drawing/2014/main" id="{089B0485-D2F0-4489-BBA9-623CCF23DF4B}"/>
              </a:ext>
            </a:extLst>
          </p:cNvPr>
          <p:cNvSpPr>
            <a:spLocks xmlns:a="http://schemas.openxmlformats.org/drawingml/2006/main" noGrp="1"/>
          </p:cNvSpPr>
          <p:nvPr/>
        </p:nvSpPr>
        <p:spPr>
          <a:xfrm xmlns:a="http://schemas.openxmlformats.org/drawingml/2006/main">
            <a:off x="2414588" y="4148138"/>
            <a:ext cx="13458825" cy="1143000"/>
          </a:xfrm>
          <a:custGeom xmlns:a="http://schemas.openxmlformats.org/drawingml/2006/main">
            <a:rect l="l" t="t" r="r" b="b"/>
            <a:pathLst>
              <a:path w="13458825" h="1143000">
                <a:moveTo>
                  <a:pt x="0" y="0"/>
                </a:moveTo>
                <a:lnTo>
                  <a:pt x="13458824" y="0"/>
                </a:lnTo>
                <a:lnTo>
                  <a:pt x="13458824" y="1143000"/>
                </a:lnTo>
                <a:lnTo>
                  <a:pt x="0" y="1143000"/>
                </a:lnTo>
                <a:lnTo>
                  <a:pt x="0" y="0"/>
                </a:lnTo>
                <a:close/>
              </a:path>
            </a:pathLst>
          </a:custGeom>
          <a:blipFill xmlns:a="http://schemas.openxmlformats.org/drawingml/2006/main">
            <a:blip xmlns:r="http://schemas.openxmlformats.org/officeDocument/2006/relationships" r:embed="R5172eed2f4ab46e8">
              <a:extLst>
                <a:ext uri="{96DAC541-7B7A-43D3-8B79-37D633B846F1}">
                  <asvg:svgBlip xmlns:asvg="http://schemas.microsoft.com/office/drawing/2016/SVG/main" r:embed="R04cba07a13c54ea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5" name="Freeform 45">
            <a:extLst xmlns:a="http://schemas.openxmlformats.org/drawingml/2006/main">
              <a:ext uri="{FF2B5EF4-FFF2-40B4-BE49-F238E27FC236}">
                <a16:creationId xmlns:a16="http://schemas.microsoft.com/office/drawing/2014/main" id="{877ECDBF-6B50-469B-8ECC-79482809E4DE}"/>
              </a:ext>
            </a:extLst>
          </p:cNvPr>
          <p:cNvSpPr>
            <a:spLocks xmlns:a="http://schemas.openxmlformats.org/drawingml/2006/main" noGrp="1"/>
          </p:cNvSpPr>
          <p:nvPr/>
        </p:nvSpPr>
        <p:spPr>
          <a:xfrm xmlns:a="http://schemas.openxmlformats.org/drawingml/2006/main">
            <a:off x="2786062" y="4357688"/>
            <a:ext cx="2928938" cy="642938"/>
          </a:xfrm>
          <a:custGeom xmlns:a="http://schemas.openxmlformats.org/drawingml/2006/main">
            <a:rect l="l" t="t" r="r" b="b"/>
            <a:pathLst>
              <a:path w="3905250" h="857250">
                <a:moveTo>
                  <a:pt x="0" y="0"/>
                </a:moveTo>
                <a:lnTo>
                  <a:pt x="3905250" y="0"/>
                </a:lnTo>
                <a:lnTo>
                  <a:pt x="3905250" y="857250"/>
                </a:lnTo>
                <a:lnTo>
                  <a:pt x="0" y="857250"/>
                </a:lnTo>
                <a:close/>
              </a:path>
            </a:pathLst>
          </a:custGeom>
          <a:blipFill xmlns:a="http://schemas.openxmlformats.org/drawingml/2006/main">
            <a:blip xmlns:r="http://schemas.openxmlformats.org/officeDocument/2006/relationships" r:embed="R4dda8431c92f4614">
              <a:alphaModFix amt="0"/>
            </a:blip>
            <a:stretch>
              <a:fillRect l="0" t="-38703" r="0" b="-38703"/>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BC68FA6-3FD6-4A11-9D16-EB581FC79C8B}"/>
              </a:ext>
            </a:extLst>
          </p:cNvPr>
          <p:cNvSpPr>
            <a:spLocks xmlns:a="http://schemas.openxmlformats.org/drawingml/2006/main" noGrp="1"/>
          </p:cNvSpPr>
          <p:nvPr/>
        </p:nvSpPr>
        <p:spPr>
          <a:xfrm xmlns:a="http://schemas.openxmlformats.org/drawingml/2006/main">
            <a:off x="2786062" y="4329112"/>
            <a:ext cx="2928938" cy="671512"/>
          </a:xfrm>
          <a:custGeom xmlns:a="http://schemas.openxmlformats.org/drawingml/2006/main">
            <a:rect l="l" t="t" r="r" b="b"/>
            <a:pathLst>
              <a:path w="3905251" h="895351">
                <a:moveTo>
                  <a:pt x="0" y="0"/>
                </a:moveTo>
                <a:lnTo>
                  <a:pt x="3905251" y="0"/>
                </a:lnTo>
                <a:lnTo>
                  <a:pt x="3905251" y="895351"/>
                </a:lnTo>
                <a:lnTo>
                  <a:pt x="0" y="895351"/>
                </a:lnTo>
                <a:close/>
              </a:path>
            </a:pathLst>
          </a:custGeom>
          <a:blipFill xmlns:a="http://schemas.openxmlformats.org/drawingml/2006/main">
            <a:blip xmlns:r="http://schemas.openxmlformats.org/officeDocument/2006/relationships" r:embed="Rf2da7f5af0e64757">
              <a:alphaModFix amt="0"/>
            </a:blip>
            <a:stretch>
              <a:fillRect l="0" t="-34987" r="0" b="-34987"/>
            </a:stretch>
          </a:blipFill>
        </p:spPr>
        <p:txBody>
          <a:bodyPr xmlns:a="http://schemas.openxmlformats.org/drawingml/2006/main"/>
          <a:lstStyle xmlns:a="http://schemas.openxmlformats.org/drawingml/2006/main"/>
          <a:p xmlns:a="http://schemas.openxmlformats.org/drawingml/2006/main"/>
        </p:txBody>
      </p:sp>
      <p:sp>
        <p:nvSpPr>
          <p:cNvPr id="48" name="TextBox 48">
            <a:extLst xmlns:a="http://schemas.openxmlformats.org/drawingml/2006/main">
              <a:ext uri="{FF2B5EF4-FFF2-40B4-BE49-F238E27FC236}">
                <a16:creationId xmlns:a16="http://schemas.microsoft.com/office/drawing/2014/main" id="{A6F24303-130D-48EE-9AE0-E1D8917E1CD4}"/>
              </a:ext>
            </a:extLst>
          </p:cNvPr>
          <p:cNvSpPr>
            <a:spLocks xmlns:a="http://schemas.openxmlformats.org/drawingml/2006/main" noGrp="1"/>
          </p:cNvSpPr>
          <p:nvPr/>
        </p:nvSpPr>
        <p:spPr>
          <a:xfrm xmlns:a="http://schemas.openxmlformats.org/drawingml/2006/main">
            <a:off x="2786062" y="4300538"/>
            <a:ext cx="2928938"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서비스 처리</a:t>
            </a:r>
          </a:p>
        </p:txBody>
      </p:sp>
      <p:sp>
        <p:nvSpPr>
          <p:cNvPr id="50" name="Freeform 50">
            <a:extLst xmlns:a="http://schemas.openxmlformats.org/drawingml/2006/main">
              <a:ext uri="{FF2B5EF4-FFF2-40B4-BE49-F238E27FC236}">
                <a16:creationId xmlns:a16="http://schemas.microsoft.com/office/drawing/2014/main" id="{D220B16F-0B27-426B-8F51-C8A3E3C80986}"/>
              </a:ext>
            </a:extLst>
          </p:cNvPr>
          <p:cNvSpPr>
            <a:spLocks xmlns:a="http://schemas.openxmlformats.org/drawingml/2006/main" noGrp="1"/>
          </p:cNvSpPr>
          <p:nvPr/>
        </p:nvSpPr>
        <p:spPr>
          <a:xfrm xmlns:a="http://schemas.openxmlformats.org/drawingml/2006/main">
            <a:off x="5929312" y="4357688"/>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4dda8431c92f4614">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52" name="Freeform 52">
            <a:extLst xmlns:a="http://schemas.openxmlformats.org/drawingml/2006/main">
              <a:ext uri="{FF2B5EF4-FFF2-40B4-BE49-F238E27FC236}">
                <a16:creationId xmlns:a16="http://schemas.microsoft.com/office/drawing/2014/main" id="{4823A569-1208-46AF-8AFA-0B9FA5C3BD19}"/>
              </a:ext>
            </a:extLst>
          </p:cNvPr>
          <p:cNvSpPr>
            <a:spLocks xmlns:a="http://schemas.openxmlformats.org/drawingml/2006/main" noGrp="1"/>
          </p:cNvSpPr>
          <p:nvPr/>
        </p:nvSpPr>
        <p:spPr>
          <a:xfrm xmlns:a="http://schemas.openxmlformats.org/drawingml/2006/main">
            <a:off x="5929312" y="4329112"/>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f2da7f5af0e64757">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53" name="TextBox 53">
            <a:extLst xmlns:a="http://schemas.openxmlformats.org/drawingml/2006/main">
              <a:ext uri="{FF2B5EF4-FFF2-40B4-BE49-F238E27FC236}">
                <a16:creationId xmlns:a16="http://schemas.microsoft.com/office/drawing/2014/main" id="{5B11C4C0-7E0D-4007-9030-C64E0AA18375}"/>
              </a:ext>
            </a:extLst>
          </p:cNvPr>
          <p:cNvSpPr>
            <a:spLocks xmlns:a="http://schemas.openxmlformats.org/drawingml/2006/main" noGrp="1"/>
          </p:cNvSpPr>
          <p:nvPr/>
        </p:nvSpPr>
        <p:spPr>
          <a:xfrm xmlns:a="http://schemas.openxmlformats.org/drawingml/2006/main">
            <a:off x="5929312" y="4300538"/>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세션 상태·요청 검증</a:t>
            </a:r>
          </a:p>
          <a:p xmlns:a="http://schemas.openxmlformats.org/drawingml/2006/main">
            <a:pPr algn="l">
              <a:lnSpc>
                <a:spcPts val="2160"/>
              </a:lnSpc>
              <a:buNone/>
            </a:pPr>
            <a:r>
              <a:rPr sz="1800">
                <a:solidFill>
                  <a:srgbClr val="9299A3"/>
                </a:solidFill>
                <a:latin typeface="Calibri (MS)"/>
                <a:ea typeface="Calibri (MS)"/>
                <a:cs typeface="Calibri (MS)"/>
              </a:rPr>
              <a:t>LLM API·응답 포맷 관리</a:t>
            </a:r>
          </a:p>
        </p:txBody>
      </p:sp>
      <p:sp>
        <p:nvSpPr>
          <p:cNvPr id="54" name="Freeform 54">
            <a:extLst xmlns:a="http://schemas.openxmlformats.org/drawingml/2006/main">
              <a:ext uri="{FF2B5EF4-FFF2-40B4-BE49-F238E27FC236}">
                <a16:creationId xmlns:a16="http://schemas.microsoft.com/office/drawing/2014/main" id="{D22E7C2F-2881-4728-A381-31CFE79C2BF3}"/>
              </a:ext>
            </a:extLst>
          </p:cNvPr>
          <p:cNvSpPr>
            <a:spLocks xmlns:a="http://schemas.openxmlformats.org/drawingml/2006/main" noGrp="1"/>
          </p:cNvSpPr>
          <p:nvPr/>
        </p:nvSpPr>
        <p:spPr>
          <a:xfrm xmlns:a="http://schemas.openxmlformats.org/drawingml/2006/main">
            <a:off x="2414588" y="5629275"/>
            <a:ext cx="13458825" cy="1143000"/>
          </a:xfrm>
          <a:custGeom xmlns:a="http://schemas.openxmlformats.org/drawingml/2006/main">
            <a:rect l="l" t="t" r="r" b="b"/>
            <a:pathLst>
              <a:path w="13458825" h="1143000">
                <a:moveTo>
                  <a:pt x="0" y="0"/>
                </a:moveTo>
                <a:lnTo>
                  <a:pt x="13458824" y="0"/>
                </a:lnTo>
                <a:lnTo>
                  <a:pt x="13458824" y="1143000"/>
                </a:lnTo>
                <a:lnTo>
                  <a:pt x="0" y="1143000"/>
                </a:lnTo>
                <a:lnTo>
                  <a:pt x="0" y="0"/>
                </a:lnTo>
                <a:close/>
              </a:path>
            </a:pathLst>
          </a:custGeom>
          <a:blipFill xmlns:a="http://schemas.openxmlformats.org/drawingml/2006/main">
            <a:blip xmlns:r="http://schemas.openxmlformats.org/officeDocument/2006/relationships" r:embed="R54312996c31247f5">
              <a:extLst>
                <a:ext uri="{96DAC541-7B7A-43D3-8B79-37D633B846F1}">
                  <asvg:svgBlip xmlns:asvg="http://schemas.microsoft.com/office/drawing/2016/SVG/main" r:embed="R25ed1553ad8941c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6" name="Freeform 56">
            <a:extLst xmlns:a="http://schemas.openxmlformats.org/drawingml/2006/main">
              <a:ext uri="{FF2B5EF4-FFF2-40B4-BE49-F238E27FC236}">
                <a16:creationId xmlns:a16="http://schemas.microsoft.com/office/drawing/2014/main" id="{97FF6C58-40AC-422E-9E30-9ABAFFE5761A}"/>
              </a:ext>
            </a:extLst>
          </p:cNvPr>
          <p:cNvSpPr>
            <a:spLocks xmlns:a="http://schemas.openxmlformats.org/drawingml/2006/main" noGrp="1"/>
          </p:cNvSpPr>
          <p:nvPr/>
        </p:nvSpPr>
        <p:spPr>
          <a:xfrm xmlns:a="http://schemas.openxmlformats.org/drawingml/2006/main">
            <a:off x="2786062" y="5857875"/>
            <a:ext cx="2928938" cy="642938"/>
          </a:xfrm>
          <a:custGeom xmlns:a="http://schemas.openxmlformats.org/drawingml/2006/main">
            <a:rect l="l" t="t" r="r" b="b"/>
            <a:pathLst>
              <a:path w="3905250" h="857250">
                <a:moveTo>
                  <a:pt x="0" y="0"/>
                </a:moveTo>
                <a:lnTo>
                  <a:pt x="3905250" y="0"/>
                </a:lnTo>
                <a:lnTo>
                  <a:pt x="3905250" y="857250"/>
                </a:lnTo>
                <a:lnTo>
                  <a:pt x="0" y="857250"/>
                </a:lnTo>
                <a:close/>
              </a:path>
            </a:pathLst>
          </a:custGeom>
          <a:blipFill xmlns:a="http://schemas.openxmlformats.org/drawingml/2006/main">
            <a:blip xmlns:r="http://schemas.openxmlformats.org/officeDocument/2006/relationships" r:embed="R4dda8431c92f4614">
              <a:alphaModFix amt="0"/>
            </a:blip>
            <a:stretch>
              <a:fillRect l="0" t="-38703" r="0" b="-38703"/>
            </a:stretch>
          </a:blipFill>
        </p:spPr>
        <p:txBody>
          <a:bodyPr xmlns:a="http://schemas.openxmlformats.org/drawingml/2006/main"/>
          <a:lstStyle xmlns:a="http://schemas.openxmlformats.org/drawingml/2006/main"/>
          <a:p xmlns:a="http://schemas.openxmlformats.org/drawingml/2006/main"/>
        </p:txBody>
      </p:sp>
      <p:sp>
        <p:nvSpPr>
          <p:cNvPr id="58" name="Freeform 58">
            <a:extLst xmlns:a="http://schemas.openxmlformats.org/drawingml/2006/main">
              <a:ext uri="{FF2B5EF4-FFF2-40B4-BE49-F238E27FC236}">
                <a16:creationId xmlns:a16="http://schemas.microsoft.com/office/drawing/2014/main" id="{1F953342-8DB8-4ECF-816D-08519D0555AB}"/>
              </a:ext>
            </a:extLst>
          </p:cNvPr>
          <p:cNvSpPr>
            <a:spLocks xmlns:a="http://schemas.openxmlformats.org/drawingml/2006/main" noGrp="1"/>
          </p:cNvSpPr>
          <p:nvPr/>
        </p:nvSpPr>
        <p:spPr>
          <a:xfrm xmlns:a="http://schemas.openxmlformats.org/drawingml/2006/main">
            <a:off x="2786062" y="5829300"/>
            <a:ext cx="2928938" cy="671512"/>
          </a:xfrm>
          <a:custGeom xmlns:a="http://schemas.openxmlformats.org/drawingml/2006/main">
            <a:rect l="l" t="t" r="r" b="b"/>
            <a:pathLst>
              <a:path w="3905251" h="895351">
                <a:moveTo>
                  <a:pt x="0" y="0"/>
                </a:moveTo>
                <a:lnTo>
                  <a:pt x="3905251" y="0"/>
                </a:lnTo>
                <a:lnTo>
                  <a:pt x="3905251" y="895351"/>
                </a:lnTo>
                <a:lnTo>
                  <a:pt x="0" y="895351"/>
                </a:lnTo>
                <a:close/>
              </a:path>
            </a:pathLst>
          </a:custGeom>
          <a:blipFill xmlns:a="http://schemas.openxmlformats.org/drawingml/2006/main">
            <a:blip xmlns:r="http://schemas.openxmlformats.org/officeDocument/2006/relationships" r:embed="Rf2da7f5af0e64757">
              <a:alphaModFix amt="0"/>
            </a:blip>
            <a:stretch>
              <a:fillRect l="0" t="-34987" r="0" b="-34987"/>
            </a:stretch>
          </a:blipFill>
        </p:spPr>
        <p:txBody>
          <a:bodyPr xmlns:a="http://schemas.openxmlformats.org/drawingml/2006/main"/>
          <a:lstStyle xmlns:a="http://schemas.openxmlformats.org/drawingml/2006/main"/>
          <a:p xmlns:a="http://schemas.openxmlformats.org/drawingml/2006/main"/>
        </p:txBody>
      </p:sp>
      <p:sp>
        <p:nvSpPr>
          <p:cNvPr id="59" name="TextBox 59">
            <a:extLst xmlns:a="http://schemas.openxmlformats.org/drawingml/2006/main">
              <a:ext uri="{FF2B5EF4-FFF2-40B4-BE49-F238E27FC236}">
                <a16:creationId xmlns:a16="http://schemas.microsoft.com/office/drawing/2014/main" id="{387D8583-180B-4825-803F-8DB06EBED469}"/>
              </a:ext>
            </a:extLst>
          </p:cNvPr>
          <p:cNvSpPr>
            <a:spLocks xmlns:a="http://schemas.openxmlformats.org/drawingml/2006/main" noGrp="1"/>
          </p:cNvSpPr>
          <p:nvPr/>
        </p:nvSpPr>
        <p:spPr>
          <a:xfrm xmlns:a="http://schemas.openxmlformats.org/drawingml/2006/main">
            <a:off x="2786062" y="5800726"/>
            <a:ext cx="2928938"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RAG 처리</a:t>
            </a:r>
          </a:p>
        </p:txBody>
      </p:sp>
      <p:sp>
        <p:nvSpPr>
          <p:cNvPr id="61" name="Freeform 61">
            <a:extLst xmlns:a="http://schemas.openxmlformats.org/drawingml/2006/main">
              <a:ext uri="{FF2B5EF4-FFF2-40B4-BE49-F238E27FC236}">
                <a16:creationId xmlns:a16="http://schemas.microsoft.com/office/drawing/2014/main" id="{552EBE87-4E61-411B-AA2A-412A6E5EFFD9}"/>
              </a:ext>
            </a:extLst>
          </p:cNvPr>
          <p:cNvSpPr>
            <a:spLocks xmlns:a="http://schemas.openxmlformats.org/drawingml/2006/main" noGrp="1"/>
          </p:cNvSpPr>
          <p:nvPr/>
        </p:nvSpPr>
        <p:spPr>
          <a:xfrm xmlns:a="http://schemas.openxmlformats.org/drawingml/2006/main">
            <a:off x="5929312" y="5857875"/>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4dda8431c92f4614">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63" name="Freeform 63">
            <a:extLst xmlns:a="http://schemas.openxmlformats.org/drawingml/2006/main">
              <a:ext uri="{FF2B5EF4-FFF2-40B4-BE49-F238E27FC236}">
                <a16:creationId xmlns:a16="http://schemas.microsoft.com/office/drawing/2014/main" id="{32C4B0E1-CDF3-4307-B951-2C6E21D043E3}"/>
              </a:ext>
            </a:extLst>
          </p:cNvPr>
          <p:cNvSpPr>
            <a:spLocks xmlns:a="http://schemas.openxmlformats.org/drawingml/2006/main" noGrp="1"/>
          </p:cNvSpPr>
          <p:nvPr/>
        </p:nvSpPr>
        <p:spPr>
          <a:xfrm xmlns:a="http://schemas.openxmlformats.org/drawingml/2006/main">
            <a:off x="5929312" y="5829300"/>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f2da7f5af0e64757">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64" name="TextBox 64">
            <a:extLst xmlns:a="http://schemas.openxmlformats.org/drawingml/2006/main">
              <a:ext uri="{FF2B5EF4-FFF2-40B4-BE49-F238E27FC236}">
                <a16:creationId xmlns:a16="http://schemas.microsoft.com/office/drawing/2014/main" id="{47885F8A-5D2E-43E1-8969-98BBD21BD134}"/>
              </a:ext>
            </a:extLst>
          </p:cNvPr>
          <p:cNvSpPr>
            <a:spLocks xmlns:a="http://schemas.openxmlformats.org/drawingml/2006/main" noGrp="1"/>
          </p:cNvSpPr>
          <p:nvPr/>
        </p:nvSpPr>
        <p:spPr>
          <a:xfrm xmlns:a="http://schemas.openxmlformats.org/drawingml/2006/main">
            <a:off x="5929312" y="5800726"/>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업무·의도 분류 → 필터 검색</a:t>
            </a:r>
          </a:p>
          <a:p xmlns:a="http://schemas.openxmlformats.org/drawingml/2006/main">
            <a:pPr algn="l">
              <a:lnSpc>
                <a:spcPts val="2160"/>
              </a:lnSpc>
              <a:buNone/>
            </a:pPr>
            <a:r>
              <a:rPr sz="1800">
                <a:solidFill>
                  <a:srgbClr val="9299A3"/>
                </a:solidFill>
                <a:latin typeface="Calibri (MS)"/>
                <a:ea typeface="Calibri (MS)"/>
                <a:cs typeface="Calibri (MS)"/>
              </a:rPr>
              <a:t>근거 답변 → 출처 검증</a:t>
            </a:r>
          </a:p>
        </p:txBody>
      </p:sp>
      <p:sp>
        <p:nvSpPr>
          <p:cNvPr id="65" name="Freeform 65">
            <a:extLst xmlns:a="http://schemas.openxmlformats.org/drawingml/2006/main">
              <a:ext uri="{FF2B5EF4-FFF2-40B4-BE49-F238E27FC236}">
                <a16:creationId xmlns:a16="http://schemas.microsoft.com/office/drawing/2014/main" id="{CA66AF6C-A1C7-46A5-A07D-F63883CA7735}"/>
              </a:ext>
            </a:extLst>
          </p:cNvPr>
          <p:cNvSpPr>
            <a:spLocks xmlns:a="http://schemas.openxmlformats.org/drawingml/2006/main" noGrp="1"/>
          </p:cNvSpPr>
          <p:nvPr/>
        </p:nvSpPr>
        <p:spPr>
          <a:xfrm xmlns:a="http://schemas.openxmlformats.org/drawingml/2006/main">
            <a:off x="2414588" y="7129462"/>
            <a:ext cx="13458825" cy="1143000"/>
          </a:xfrm>
          <a:custGeom xmlns:a="http://schemas.openxmlformats.org/drawingml/2006/main">
            <a:rect l="l" t="t" r="r" b="b"/>
            <a:pathLst>
              <a:path w="13458825" h="1143000">
                <a:moveTo>
                  <a:pt x="0" y="0"/>
                </a:moveTo>
                <a:lnTo>
                  <a:pt x="13458824" y="0"/>
                </a:lnTo>
                <a:lnTo>
                  <a:pt x="13458824" y="1143000"/>
                </a:lnTo>
                <a:lnTo>
                  <a:pt x="0" y="1143000"/>
                </a:lnTo>
                <a:lnTo>
                  <a:pt x="0" y="0"/>
                </a:lnTo>
                <a:close/>
              </a:path>
            </a:pathLst>
          </a:custGeom>
          <a:blipFill xmlns:a="http://schemas.openxmlformats.org/drawingml/2006/main">
            <a:blip xmlns:r="http://schemas.openxmlformats.org/officeDocument/2006/relationships" r:embed="R5172eed2f4ab46e8">
              <a:extLst>
                <a:ext uri="{96DAC541-7B7A-43D3-8B79-37D633B846F1}">
                  <asvg:svgBlip xmlns:asvg="http://schemas.microsoft.com/office/drawing/2016/SVG/main" r:embed="R04cba07a13c54ea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67" name="Freeform 67">
            <a:extLst xmlns:a="http://schemas.openxmlformats.org/drawingml/2006/main">
              <a:ext uri="{FF2B5EF4-FFF2-40B4-BE49-F238E27FC236}">
                <a16:creationId xmlns:a16="http://schemas.microsoft.com/office/drawing/2014/main" id="{8F400FA3-CD79-426E-8246-46A5EA233825}"/>
              </a:ext>
            </a:extLst>
          </p:cNvPr>
          <p:cNvSpPr>
            <a:spLocks xmlns:a="http://schemas.openxmlformats.org/drawingml/2006/main" noGrp="1"/>
          </p:cNvSpPr>
          <p:nvPr/>
        </p:nvSpPr>
        <p:spPr>
          <a:xfrm xmlns:a="http://schemas.openxmlformats.org/drawingml/2006/main">
            <a:off x="2786062" y="7358062"/>
            <a:ext cx="2928938" cy="642938"/>
          </a:xfrm>
          <a:custGeom xmlns:a="http://schemas.openxmlformats.org/drawingml/2006/main">
            <a:rect l="l" t="t" r="r" b="b"/>
            <a:pathLst>
              <a:path w="3905250" h="857250">
                <a:moveTo>
                  <a:pt x="0" y="0"/>
                </a:moveTo>
                <a:lnTo>
                  <a:pt x="3905250" y="0"/>
                </a:lnTo>
                <a:lnTo>
                  <a:pt x="3905250" y="857250"/>
                </a:lnTo>
                <a:lnTo>
                  <a:pt x="0" y="857250"/>
                </a:lnTo>
                <a:close/>
              </a:path>
            </a:pathLst>
          </a:custGeom>
          <a:blipFill xmlns:a="http://schemas.openxmlformats.org/drawingml/2006/main">
            <a:blip xmlns:r="http://schemas.openxmlformats.org/officeDocument/2006/relationships" r:embed="R4dda8431c92f4614">
              <a:alphaModFix amt="0"/>
            </a:blip>
            <a:stretch>
              <a:fillRect l="0" t="-38703" r="0" b="-38703"/>
            </a:stretch>
          </a:blipFill>
        </p:spPr>
        <p:txBody>
          <a:bodyPr xmlns:a="http://schemas.openxmlformats.org/drawingml/2006/main"/>
          <a:lstStyle xmlns:a="http://schemas.openxmlformats.org/drawingml/2006/main"/>
          <a:p xmlns:a="http://schemas.openxmlformats.org/drawingml/2006/main"/>
        </p:txBody>
      </p:sp>
      <p:sp>
        <p:nvSpPr>
          <p:cNvPr id="69" name="Freeform 69">
            <a:extLst xmlns:a="http://schemas.openxmlformats.org/drawingml/2006/main">
              <a:ext uri="{FF2B5EF4-FFF2-40B4-BE49-F238E27FC236}">
                <a16:creationId xmlns:a16="http://schemas.microsoft.com/office/drawing/2014/main" id="{310F4CCF-DBD8-48CE-AEC0-857BE763BC7B}"/>
              </a:ext>
            </a:extLst>
          </p:cNvPr>
          <p:cNvSpPr>
            <a:spLocks xmlns:a="http://schemas.openxmlformats.org/drawingml/2006/main" noGrp="1"/>
          </p:cNvSpPr>
          <p:nvPr/>
        </p:nvSpPr>
        <p:spPr>
          <a:xfrm xmlns:a="http://schemas.openxmlformats.org/drawingml/2006/main">
            <a:off x="2786062" y="7329488"/>
            <a:ext cx="2928938" cy="671512"/>
          </a:xfrm>
          <a:custGeom xmlns:a="http://schemas.openxmlformats.org/drawingml/2006/main">
            <a:rect l="l" t="t" r="r" b="b"/>
            <a:pathLst>
              <a:path w="3905251" h="895351">
                <a:moveTo>
                  <a:pt x="0" y="0"/>
                </a:moveTo>
                <a:lnTo>
                  <a:pt x="3905251" y="0"/>
                </a:lnTo>
                <a:lnTo>
                  <a:pt x="3905251" y="895351"/>
                </a:lnTo>
                <a:lnTo>
                  <a:pt x="0" y="895351"/>
                </a:lnTo>
                <a:close/>
              </a:path>
            </a:pathLst>
          </a:custGeom>
          <a:blipFill xmlns:a="http://schemas.openxmlformats.org/drawingml/2006/main">
            <a:blip xmlns:r="http://schemas.openxmlformats.org/officeDocument/2006/relationships" r:embed="Rf2da7f5af0e64757">
              <a:alphaModFix amt="0"/>
            </a:blip>
            <a:stretch>
              <a:fillRect l="0" t="-34987" r="0" b="-34987"/>
            </a:stretch>
          </a:blipFill>
        </p:spPr>
        <p:txBody>
          <a:bodyPr xmlns:a="http://schemas.openxmlformats.org/drawingml/2006/main"/>
          <a:lstStyle xmlns:a="http://schemas.openxmlformats.org/drawingml/2006/main"/>
          <a:p xmlns:a="http://schemas.openxmlformats.org/drawingml/2006/main"/>
        </p:txBody>
      </p:sp>
      <p:sp>
        <p:nvSpPr>
          <p:cNvPr id="70" name="TextBox 70">
            <a:extLst xmlns:a="http://schemas.openxmlformats.org/drawingml/2006/main">
              <a:ext uri="{FF2B5EF4-FFF2-40B4-BE49-F238E27FC236}">
                <a16:creationId xmlns:a16="http://schemas.microsoft.com/office/drawing/2014/main" id="{10FF0A9A-C132-49D5-A826-716F7E6B2F19}"/>
              </a:ext>
            </a:extLst>
          </p:cNvPr>
          <p:cNvSpPr>
            <a:spLocks xmlns:a="http://schemas.openxmlformats.org/drawingml/2006/main" noGrp="1"/>
          </p:cNvSpPr>
          <p:nvPr/>
        </p:nvSpPr>
        <p:spPr>
          <a:xfrm xmlns:a="http://schemas.openxmlformats.org/drawingml/2006/main">
            <a:off x="2786062" y="7300914"/>
            <a:ext cx="2928938"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데이터·평가</a:t>
            </a:r>
          </a:p>
        </p:txBody>
      </p:sp>
      <p:sp>
        <p:nvSpPr>
          <p:cNvPr id="72" name="Freeform 72">
            <a:extLst xmlns:a="http://schemas.openxmlformats.org/drawingml/2006/main">
              <a:ext uri="{FF2B5EF4-FFF2-40B4-BE49-F238E27FC236}">
                <a16:creationId xmlns:a16="http://schemas.microsoft.com/office/drawing/2014/main" id="{39DA6C18-9D8A-47CC-BD8C-603CA259F7D7}"/>
              </a:ext>
            </a:extLst>
          </p:cNvPr>
          <p:cNvSpPr>
            <a:spLocks xmlns:a="http://schemas.openxmlformats.org/drawingml/2006/main" noGrp="1"/>
          </p:cNvSpPr>
          <p:nvPr/>
        </p:nvSpPr>
        <p:spPr>
          <a:xfrm xmlns:a="http://schemas.openxmlformats.org/drawingml/2006/main">
            <a:off x="5929312" y="7358062"/>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4dda8431c92f4614">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74" name="Freeform 74">
            <a:extLst xmlns:a="http://schemas.openxmlformats.org/drawingml/2006/main">
              <a:ext uri="{FF2B5EF4-FFF2-40B4-BE49-F238E27FC236}">
                <a16:creationId xmlns:a16="http://schemas.microsoft.com/office/drawing/2014/main" id="{E1602BE1-1C6D-4E9B-9994-4464EB289958}"/>
              </a:ext>
            </a:extLst>
          </p:cNvPr>
          <p:cNvSpPr>
            <a:spLocks xmlns:a="http://schemas.openxmlformats.org/drawingml/2006/main" noGrp="1"/>
          </p:cNvSpPr>
          <p:nvPr/>
        </p:nvSpPr>
        <p:spPr>
          <a:xfrm xmlns:a="http://schemas.openxmlformats.org/drawingml/2006/main">
            <a:off x="5929312" y="7329488"/>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f2da7f5af0e64757">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75" name="TextBox 75">
            <a:extLst xmlns:a="http://schemas.openxmlformats.org/drawingml/2006/main">
              <a:ext uri="{FF2B5EF4-FFF2-40B4-BE49-F238E27FC236}">
                <a16:creationId xmlns:a16="http://schemas.microsoft.com/office/drawing/2014/main" id="{4EDD2545-4057-43E9-87BF-940606C22ED4}"/>
              </a:ext>
            </a:extLst>
          </p:cNvPr>
          <p:cNvSpPr>
            <a:spLocks xmlns:a="http://schemas.openxmlformats.org/drawingml/2006/main" noGrp="1"/>
          </p:cNvSpPr>
          <p:nvPr/>
        </p:nvSpPr>
        <p:spPr>
          <a:xfrm xmlns:a="http://schemas.openxmlformats.org/drawingml/2006/main">
            <a:off x="5929312" y="7300914"/>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427개 청크·메타데이터</a:t>
            </a:r>
          </a:p>
          <a:p xmlns:a="http://schemas.openxmlformats.org/drawingml/2006/main">
            <a:pPr algn="l">
              <a:lnSpc>
                <a:spcPts val="2160"/>
              </a:lnSpc>
              <a:buNone/>
            </a:pPr>
            <a:r>
              <a:rPr sz="1800">
                <a:solidFill>
                  <a:srgbClr val="9299A3"/>
                </a:solidFill>
                <a:latin typeface="Calibri (MS)"/>
                <a:ea typeface="Calibri (MS)"/>
                <a:cs typeface="Calibri (MS)"/>
              </a:rPr>
              <a:t>Gold 평가셋·검수 이력</a:t>
            </a:r>
          </a:p>
        </p:txBody>
      </p:sp>
      <p:sp>
        <p:nvSpPr>
          <p:cNvPr id="76" name="Freeform 76">
            <a:extLst xmlns:a="http://schemas.openxmlformats.org/drawingml/2006/main">
              <a:ext uri="{FF2B5EF4-FFF2-40B4-BE49-F238E27FC236}">
                <a16:creationId xmlns:a16="http://schemas.microsoft.com/office/drawing/2014/main" id="{36D8B32B-7E82-41AE-8948-B311D0E8D755}"/>
              </a:ext>
            </a:extLst>
          </p:cNvPr>
          <p:cNvSpPr>
            <a:spLocks xmlns:a="http://schemas.openxmlformats.org/drawingml/2006/main" noGrp="1"/>
          </p:cNvSpPr>
          <p:nvPr/>
        </p:nvSpPr>
        <p:spPr>
          <a:xfrm xmlns:a="http://schemas.openxmlformats.org/drawingml/2006/main">
            <a:off x="2414588" y="8701088"/>
            <a:ext cx="13458825" cy="714375"/>
          </a:xfrm>
          <a:custGeom xmlns:a="http://schemas.openxmlformats.org/drawingml/2006/main">
            <a:rect l="l" t="t" r="r" b="b"/>
            <a:pathLst>
              <a:path w="13458825" h="714375">
                <a:moveTo>
                  <a:pt x="0" y="0"/>
                </a:moveTo>
                <a:lnTo>
                  <a:pt x="13458824" y="0"/>
                </a:lnTo>
                <a:lnTo>
                  <a:pt x="13458824" y="714374"/>
                </a:lnTo>
                <a:lnTo>
                  <a:pt x="0" y="714374"/>
                </a:lnTo>
                <a:lnTo>
                  <a:pt x="0" y="0"/>
                </a:lnTo>
                <a:close/>
              </a:path>
            </a:pathLst>
          </a:custGeom>
          <a:blipFill xmlns:a="http://schemas.openxmlformats.org/drawingml/2006/main">
            <a:blip xmlns:r="http://schemas.openxmlformats.org/officeDocument/2006/relationships" r:embed="R8d117adcdd4743ca">
              <a:extLst>
                <a:ext uri="{96DAC541-7B7A-43D3-8B79-37D633B846F1}">
                  <asvg:svgBlip xmlns:asvg="http://schemas.microsoft.com/office/drawing/2016/SVG/main" r:embed="Ra0ae5e02e36e4a7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78" name="Freeform 78">
            <a:extLst xmlns:a="http://schemas.openxmlformats.org/drawingml/2006/main">
              <a:ext uri="{FF2B5EF4-FFF2-40B4-BE49-F238E27FC236}">
                <a16:creationId xmlns:a16="http://schemas.microsoft.com/office/drawing/2014/main" id="{D759E1EE-5746-40A1-AF39-A546F2714CD5}"/>
              </a:ext>
            </a:extLst>
          </p:cNvPr>
          <p:cNvSpPr>
            <a:spLocks xmlns:a="http://schemas.openxmlformats.org/drawingml/2006/main" noGrp="1"/>
          </p:cNvSpPr>
          <p:nvPr/>
        </p:nvSpPr>
        <p:spPr>
          <a:xfrm xmlns:a="http://schemas.openxmlformats.org/drawingml/2006/main">
            <a:off x="2686050" y="8801100"/>
            <a:ext cx="12915900" cy="514350"/>
          </a:xfrm>
          <a:custGeom xmlns:a="http://schemas.openxmlformats.org/drawingml/2006/main">
            <a:rect l="l" t="t" r="r" b="b"/>
            <a:pathLst>
              <a:path w="17221200" h="685800">
                <a:moveTo>
                  <a:pt x="0" y="0"/>
                </a:moveTo>
                <a:lnTo>
                  <a:pt x="17221200" y="0"/>
                </a:lnTo>
                <a:lnTo>
                  <a:pt x="17221200" y="685800"/>
                </a:lnTo>
                <a:lnTo>
                  <a:pt x="0" y="685800"/>
                </a:lnTo>
                <a:close/>
              </a:path>
            </a:pathLst>
          </a:custGeom>
          <a:blipFill xmlns:a="http://schemas.openxmlformats.org/drawingml/2006/main">
            <a:blip xmlns:r="http://schemas.openxmlformats.org/officeDocument/2006/relationships" r:embed="R4dda8431c92f4614">
              <a:alphaModFix amt="0"/>
            </a:blip>
            <a:stretch>
              <a:fillRect l="0" t="-438949" r="0" b="-438951"/>
            </a:stretch>
          </a:blipFill>
        </p:spPr>
        <p:txBody>
          <a:bodyPr xmlns:a="http://schemas.openxmlformats.org/drawingml/2006/main"/>
          <a:lstStyle xmlns:a="http://schemas.openxmlformats.org/drawingml/2006/main"/>
          <a:p xmlns:a="http://schemas.openxmlformats.org/drawingml/2006/main"/>
        </p:txBody>
      </p:sp>
      <p:sp>
        <p:nvSpPr>
          <p:cNvPr id="80" name="Freeform 80">
            <a:extLst xmlns:a="http://schemas.openxmlformats.org/drawingml/2006/main">
              <a:ext uri="{FF2B5EF4-FFF2-40B4-BE49-F238E27FC236}">
                <a16:creationId xmlns:a16="http://schemas.microsoft.com/office/drawing/2014/main" id="{6D1A303E-DC48-4227-ADBF-E58B0BABD9CB}"/>
              </a:ext>
            </a:extLst>
          </p:cNvPr>
          <p:cNvSpPr>
            <a:spLocks xmlns:a="http://schemas.openxmlformats.org/drawingml/2006/main" noGrp="1"/>
          </p:cNvSpPr>
          <p:nvPr/>
        </p:nvSpPr>
        <p:spPr>
          <a:xfrm xmlns:a="http://schemas.openxmlformats.org/drawingml/2006/main">
            <a:off x="2686050" y="8772525"/>
            <a:ext cx="12915900" cy="542925"/>
          </a:xfrm>
          <a:custGeom xmlns:a="http://schemas.openxmlformats.org/drawingml/2006/main">
            <a:rect l="l" t="t" r="r" b="b"/>
            <a:pathLst>
              <a:path w="17221200" h="723900">
                <a:moveTo>
                  <a:pt x="0" y="0"/>
                </a:moveTo>
                <a:lnTo>
                  <a:pt x="17221200" y="0"/>
                </a:lnTo>
                <a:lnTo>
                  <a:pt x="17221200" y="723900"/>
                </a:lnTo>
                <a:lnTo>
                  <a:pt x="0" y="723900"/>
                </a:lnTo>
                <a:close/>
              </a:path>
            </a:pathLst>
          </a:custGeom>
          <a:blipFill xmlns:a="http://schemas.openxmlformats.org/drawingml/2006/main">
            <a:blip xmlns:r="http://schemas.openxmlformats.org/officeDocument/2006/relationships" r:embed="Rf2da7f5af0e64757">
              <a:alphaModFix amt="0"/>
            </a:blip>
            <a:stretch>
              <a:fillRect l="0" t="-413538" r="0" b="-413538"/>
            </a:stretch>
          </a:blipFill>
        </p:spPr>
        <p:txBody>
          <a:bodyPr xmlns:a="http://schemas.openxmlformats.org/drawingml/2006/main"/>
          <a:lstStyle xmlns:a="http://schemas.openxmlformats.org/drawingml/2006/main"/>
          <a:p xmlns:a="http://schemas.openxmlformats.org/drawingml/2006/main"/>
        </p:txBody>
      </p:sp>
      <p:sp>
        <p:nvSpPr>
          <p:cNvPr id="81" name="TextBox 81">
            <a:extLst xmlns:a="http://schemas.openxmlformats.org/drawingml/2006/main">
              <a:ext uri="{FF2B5EF4-FFF2-40B4-BE49-F238E27FC236}">
                <a16:creationId xmlns:a16="http://schemas.microsoft.com/office/drawing/2014/main" id="{8EA3B008-A287-4D62-BF73-85CFDBE08158}"/>
              </a:ext>
            </a:extLst>
          </p:cNvPr>
          <p:cNvSpPr>
            <a:spLocks xmlns:a="http://schemas.openxmlformats.org/drawingml/2006/main" noGrp="1"/>
          </p:cNvSpPr>
          <p:nvPr/>
        </p:nvSpPr>
        <p:spPr>
          <a:xfrm xmlns:a="http://schemas.openxmlformats.org/drawingml/2006/main">
            <a:off x="2686050" y="8743950"/>
            <a:ext cx="12915900"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운영 확장  |  IP·세션 사용량 제한 · 동일질의 캐시 · 실패 로그 · 개인정보 입력 안내</a:t>
            </a:r>
          </a:p>
        </p:txBody>
      </p:sp>
    </p:spTree>
    <p:extLst>
      <p:ext uri="{BB962C8B-B14F-4D97-AF65-F5344CB8AC3E}">
        <p14:creationId xmlns:p14="http://schemas.microsoft.com/office/powerpoint/2010/main" val="1247003689"/>
      </p:ext>
    </p:extLst>
  </p:cSld>
</p:sld>
</file>

<file path=ppt/slides/slide13.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4CC8F68-BAFD-472A-AEC7-485EF23A7546}"/>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523ae275a0cc4e16">
              <a:extLst>
                <a:ext uri="{96DAC541-7B7A-43D3-8B79-37D633B846F1}">
                  <asvg:svgBlip xmlns:asvg="http://schemas.microsoft.com/office/drawing/2016/SVG/main" r:embed="R67f2cb4dac834f6f"/>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E392BA4D-BA84-4981-B101-F6C0588BB436}"/>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40856d89d7104547">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5FE8D728-D462-4F13-A929-C40640E341BF}"/>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4a3952dec35d4b3b">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1C403012-E710-45E2-8A65-EC0C551B90B7}"/>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평가 데이터셋 프레임 구축</a:t>
            </a:r>
          </a:p>
        </p:txBody>
      </p:sp>
      <p:sp>
        <p:nvSpPr>
          <p:cNvPr id="9" name="Freeform 9">
            <a:extLst xmlns:a="http://schemas.openxmlformats.org/drawingml/2006/main">
              <a:ext uri="{FF2B5EF4-FFF2-40B4-BE49-F238E27FC236}">
                <a16:creationId xmlns:a16="http://schemas.microsoft.com/office/drawing/2014/main" id="{732D2F35-4C0C-4721-9D26-A4FB62609060}"/>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40856d89d7104547">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D243E7AE-5A14-4077-B903-07AB9D457D98}"/>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4a3952dec35d4b3b">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137338A0-86CD-4344-810E-99348349A098}"/>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질문·의도·근거·답변 기준을 한 구조로 연결합니다</a:t>
            </a:r>
          </a:p>
        </p:txBody>
      </p:sp>
      <p:sp>
        <p:nvSpPr>
          <p:cNvPr id="14" name="Freeform 14">
            <a:extLst xmlns:a="http://schemas.openxmlformats.org/drawingml/2006/main">
              <a:ext uri="{FF2B5EF4-FFF2-40B4-BE49-F238E27FC236}">
                <a16:creationId xmlns:a16="http://schemas.microsoft.com/office/drawing/2014/main" id="{CC83CDE3-6B10-403B-B1A1-8AE4553B4AF3}"/>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40856d89d7104547">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DCDC36D1-AED3-4E4C-99BA-EED12F4C5EC7}"/>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4a3952dec35d4b3b">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7C933E72-F4E2-46DB-AF35-62FBB685969D}"/>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검색이 맞았는지와 답변이 정책을 지켰는지를 같은 질문 단위로 검증</a:t>
            </a:r>
          </a:p>
        </p:txBody>
      </p:sp>
      <p:sp>
        <p:nvSpPr>
          <p:cNvPr id="19" name="Freeform 19">
            <a:extLst xmlns:a="http://schemas.openxmlformats.org/drawingml/2006/main">
              <a:ext uri="{FF2B5EF4-FFF2-40B4-BE49-F238E27FC236}">
                <a16:creationId xmlns:a16="http://schemas.microsoft.com/office/drawing/2014/main" id="{A08C4EF1-257D-4FAF-9E4A-0FE2F7FAF9EE}"/>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792D958F-8D89-4A81-9F68-C7DF2F603518}"/>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01623559-36B2-431D-B519-172988534082}"/>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40856d89d7104547">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09259FE-6B75-47E7-90D0-2FEFB335E8C3}"/>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4a3952dec35d4b3b">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A8DD7B5A-0CC7-41AE-B540-27A55380A733}"/>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CA818BE4-8E24-4EEC-BB25-7F794E57AF73}"/>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40856d89d7104547">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C6982E11-A085-4CD8-96D4-E1D267E73420}"/>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4a3952dec35d4b3b">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827E5043-5FD0-4BB1-AED8-8DDF69520722}"/>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14</a:t>
            </a:r>
          </a:p>
        </p:txBody>
      </p:sp>
      <p:sp>
        <p:nvSpPr>
          <p:cNvPr id="32" name="Freeform 32">
            <a:extLst xmlns:a="http://schemas.openxmlformats.org/drawingml/2006/main">
              <a:ext uri="{FF2B5EF4-FFF2-40B4-BE49-F238E27FC236}">
                <a16:creationId xmlns:a16="http://schemas.microsoft.com/office/drawing/2014/main" id="{7773FE6A-CA63-41E2-8341-05EF7A05F2C5}"/>
              </a:ext>
            </a:extLst>
          </p:cNvPr>
          <p:cNvSpPr>
            <a:spLocks xmlns:a="http://schemas.openxmlformats.org/drawingml/2006/main" noGrp="1"/>
          </p:cNvSpPr>
          <p:nvPr/>
        </p:nvSpPr>
        <p:spPr>
          <a:xfrm xmlns:a="http://schemas.openxmlformats.org/drawingml/2006/main">
            <a:off x="557212" y="3057525"/>
            <a:ext cx="3886200" cy="3957638"/>
          </a:xfrm>
          <a:custGeom xmlns:a="http://schemas.openxmlformats.org/drawingml/2006/main">
            <a:rect l="l" t="t" r="r" b="b"/>
            <a:pathLst>
              <a:path w="3886200" h="3957638">
                <a:moveTo>
                  <a:pt x="0" y="0"/>
                </a:moveTo>
                <a:lnTo>
                  <a:pt x="3886200" y="0"/>
                </a:lnTo>
                <a:lnTo>
                  <a:pt x="3886200" y="3957637"/>
                </a:lnTo>
                <a:lnTo>
                  <a:pt x="0" y="3957637"/>
                </a:lnTo>
                <a:lnTo>
                  <a:pt x="0" y="0"/>
                </a:lnTo>
                <a:close/>
              </a:path>
            </a:pathLst>
          </a:custGeom>
          <a:blipFill xmlns:a="http://schemas.openxmlformats.org/drawingml/2006/main">
            <a:blip xmlns:r="http://schemas.openxmlformats.org/officeDocument/2006/relationships" r:embed="R861681b9a9d94999">
              <a:extLst>
                <a:ext uri="{96DAC541-7B7A-43D3-8B79-37D633B846F1}">
                  <asvg:svgBlip xmlns:asvg="http://schemas.microsoft.com/office/drawing/2016/SVG/main" r:embed="R419910aba0d04d9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A1ED37E0-D68E-4144-87B0-5C879138D24C}"/>
              </a:ext>
            </a:extLst>
          </p:cNvPr>
          <p:cNvSpPr>
            <a:spLocks xmlns:a="http://schemas.openxmlformats.org/drawingml/2006/main" noGrp="1"/>
          </p:cNvSpPr>
          <p:nvPr/>
        </p:nvSpPr>
        <p:spPr>
          <a:xfrm xmlns:a="http://schemas.openxmlformats.org/drawingml/2006/main">
            <a:off x="885825" y="3271838"/>
            <a:ext cx="3228975" cy="428625"/>
          </a:xfrm>
          <a:custGeom xmlns:a="http://schemas.openxmlformats.org/drawingml/2006/main">
            <a:rect l="l" t="t" r="r" b="b"/>
            <a:pathLst>
              <a:path w="4305300" h="571500">
                <a:moveTo>
                  <a:pt x="0" y="0"/>
                </a:moveTo>
                <a:lnTo>
                  <a:pt x="4305300" y="0"/>
                </a:lnTo>
                <a:lnTo>
                  <a:pt x="4305300" y="571500"/>
                </a:lnTo>
                <a:lnTo>
                  <a:pt x="0" y="571500"/>
                </a:lnTo>
                <a:close/>
              </a:path>
            </a:pathLst>
          </a:custGeom>
          <a:blipFill xmlns:a="http://schemas.openxmlformats.org/drawingml/2006/main">
            <a:blip xmlns:r="http://schemas.openxmlformats.org/officeDocument/2006/relationships" r:embed="R40856d89d7104547">
              <a:alphaModFix amt="0"/>
            </a:blip>
            <a:stretch>
              <a:fillRect l="0" t="-96684" r="0" b="-96686"/>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0010185D-9450-491B-A755-11453BCC5301}"/>
              </a:ext>
            </a:extLst>
          </p:cNvPr>
          <p:cNvSpPr>
            <a:spLocks xmlns:a="http://schemas.openxmlformats.org/drawingml/2006/main" noGrp="1"/>
          </p:cNvSpPr>
          <p:nvPr/>
        </p:nvSpPr>
        <p:spPr>
          <a:xfrm xmlns:a="http://schemas.openxmlformats.org/drawingml/2006/main">
            <a:off x="885825" y="3243262"/>
            <a:ext cx="3228975" cy="457200"/>
          </a:xfrm>
          <a:custGeom xmlns:a="http://schemas.openxmlformats.org/drawingml/2006/main">
            <a:rect l="l" t="t" r="r" b="b"/>
            <a:pathLst>
              <a:path w="4305300" h="609600">
                <a:moveTo>
                  <a:pt x="0" y="0"/>
                </a:moveTo>
                <a:lnTo>
                  <a:pt x="4305300" y="0"/>
                </a:lnTo>
                <a:lnTo>
                  <a:pt x="4305300" y="609600"/>
                </a:lnTo>
                <a:lnTo>
                  <a:pt x="0" y="609600"/>
                </a:lnTo>
                <a:close/>
              </a:path>
            </a:pathLst>
          </a:custGeom>
          <a:blipFill xmlns:a="http://schemas.openxmlformats.org/drawingml/2006/main">
            <a:blip xmlns:r="http://schemas.openxmlformats.org/officeDocument/2006/relationships" r:embed="R4a3952dec35d4b3b">
              <a:alphaModFix amt="0"/>
            </a:blip>
            <a:stretch>
              <a:fillRect l="0" t="-87613" r="0" b="-87613"/>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FCF09D96-1204-4075-9537-60F920CE4F7F}"/>
              </a:ext>
            </a:extLst>
          </p:cNvPr>
          <p:cNvSpPr>
            <a:spLocks xmlns:a="http://schemas.openxmlformats.org/drawingml/2006/main" noGrp="1"/>
          </p:cNvSpPr>
          <p:nvPr/>
        </p:nvSpPr>
        <p:spPr>
          <a:xfrm xmlns:a="http://schemas.openxmlformats.org/drawingml/2006/main">
            <a:off x="885825" y="3214687"/>
            <a:ext cx="3228975"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질문 정보</a:t>
            </a:r>
          </a:p>
        </p:txBody>
      </p:sp>
      <p:sp>
        <p:nvSpPr>
          <p:cNvPr id="38" name="TextBox 38">
            <a:extLst xmlns:a="http://schemas.openxmlformats.org/drawingml/2006/main">
              <a:ext uri="{FF2B5EF4-FFF2-40B4-BE49-F238E27FC236}">
                <a16:creationId xmlns:a16="http://schemas.microsoft.com/office/drawing/2014/main" id="{1209A6A8-32FD-4F02-A776-2D61A1895981}"/>
              </a:ext>
            </a:extLst>
          </p:cNvPr>
          <p:cNvSpPr>
            <a:spLocks xmlns:a="http://schemas.openxmlformats.org/drawingml/2006/main" noGrp="1"/>
          </p:cNvSpPr>
          <p:nvPr/>
        </p:nvSpPr>
        <p:spPr>
          <a:xfrm xmlns:a="http://schemas.openxmlformats.org/drawingml/2006/main">
            <a:off x="977265" y="3812858"/>
            <a:ext cx="3046095" cy="288512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질문ID·예상질문</a:t>
            </a:r>
          </a:p>
          <a:p xmlns:a="http://schemas.openxmlformats.org/drawingml/2006/main">
            <a:pPr algn="l">
              <a:lnSpc>
                <a:spcPts val="2160"/>
              </a:lnSpc>
              <a:buNone/>
            </a:pPr>
            <a:r>
              <a:rPr sz="1800">
                <a:solidFill>
                  <a:srgbClr val="9299A3"/>
                </a:solidFill>
                <a:latin typeface="Calibri (MS)"/>
                <a:ea typeface="Calibri (MS)"/>
                <a:cs typeface="Calibri (MS)"/>
              </a:rPr>
              <a:t>복잡도·중요도·질문유형</a:t>
            </a:r>
          </a:p>
        </p:txBody>
      </p:sp>
      <p:sp>
        <p:nvSpPr>
          <p:cNvPr id="39" name="Freeform 39">
            <a:extLst xmlns:a="http://schemas.openxmlformats.org/drawingml/2006/main">
              <a:ext uri="{FF2B5EF4-FFF2-40B4-BE49-F238E27FC236}">
                <a16:creationId xmlns:a16="http://schemas.microsoft.com/office/drawing/2014/main" id="{EDEC145A-D3E1-4FAF-B87A-D6DBCA88488C}"/>
              </a:ext>
            </a:extLst>
          </p:cNvPr>
          <p:cNvSpPr>
            <a:spLocks xmlns:a="http://schemas.openxmlformats.org/drawingml/2006/main" noGrp="1"/>
          </p:cNvSpPr>
          <p:nvPr/>
        </p:nvSpPr>
        <p:spPr>
          <a:xfrm xmlns:a="http://schemas.openxmlformats.org/drawingml/2006/main">
            <a:off x="4843462" y="3057525"/>
            <a:ext cx="3886200" cy="3957638"/>
          </a:xfrm>
          <a:custGeom xmlns:a="http://schemas.openxmlformats.org/drawingml/2006/main">
            <a:rect l="l" t="t" r="r" b="b"/>
            <a:pathLst>
              <a:path w="3886200" h="3957638">
                <a:moveTo>
                  <a:pt x="0" y="0"/>
                </a:moveTo>
                <a:lnTo>
                  <a:pt x="3886200" y="0"/>
                </a:lnTo>
                <a:lnTo>
                  <a:pt x="3886200" y="3957637"/>
                </a:lnTo>
                <a:lnTo>
                  <a:pt x="0" y="3957637"/>
                </a:lnTo>
                <a:lnTo>
                  <a:pt x="0" y="0"/>
                </a:lnTo>
                <a:close/>
              </a:path>
            </a:pathLst>
          </a:custGeom>
          <a:blipFill xmlns:a="http://schemas.openxmlformats.org/drawingml/2006/main">
            <a:blip xmlns:r="http://schemas.openxmlformats.org/officeDocument/2006/relationships" r:embed="R861681b9a9d94999">
              <a:extLst>
                <a:ext uri="{96DAC541-7B7A-43D3-8B79-37D633B846F1}">
                  <asvg:svgBlip xmlns:asvg="http://schemas.microsoft.com/office/drawing/2016/SVG/main" r:embed="R419910aba0d04d9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B028533A-5D4E-4A06-BA54-54FC9F86C28C}"/>
              </a:ext>
            </a:extLst>
          </p:cNvPr>
          <p:cNvSpPr>
            <a:spLocks xmlns:a="http://schemas.openxmlformats.org/drawingml/2006/main" noGrp="1"/>
          </p:cNvSpPr>
          <p:nvPr/>
        </p:nvSpPr>
        <p:spPr>
          <a:xfrm xmlns:a="http://schemas.openxmlformats.org/drawingml/2006/main">
            <a:off x="5172075" y="3271838"/>
            <a:ext cx="3228975" cy="428625"/>
          </a:xfrm>
          <a:custGeom xmlns:a="http://schemas.openxmlformats.org/drawingml/2006/main">
            <a:rect l="l" t="t" r="r" b="b"/>
            <a:pathLst>
              <a:path w="4305300" h="571500">
                <a:moveTo>
                  <a:pt x="0" y="0"/>
                </a:moveTo>
                <a:lnTo>
                  <a:pt x="4305300" y="0"/>
                </a:lnTo>
                <a:lnTo>
                  <a:pt x="4305300" y="571500"/>
                </a:lnTo>
                <a:lnTo>
                  <a:pt x="0" y="571500"/>
                </a:lnTo>
                <a:close/>
              </a:path>
            </a:pathLst>
          </a:custGeom>
          <a:blipFill xmlns:a="http://schemas.openxmlformats.org/drawingml/2006/main">
            <a:blip xmlns:r="http://schemas.openxmlformats.org/officeDocument/2006/relationships" r:embed="R40856d89d7104547">
              <a:alphaModFix amt="0"/>
            </a:blip>
            <a:stretch>
              <a:fillRect l="0" t="-96684" r="0" b="-96686"/>
            </a:stretch>
          </a:blipFill>
        </p:spPr>
        <p:txBody>
          <a:bodyPr xmlns:a="http://schemas.openxmlformats.org/drawingml/2006/main"/>
          <a:lstStyle xmlns:a="http://schemas.openxmlformats.org/drawingml/2006/main"/>
          <a:p xmlns:a="http://schemas.openxmlformats.org/drawingml/2006/main"/>
        </p:txBody>
      </p:sp>
      <p:sp>
        <p:nvSpPr>
          <p:cNvPr id="43" name="Freeform 43">
            <a:extLst xmlns:a="http://schemas.openxmlformats.org/drawingml/2006/main">
              <a:ext uri="{FF2B5EF4-FFF2-40B4-BE49-F238E27FC236}">
                <a16:creationId xmlns:a16="http://schemas.microsoft.com/office/drawing/2014/main" id="{FD3ECC66-3CE4-42F1-961D-142982EE9635}"/>
              </a:ext>
            </a:extLst>
          </p:cNvPr>
          <p:cNvSpPr>
            <a:spLocks xmlns:a="http://schemas.openxmlformats.org/drawingml/2006/main" noGrp="1"/>
          </p:cNvSpPr>
          <p:nvPr/>
        </p:nvSpPr>
        <p:spPr>
          <a:xfrm xmlns:a="http://schemas.openxmlformats.org/drawingml/2006/main">
            <a:off x="5172075" y="3243262"/>
            <a:ext cx="3228975" cy="457200"/>
          </a:xfrm>
          <a:custGeom xmlns:a="http://schemas.openxmlformats.org/drawingml/2006/main">
            <a:rect l="l" t="t" r="r" b="b"/>
            <a:pathLst>
              <a:path w="4305300" h="609600">
                <a:moveTo>
                  <a:pt x="0" y="0"/>
                </a:moveTo>
                <a:lnTo>
                  <a:pt x="4305300" y="0"/>
                </a:lnTo>
                <a:lnTo>
                  <a:pt x="4305300" y="609600"/>
                </a:lnTo>
                <a:lnTo>
                  <a:pt x="0" y="609600"/>
                </a:lnTo>
                <a:close/>
              </a:path>
            </a:pathLst>
          </a:custGeom>
          <a:blipFill xmlns:a="http://schemas.openxmlformats.org/drawingml/2006/main">
            <a:blip xmlns:r="http://schemas.openxmlformats.org/officeDocument/2006/relationships" r:embed="R4a3952dec35d4b3b">
              <a:alphaModFix amt="0"/>
            </a:blip>
            <a:stretch>
              <a:fillRect l="0" t="-87613" r="0" b="-87613"/>
            </a:stretch>
          </a:blipFill>
        </p:spPr>
        <p:txBody>
          <a:bodyPr xmlns:a="http://schemas.openxmlformats.org/drawingml/2006/main"/>
          <a:lstStyle xmlns:a="http://schemas.openxmlformats.org/drawingml/2006/main"/>
          <a:p xmlns:a="http://schemas.openxmlformats.org/drawingml/2006/main"/>
        </p:txBody>
      </p:sp>
      <p:sp>
        <p:nvSpPr>
          <p:cNvPr id="44" name="TextBox 44">
            <a:extLst xmlns:a="http://schemas.openxmlformats.org/drawingml/2006/main">
              <a:ext uri="{FF2B5EF4-FFF2-40B4-BE49-F238E27FC236}">
                <a16:creationId xmlns:a16="http://schemas.microsoft.com/office/drawing/2014/main" id="{7ABE9FF4-DB76-4A59-A2D1-737532BBBBE6}"/>
              </a:ext>
            </a:extLst>
          </p:cNvPr>
          <p:cNvSpPr>
            <a:spLocks xmlns:a="http://schemas.openxmlformats.org/drawingml/2006/main" noGrp="1"/>
          </p:cNvSpPr>
          <p:nvPr/>
        </p:nvSpPr>
        <p:spPr>
          <a:xfrm xmlns:a="http://schemas.openxmlformats.org/drawingml/2006/main">
            <a:off x="5172075" y="3214687"/>
            <a:ext cx="3228975"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의도 정답</a:t>
            </a:r>
          </a:p>
        </p:txBody>
      </p:sp>
      <p:sp>
        <p:nvSpPr>
          <p:cNvPr id="45" name="TextBox 45">
            <a:extLst xmlns:a="http://schemas.openxmlformats.org/drawingml/2006/main">
              <a:ext uri="{FF2B5EF4-FFF2-40B4-BE49-F238E27FC236}">
                <a16:creationId xmlns:a16="http://schemas.microsoft.com/office/drawing/2014/main" id="{EA26B748-EAC0-46D9-A681-B62EB48E8E8D}"/>
              </a:ext>
            </a:extLst>
          </p:cNvPr>
          <p:cNvSpPr>
            <a:spLocks xmlns:a="http://schemas.openxmlformats.org/drawingml/2006/main" noGrp="1"/>
          </p:cNvSpPr>
          <p:nvPr/>
        </p:nvSpPr>
        <p:spPr>
          <a:xfrm xmlns:a="http://schemas.openxmlformats.org/drawingml/2006/main">
            <a:off x="5263515" y="3812858"/>
            <a:ext cx="3046095" cy="288512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업무 라벨·INFORMATION/ACTION</a:t>
            </a:r>
          </a:p>
          <a:p xmlns:a="http://schemas.openxmlformats.org/drawingml/2006/main">
            <a:pPr algn="l">
              <a:lnSpc>
                <a:spcPts val="2160"/>
              </a:lnSpc>
              <a:buNone/>
            </a:pPr>
            <a:r>
              <a:rPr sz="1800">
                <a:solidFill>
                  <a:srgbClr val="9299A3"/>
                </a:solidFill>
                <a:latin typeface="Calibri (MS)"/>
                <a:ea typeface="Calibri (MS)"/>
                <a:cs typeface="Calibri (MS)"/>
              </a:rPr>
              <a:t>상세의도 주·부·사용자 역할</a:t>
            </a:r>
          </a:p>
        </p:txBody>
      </p:sp>
      <p:sp>
        <p:nvSpPr>
          <p:cNvPr id="46" name="Freeform 46">
            <a:extLst xmlns:a="http://schemas.openxmlformats.org/drawingml/2006/main">
              <a:ext uri="{FF2B5EF4-FFF2-40B4-BE49-F238E27FC236}">
                <a16:creationId xmlns:a16="http://schemas.microsoft.com/office/drawing/2014/main" id="{F00F869C-DB6D-41DF-B472-985F7932EC43}"/>
              </a:ext>
            </a:extLst>
          </p:cNvPr>
          <p:cNvSpPr>
            <a:spLocks xmlns:a="http://schemas.openxmlformats.org/drawingml/2006/main" noGrp="1"/>
          </p:cNvSpPr>
          <p:nvPr/>
        </p:nvSpPr>
        <p:spPr>
          <a:xfrm xmlns:a="http://schemas.openxmlformats.org/drawingml/2006/main">
            <a:off x="9129712" y="3057525"/>
            <a:ext cx="3886200" cy="3957638"/>
          </a:xfrm>
          <a:custGeom xmlns:a="http://schemas.openxmlformats.org/drawingml/2006/main">
            <a:rect l="l" t="t" r="r" b="b"/>
            <a:pathLst>
              <a:path w="3886200" h="3957638">
                <a:moveTo>
                  <a:pt x="0" y="0"/>
                </a:moveTo>
                <a:lnTo>
                  <a:pt x="3886200" y="0"/>
                </a:lnTo>
                <a:lnTo>
                  <a:pt x="3886200" y="3957637"/>
                </a:lnTo>
                <a:lnTo>
                  <a:pt x="0" y="3957637"/>
                </a:lnTo>
                <a:lnTo>
                  <a:pt x="0" y="0"/>
                </a:lnTo>
                <a:close/>
              </a:path>
            </a:pathLst>
          </a:custGeom>
          <a:blipFill xmlns:a="http://schemas.openxmlformats.org/drawingml/2006/main">
            <a:blip xmlns:r="http://schemas.openxmlformats.org/officeDocument/2006/relationships" r:embed="Rfd9502665d554d7f">
              <a:extLst>
                <a:ext uri="{96DAC541-7B7A-43D3-8B79-37D633B846F1}">
                  <asvg:svgBlip xmlns:asvg="http://schemas.microsoft.com/office/drawing/2016/SVG/main" r:embed="R262bc54d35904c5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8" name="Freeform 48">
            <a:extLst xmlns:a="http://schemas.openxmlformats.org/drawingml/2006/main">
              <a:ext uri="{FF2B5EF4-FFF2-40B4-BE49-F238E27FC236}">
                <a16:creationId xmlns:a16="http://schemas.microsoft.com/office/drawing/2014/main" id="{B347EAAD-C168-4259-9DBF-A31B9A0D6B53}"/>
              </a:ext>
            </a:extLst>
          </p:cNvPr>
          <p:cNvSpPr>
            <a:spLocks xmlns:a="http://schemas.openxmlformats.org/drawingml/2006/main" noGrp="1"/>
          </p:cNvSpPr>
          <p:nvPr/>
        </p:nvSpPr>
        <p:spPr>
          <a:xfrm xmlns:a="http://schemas.openxmlformats.org/drawingml/2006/main">
            <a:off x="9458325" y="3271838"/>
            <a:ext cx="3228975" cy="428625"/>
          </a:xfrm>
          <a:custGeom xmlns:a="http://schemas.openxmlformats.org/drawingml/2006/main">
            <a:rect l="l" t="t" r="r" b="b"/>
            <a:pathLst>
              <a:path w="4305300" h="571500">
                <a:moveTo>
                  <a:pt x="0" y="0"/>
                </a:moveTo>
                <a:lnTo>
                  <a:pt x="4305300" y="0"/>
                </a:lnTo>
                <a:lnTo>
                  <a:pt x="4305300" y="571500"/>
                </a:lnTo>
                <a:lnTo>
                  <a:pt x="0" y="571500"/>
                </a:lnTo>
                <a:close/>
              </a:path>
            </a:pathLst>
          </a:custGeom>
          <a:blipFill xmlns:a="http://schemas.openxmlformats.org/drawingml/2006/main">
            <a:blip xmlns:r="http://schemas.openxmlformats.org/officeDocument/2006/relationships" r:embed="R40856d89d7104547">
              <a:alphaModFix amt="0"/>
            </a:blip>
            <a:stretch>
              <a:fillRect l="0" t="-96684" r="0" b="-96686"/>
            </a:stretch>
          </a:blipFill>
        </p:spPr>
        <p:txBody>
          <a:bodyPr xmlns:a="http://schemas.openxmlformats.org/drawingml/2006/main"/>
          <a:lstStyle xmlns:a="http://schemas.openxmlformats.org/drawingml/2006/main"/>
          <a:p xmlns:a="http://schemas.openxmlformats.org/drawingml/2006/main"/>
        </p:txBody>
      </p:sp>
      <p:sp>
        <p:nvSpPr>
          <p:cNvPr id="50" name="Freeform 50">
            <a:extLst xmlns:a="http://schemas.openxmlformats.org/drawingml/2006/main">
              <a:ext uri="{FF2B5EF4-FFF2-40B4-BE49-F238E27FC236}">
                <a16:creationId xmlns:a16="http://schemas.microsoft.com/office/drawing/2014/main" id="{8982E5AE-3268-4C0F-AB13-70DDE2690934}"/>
              </a:ext>
            </a:extLst>
          </p:cNvPr>
          <p:cNvSpPr>
            <a:spLocks xmlns:a="http://schemas.openxmlformats.org/drawingml/2006/main" noGrp="1"/>
          </p:cNvSpPr>
          <p:nvPr/>
        </p:nvSpPr>
        <p:spPr>
          <a:xfrm xmlns:a="http://schemas.openxmlformats.org/drawingml/2006/main">
            <a:off x="9458325" y="3243262"/>
            <a:ext cx="3228975" cy="457200"/>
          </a:xfrm>
          <a:custGeom xmlns:a="http://schemas.openxmlformats.org/drawingml/2006/main">
            <a:rect l="l" t="t" r="r" b="b"/>
            <a:pathLst>
              <a:path w="4305300" h="609600">
                <a:moveTo>
                  <a:pt x="0" y="0"/>
                </a:moveTo>
                <a:lnTo>
                  <a:pt x="4305300" y="0"/>
                </a:lnTo>
                <a:lnTo>
                  <a:pt x="4305300" y="609600"/>
                </a:lnTo>
                <a:lnTo>
                  <a:pt x="0" y="609600"/>
                </a:lnTo>
                <a:close/>
              </a:path>
            </a:pathLst>
          </a:custGeom>
          <a:blipFill xmlns:a="http://schemas.openxmlformats.org/drawingml/2006/main">
            <a:blip xmlns:r="http://schemas.openxmlformats.org/officeDocument/2006/relationships" r:embed="R4a3952dec35d4b3b">
              <a:alphaModFix amt="0"/>
            </a:blip>
            <a:stretch>
              <a:fillRect l="0" t="-87613" r="0" b="-87613"/>
            </a:stretch>
          </a:blipFill>
        </p:spPr>
        <p:txBody>
          <a:bodyPr xmlns:a="http://schemas.openxmlformats.org/drawingml/2006/main"/>
          <a:lstStyle xmlns:a="http://schemas.openxmlformats.org/drawingml/2006/main"/>
          <a:p xmlns:a="http://schemas.openxmlformats.org/drawingml/2006/main"/>
        </p:txBody>
      </p:sp>
      <p:sp>
        <p:nvSpPr>
          <p:cNvPr id="51" name="TextBox 51">
            <a:extLst xmlns:a="http://schemas.openxmlformats.org/drawingml/2006/main">
              <a:ext uri="{FF2B5EF4-FFF2-40B4-BE49-F238E27FC236}">
                <a16:creationId xmlns:a16="http://schemas.microsoft.com/office/drawing/2014/main" id="{F6CE0E1D-5DC6-4364-8EDA-2E452931F8A6}"/>
              </a:ext>
            </a:extLst>
          </p:cNvPr>
          <p:cNvSpPr>
            <a:spLocks xmlns:a="http://schemas.openxmlformats.org/drawingml/2006/main" noGrp="1"/>
          </p:cNvSpPr>
          <p:nvPr/>
        </p:nvSpPr>
        <p:spPr>
          <a:xfrm xmlns:a="http://schemas.openxmlformats.org/drawingml/2006/main">
            <a:off x="9458325" y="3214687"/>
            <a:ext cx="3228975"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검색 정답</a:t>
            </a:r>
          </a:p>
        </p:txBody>
      </p:sp>
      <p:sp>
        <p:nvSpPr>
          <p:cNvPr id="52" name="TextBox 52">
            <a:extLst xmlns:a="http://schemas.openxmlformats.org/drawingml/2006/main">
              <a:ext uri="{FF2B5EF4-FFF2-40B4-BE49-F238E27FC236}">
                <a16:creationId xmlns:a16="http://schemas.microsoft.com/office/drawing/2014/main" id="{4803EB4F-D94D-498C-BA42-9F537D0122E1}"/>
              </a:ext>
            </a:extLst>
          </p:cNvPr>
          <p:cNvSpPr>
            <a:spLocks xmlns:a="http://schemas.openxmlformats.org/drawingml/2006/main" noGrp="1"/>
          </p:cNvSpPr>
          <p:nvPr/>
        </p:nvSpPr>
        <p:spPr>
          <a:xfrm xmlns:a="http://schemas.openxmlformats.org/drawingml/2006/main">
            <a:off x="9549765" y="3812858"/>
            <a:ext cx="3046095" cy="288512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gold_document_ids</a:t>
            </a:r>
          </a:p>
          <a:p xmlns:a="http://schemas.openxmlformats.org/drawingml/2006/main">
            <a:pPr algn="l">
              <a:lnSpc>
                <a:spcPts val="2160"/>
              </a:lnSpc>
              <a:buNone/>
            </a:pPr>
            <a:r>
              <a:rPr sz="1800">
                <a:solidFill>
                  <a:srgbClr val="9299A3"/>
                </a:solidFill>
                <a:latin typeface="Calibri (MS)"/>
                <a:ea typeface="Calibri (MS)"/>
                <a:cs typeface="Calibri (MS)"/>
              </a:rPr>
              <a:t>section_titles·chunk_ids·URL</a:t>
            </a:r>
          </a:p>
        </p:txBody>
      </p:sp>
      <p:sp>
        <p:nvSpPr>
          <p:cNvPr id="53" name="Freeform 53">
            <a:extLst xmlns:a="http://schemas.openxmlformats.org/drawingml/2006/main">
              <a:ext uri="{FF2B5EF4-FFF2-40B4-BE49-F238E27FC236}">
                <a16:creationId xmlns:a16="http://schemas.microsoft.com/office/drawing/2014/main" id="{F8CDE198-029C-4C92-AF2D-195AA84F2463}"/>
              </a:ext>
            </a:extLst>
          </p:cNvPr>
          <p:cNvSpPr>
            <a:spLocks xmlns:a="http://schemas.openxmlformats.org/drawingml/2006/main" noGrp="1"/>
          </p:cNvSpPr>
          <p:nvPr/>
        </p:nvSpPr>
        <p:spPr>
          <a:xfrm xmlns:a="http://schemas.openxmlformats.org/drawingml/2006/main">
            <a:off x="13415962" y="3057525"/>
            <a:ext cx="3886200" cy="3957638"/>
          </a:xfrm>
          <a:custGeom xmlns:a="http://schemas.openxmlformats.org/drawingml/2006/main">
            <a:rect l="l" t="t" r="r" b="b"/>
            <a:pathLst>
              <a:path w="3886200" h="3957638">
                <a:moveTo>
                  <a:pt x="0" y="0"/>
                </a:moveTo>
                <a:lnTo>
                  <a:pt x="3886200" y="0"/>
                </a:lnTo>
                <a:lnTo>
                  <a:pt x="3886200" y="3957637"/>
                </a:lnTo>
                <a:lnTo>
                  <a:pt x="0" y="3957637"/>
                </a:lnTo>
                <a:lnTo>
                  <a:pt x="0" y="0"/>
                </a:lnTo>
                <a:close/>
              </a:path>
            </a:pathLst>
          </a:custGeom>
          <a:blipFill xmlns:a="http://schemas.openxmlformats.org/drawingml/2006/main">
            <a:blip xmlns:r="http://schemas.openxmlformats.org/officeDocument/2006/relationships" r:embed="R861681b9a9d94999">
              <a:extLst>
                <a:ext uri="{96DAC541-7B7A-43D3-8B79-37D633B846F1}">
                  <asvg:svgBlip xmlns:asvg="http://schemas.microsoft.com/office/drawing/2016/SVG/main" r:embed="R419910aba0d04d9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5" name="Freeform 55">
            <a:extLst xmlns:a="http://schemas.openxmlformats.org/drawingml/2006/main">
              <a:ext uri="{FF2B5EF4-FFF2-40B4-BE49-F238E27FC236}">
                <a16:creationId xmlns:a16="http://schemas.microsoft.com/office/drawing/2014/main" id="{E87A06A4-4239-49DD-9BF5-40AA6C954E50}"/>
              </a:ext>
            </a:extLst>
          </p:cNvPr>
          <p:cNvSpPr>
            <a:spLocks xmlns:a="http://schemas.openxmlformats.org/drawingml/2006/main" noGrp="1"/>
          </p:cNvSpPr>
          <p:nvPr/>
        </p:nvSpPr>
        <p:spPr>
          <a:xfrm xmlns:a="http://schemas.openxmlformats.org/drawingml/2006/main">
            <a:off x="13744575" y="3271838"/>
            <a:ext cx="3228975" cy="428625"/>
          </a:xfrm>
          <a:custGeom xmlns:a="http://schemas.openxmlformats.org/drawingml/2006/main">
            <a:rect l="l" t="t" r="r" b="b"/>
            <a:pathLst>
              <a:path w="4305300" h="571500">
                <a:moveTo>
                  <a:pt x="0" y="0"/>
                </a:moveTo>
                <a:lnTo>
                  <a:pt x="4305300" y="0"/>
                </a:lnTo>
                <a:lnTo>
                  <a:pt x="4305300" y="571500"/>
                </a:lnTo>
                <a:lnTo>
                  <a:pt x="0" y="571500"/>
                </a:lnTo>
                <a:close/>
              </a:path>
            </a:pathLst>
          </a:custGeom>
          <a:blipFill xmlns:a="http://schemas.openxmlformats.org/drawingml/2006/main">
            <a:blip xmlns:r="http://schemas.openxmlformats.org/officeDocument/2006/relationships" r:embed="R40856d89d7104547">
              <a:alphaModFix amt="0"/>
            </a:blip>
            <a:stretch>
              <a:fillRect l="0" t="-96684" r="0" b="-96686"/>
            </a:stretch>
          </a:blipFill>
        </p:spPr>
        <p:txBody>
          <a:bodyPr xmlns:a="http://schemas.openxmlformats.org/drawingml/2006/main"/>
          <a:lstStyle xmlns:a="http://schemas.openxmlformats.org/drawingml/2006/main"/>
          <a:p xmlns:a="http://schemas.openxmlformats.org/drawingml/2006/main"/>
        </p:txBody>
      </p:sp>
      <p:sp>
        <p:nvSpPr>
          <p:cNvPr id="57" name="Freeform 57">
            <a:extLst xmlns:a="http://schemas.openxmlformats.org/drawingml/2006/main">
              <a:ext uri="{FF2B5EF4-FFF2-40B4-BE49-F238E27FC236}">
                <a16:creationId xmlns:a16="http://schemas.microsoft.com/office/drawing/2014/main" id="{595670FB-3757-44A3-8663-361E4356A3E6}"/>
              </a:ext>
            </a:extLst>
          </p:cNvPr>
          <p:cNvSpPr>
            <a:spLocks xmlns:a="http://schemas.openxmlformats.org/drawingml/2006/main" noGrp="1"/>
          </p:cNvSpPr>
          <p:nvPr/>
        </p:nvSpPr>
        <p:spPr>
          <a:xfrm xmlns:a="http://schemas.openxmlformats.org/drawingml/2006/main">
            <a:off x="13744575" y="3243262"/>
            <a:ext cx="3228975" cy="457200"/>
          </a:xfrm>
          <a:custGeom xmlns:a="http://schemas.openxmlformats.org/drawingml/2006/main">
            <a:rect l="l" t="t" r="r" b="b"/>
            <a:pathLst>
              <a:path w="4305300" h="609600">
                <a:moveTo>
                  <a:pt x="0" y="0"/>
                </a:moveTo>
                <a:lnTo>
                  <a:pt x="4305300" y="0"/>
                </a:lnTo>
                <a:lnTo>
                  <a:pt x="4305300" y="609600"/>
                </a:lnTo>
                <a:lnTo>
                  <a:pt x="0" y="609600"/>
                </a:lnTo>
                <a:close/>
              </a:path>
            </a:pathLst>
          </a:custGeom>
          <a:blipFill xmlns:a="http://schemas.openxmlformats.org/drawingml/2006/main">
            <a:blip xmlns:r="http://schemas.openxmlformats.org/officeDocument/2006/relationships" r:embed="R4a3952dec35d4b3b">
              <a:alphaModFix amt="0"/>
            </a:blip>
            <a:stretch>
              <a:fillRect l="0" t="-87613" r="0" b="-87613"/>
            </a:stretch>
          </a:blipFill>
        </p:spPr>
        <p:txBody>
          <a:bodyPr xmlns:a="http://schemas.openxmlformats.org/drawingml/2006/main"/>
          <a:lstStyle xmlns:a="http://schemas.openxmlformats.org/drawingml/2006/main"/>
          <a:p xmlns:a="http://schemas.openxmlformats.org/drawingml/2006/main"/>
        </p:txBody>
      </p:sp>
      <p:sp>
        <p:nvSpPr>
          <p:cNvPr id="58" name="TextBox 58">
            <a:extLst xmlns:a="http://schemas.openxmlformats.org/drawingml/2006/main">
              <a:ext uri="{FF2B5EF4-FFF2-40B4-BE49-F238E27FC236}">
                <a16:creationId xmlns:a16="http://schemas.microsoft.com/office/drawing/2014/main" id="{F5CC7A97-99A3-4974-8E64-7A2D93BC443A}"/>
              </a:ext>
            </a:extLst>
          </p:cNvPr>
          <p:cNvSpPr>
            <a:spLocks xmlns:a="http://schemas.openxmlformats.org/drawingml/2006/main" noGrp="1"/>
          </p:cNvSpPr>
          <p:nvPr/>
        </p:nvSpPr>
        <p:spPr>
          <a:xfrm xmlns:a="http://schemas.openxmlformats.org/drawingml/2006/main">
            <a:off x="13744575" y="3214687"/>
            <a:ext cx="3228975"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답변 정답</a:t>
            </a:r>
          </a:p>
        </p:txBody>
      </p:sp>
      <p:sp>
        <p:nvSpPr>
          <p:cNvPr id="59" name="TextBox 59">
            <a:extLst xmlns:a="http://schemas.openxmlformats.org/drawingml/2006/main">
              <a:ext uri="{FF2B5EF4-FFF2-40B4-BE49-F238E27FC236}">
                <a16:creationId xmlns:a16="http://schemas.microsoft.com/office/drawing/2014/main" id="{5BEB7232-1C27-4340-934C-094FB9A6FE2D}"/>
              </a:ext>
            </a:extLst>
          </p:cNvPr>
          <p:cNvSpPr>
            <a:spLocks xmlns:a="http://schemas.openxmlformats.org/drawingml/2006/main" noGrp="1"/>
          </p:cNvSpPr>
          <p:nvPr/>
        </p:nvSpPr>
        <p:spPr>
          <a:xfrm xmlns:a="http://schemas.openxmlformats.org/drawingml/2006/main">
            <a:off x="13836015" y="3812858"/>
            <a:ext cx="3046095" cy="288512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정답 요약·필수응답요소</a:t>
            </a:r>
          </a:p>
          <a:p xmlns:a="http://schemas.openxmlformats.org/drawingml/2006/main">
            <a:pPr algn="l">
              <a:lnSpc>
                <a:spcPts val="2160"/>
              </a:lnSpc>
              <a:buNone/>
            </a:pPr>
            <a:r>
              <a:rPr sz="1800">
                <a:solidFill>
                  <a:srgbClr val="9299A3"/>
                </a:solidFill>
                <a:latin typeface="Calibri (MS)"/>
                <a:ea typeface="Calibri (MS)"/>
                <a:cs typeface="Calibri (MS)"/>
              </a:rPr>
              <a:t>clarification·응답정책</a:t>
            </a:r>
          </a:p>
        </p:txBody>
      </p:sp>
      <p:sp>
        <p:nvSpPr>
          <p:cNvPr id="60" name="Freeform 60">
            <a:extLst xmlns:a="http://schemas.openxmlformats.org/drawingml/2006/main">
              <a:ext uri="{FF2B5EF4-FFF2-40B4-BE49-F238E27FC236}">
                <a16:creationId xmlns:a16="http://schemas.microsoft.com/office/drawing/2014/main" id="{CE9AC6C4-0069-4F37-9053-0E2BBDA5A708}"/>
              </a:ext>
            </a:extLst>
          </p:cNvPr>
          <p:cNvSpPr>
            <a:spLocks xmlns:a="http://schemas.openxmlformats.org/drawingml/2006/main" noGrp="1"/>
          </p:cNvSpPr>
          <p:nvPr/>
        </p:nvSpPr>
        <p:spPr>
          <a:xfrm xmlns:a="http://schemas.openxmlformats.org/drawingml/2006/main">
            <a:off x="557212" y="7558088"/>
            <a:ext cx="16744950" cy="1600200"/>
          </a:xfrm>
          <a:custGeom xmlns:a="http://schemas.openxmlformats.org/drawingml/2006/main">
            <a:rect l="l" t="t" r="r" b="b"/>
            <a:pathLst>
              <a:path w="16744950" h="1600200">
                <a:moveTo>
                  <a:pt x="0" y="0"/>
                </a:moveTo>
                <a:lnTo>
                  <a:pt x="16744950" y="0"/>
                </a:lnTo>
                <a:lnTo>
                  <a:pt x="16744950" y="1600200"/>
                </a:lnTo>
                <a:lnTo>
                  <a:pt x="0" y="1600200"/>
                </a:lnTo>
                <a:lnTo>
                  <a:pt x="0" y="0"/>
                </a:lnTo>
                <a:close/>
              </a:path>
            </a:pathLst>
          </a:custGeom>
          <a:blipFill xmlns:a="http://schemas.openxmlformats.org/drawingml/2006/main">
            <a:blip xmlns:r="http://schemas.openxmlformats.org/officeDocument/2006/relationships" r:embed="Rd615107ae3b24f3c">
              <a:extLst>
                <a:ext uri="{96DAC541-7B7A-43D3-8B79-37D633B846F1}">
                  <asvg:svgBlip xmlns:asvg="http://schemas.microsoft.com/office/drawing/2016/SVG/main" r:embed="R2b90364f9e244690"/>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62" name="Freeform 62">
            <a:extLst xmlns:a="http://schemas.openxmlformats.org/drawingml/2006/main">
              <a:ext uri="{FF2B5EF4-FFF2-40B4-BE49-F238E27FC236}">
                <a16:creationId xmlns:a16="http://schemas.microsoft.com/office/drawing/2014/main" id="{016E7C61-0D4F-4587-89B2-E24B89FBBE99}"/>
              </a:ext>
            </a:extLst>
          </p:cNvPr>
          <p:cNvSpPr>
            <a:spLocks xmlns:a="http://schemas.openxmlformats.org/drawingml/2006/main" noGrp="1"/>
          </p:cNvSpPr>
          <p:nvPr/>
        </p:nvSpPr>
        <p:spPr>
          <a:xfrm xmlns:a="http://schemas.openxmlformats.org/drawingml/2006/main">
            <a:off x="885825" y="7772400"/>
            <a:ext cx="16087725" cy="428625"/>
          </a:xfrm>
          <a:custGeom xmlns:a="http://schemas.openxmlformats.org/drawingml/2006/main">
            <a:rect l="l" t="t" r="r" b="b"/>
            <a:pathLst>
              <a:path w="21450300" h="571500">
                <a:moveTo>
                  <a:pt x="0" y="0"/>
                </a:moveTo>
                <a:lnTo>
                  <a:pt x="21450300" y="0"/>
                </a:lnTo>
                <a:lnTo>
                  <a:pt x="21450300" y="571500"/>
                </a:lnTo>
                <a:lnTo>
                  <a:pt x="0" y="571500"/>
                </a:lnTo>
                <a:close/>
              </a:path>
            </a:pathLst>
          </a:custGeom>
          <a:blipFill xmlns:a="http://schemas.openxmlformats.org/drawingml/2006/main">
            <a:blip xmlns:r="http://schemas.openxmlformats.org/officeDocument/2006/relationships" r:embed="R40856d89d7104547">
              <a:alphaModFix amt="0"/>
            </a:blip>
            <a:stretch>
              <a:fillRect l="0" t="-680828" r="0" b="-680831"/>
            </a:stretch>
          </a:blipFill>
        </p:spPr>
        <p:txBody>
          <a:bodyPr xmlns:a="http://schemas.openxmlformats.org/drawingml/2006/main"/>
          <a:lstStyle xmlns:a="http://schemas.openxmlformats.org/drawingml/2006/main"/>
          <a:p xmlns:a="http://schemas.openxmlformats.org/drawingml/2006/main"/>
        </p:txBody>
      </p:sp>
      <p:sp>
        <p:nvSpPr>
          <p:cNvPr id="64" name="Freeform 64">
            <a:extLst xmlns:a="http://schemas.openxmlformats.org/drawingml/2006/main">
              <a:ext uri="{FF2B5EF4-FFF2-40B4-BE49-F238E27FC236}">
                <a16:creationId xmlns:a16="http://schemas.microsoft.com/office/drawing/2014/main" id="{31A4E83B-D5A2-492F-942A-AE702CC81A52}"/>
              </a:ext>
            </a:extLst>
          </p:cNvPr>
          <p:cNvSpPr>
            <a:spLocks xmlns:a="http://schemas.openxmlformats.org/drawingml/2006/main" noGrp="1"/>
          </p:cNvSpPr>
          <p:nvPr/>
        </p:nvSpPr>
        <p:spPr>
          <a:xfrm xmlns:a="http://schemas.openxmlformats.org/drawingml/2006/main">
            <a:off x="885825" y="7743825"/>
            <a:ext cx="16087725" cy="457200"/>
          </a:xfrm>
          <a:custGeom xmlns:a="http://schemas.openxmlformats.org/drawingml/2006/main">
            <a:rect l="l" t="t" r="r" b="b"/>
            <a:pathLst>
              <a:path w="21450300" h="609600">
                <a:moveTo>
                  <a:pt x="0" y="0"/>
                </a:moveTo>
                <a:lnTo>
                  <a:pt x="21450300" y="0"/>
                </a:lnTo>
                <a:lnTo>
                  <a:pt x="21450300" y="609600"/>
                </a:lnTo>
                <a:lnTo>
                  <a:pt x="0" y="609600"/>
                </a:lnTo>
                <a:close/>
              </a:path>
            </a:pathLst>
          </a:custGeom>
          <a:blipFill xmlns:a="http://schemas.openxmlformats.org/drawingml/2006/main">
            <a:blip xmlns:r="http://schemas.openxmlformats.org/officeDocument/2006/relationships" r:embed="R4a3952dec35d4b3b">
              <a:alphaModFix amt="0"/>
            </a:blip>
            <a:stretch>
              <a:fillRect l="0" t="-635629" r="0" b="-635629"/>
            </a:stretch>
          </a:blipFill>
        </p:spPr>
        <p:txBody>
          <a:bodyPr xmlns:a="http://schemas.openxmlformats.org/drawingml/2006/main"/>
          <a:lstStyle xmlns:a="http://schemas.openxmlformats.org/drawingml/2006/main"/>
          <a:p xmlns:a="http://schemas.openxmlformats.org/drawingml/2006/main"/>
        </p:txBody>
      </p:sp>
      <p:sp>
        <p:nvSpPr>
          <p:cNvPr id="65" name="TextBox 65">
            <a:extLst xmlns:a="http://schemas.openxmlformats.org/drawingml/2006/main">
              <a:ext uri="{FF2B5EF4-FFF2-40B4-BE49-F238E27FC236}">
                <a16:creationId xmlns:a16="http://schemas.microsoft.com/office/drawing/2014/main" id="{BC9E7830-B3B5-4FF2-89EB-C463B01DEC38}"/>
              </a:ext>
            </a:extLst>
          </p:cNvPr>
          <p:cNvSpPr>
            <a:spLocks xmlns:a="http://schemas.openxmlformats.org/drawingml/2006/main" noGrp="1"/>
          </p:cNvSpPr>
          <p:nvPr/>
        </p:nvSpPr>
        <p:spPr>
          <a:xfrm xmlns:a="http://schemas.openxmlformats.org/drawingml/2006/main">
            <a:off x="885825" y="7715250"/>
            <a:ext cx="16087725"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데이터셋 관리 원칙</a:t>
            </a:r>
          </a:p>
        </p:txBody>
      </p:sp>
      <p:sp>
        <p:nvSpPr>
          <p:cNvPr id="66" name="TextBox 66">
            <a:extLst xmlns:a="http://schemas.openxmlformats.org/drawingml/2006/main">
              <a:ext uri="{FF2B5EF4-FFF2-40B4-BE49-F238E27FC236}">
                <a16:creationId xmlns:a16="http://schemas.microsoft.com/office/drawing/2014/main" id="{A31719B6-464C-44AF-8F3A-9B910F278ACD}"/>
              </a:ext>
            </a:extLst>
          </p:cNvPr>
          <p:cNvSpPr>
            <a:spLocks xmlns:a="http://schemas.openxmlformats.org/drawingml/2006/main" noGrp="1"/>
          </p:cNvSpPr>
          <p:nvPr/>
        </p:nvSpPr>
        <p:spPr>
          <a:xfrm xmlns:a="http://schemas.openxmlformats.org/drawingml/2006/main">
            <a:off x="977265" y="8313420"/>
            <a:ext cx="15904845" cy="5276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관리 원칙  |  XLSX/CSV를 MASTER로 유지 · 라벨 사전 통일 · Gold 수정 이력과 검수 상태 기록</a:t>
            </a:r>
          </a:p>
        </p:txBody>
      </p:sp>
    </p:spTree>
    <p:extLst>
      <p:ext uri="{BB962C8B-B14F-4D97-AF65-F5344CB8AC3E}">
        <p14:creationId xmlns:p14="http://schemas.microsoft.com/office/powerpoint/2010/main" val="188366806"/>
      </p:ext>
    </p:extLst>
  </p:cSld>
</p:sld>
</file>

<file path=ppt/slides/slide14.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F4137F3-7FCB-4D7D-85E9-042A888F6210}"/>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e72c8117294d43bf">
              <a:extLst>
                <a:ext uri="{96DAC541-7B7A-43D3-8B79-37D633B846F1}">
                  <asvg:svgBlip xmlns:asvg="http://schemas.microsoft.com/office/drawing/2016/SVG/main" r:embed="R7b80dd0f68bb43f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EC6B58DD-CF89-499C-96F2-D88588FD3F9F}"/>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3b0b1e8321f04381">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98634428-5124-4767-A903-BD64E2961949}"/>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0f0508522fc24c49">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DC2C71FB-4A41-4743-AD38-B75B0F6E70B7}"/>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평가 데이터 검수</a:t>
            </a:r>
          </a:p>
        </p:txBody>
      </p:sp>
      <p:sp>
        <p:nvSpPr>
          <p:cNvPr id="9" name="Freeform 9">
            <a:extLst xmlns:a="http://schemas.openxmlformats.org/drawingml/2006/main">
              <a:ext uri="{FF2B5EF4-FFF2-40B4-BE49-F238E27FC236}">
                <a16:creationId xmlns:a16="http://schemas.microsoft.com/office/drawing/2014/main" id="{BB25F9C0-BD7C-409B-8F5A-EA78B6B26555}"/>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3b0b1e8321f04381">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CF6A2962-A045-4FD6-A788-347CE1BC7001}"/>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0f0508522fc24c49">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BC555E5-7A4F-4D87-8670-68FC28349D13}"/>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수기 검토와 API 보조 검토의 역할을 구분합니다</a:t>
            </a:r>
          </a:p>
        </p:txBody>
      </p:sp>
      <p:sp>
        <p:nvSpPr>
          <p:cNvPr id="14" name="Freeform 14">
            <a:extLst xmlns:a="http://schemas.openxmlformats.org/drawingml/2006/main">
              <a:ext uri="{FF2B5EF4-FFF2-40B4-BE49-F238E27FC236}">
                <a16:creationId xmlns:a16="http://schemas.microsoft.com/office/drawing/2014/main" id="{3B050C2F-4385-4476-AFE5-EB11F0A1CADC}"/>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3b0b1e8321f04381">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171136CD-FCEB-4CDA-95E4-43496278E601}"/>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0f0508522fc24c49">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398B16DF-EE1E-4DEF-8AEC-4FE6349B6399}"/>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API는 초안을 보조하고, 도메인 정답과 Gold 근거는 사람이 최종 승인</a:t>
            </a:r>
          </a:p>
        </p:txBody>
      </p:sp>
      <p:sp>
        <p:nvSpPr>
          <p:cNvPr id="19" name="Freeform 19">
            <a:extLst xmlns:a="http://schemas.openxmlformats.org/drawingml/2006/main">
              <a:ext uri="{FF2B5EF4-FFF2-40B4-BE49-F238E27FC236}">
                <a16:creationId xmlns:a16="http://schemas.microsoft.com/office/drawing/2014/main" id="{A517AA94-CE40-48D6-A90E-B6467B11127C}"/>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46E2F8FB-2DBF-4007-99C3-9C4F6A2E3932}"/>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8443B8F5-B206-4066-A9D8-7452660DBC60}"/>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3b0b1e8321f04381">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45D602C5-0F92-4FC2-9998-D6D2A28D9E4B}"/>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0f0508522fc24c49">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30D064EF-82A4-4618-8FB9-9F233B2AE6CD}"/>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526F848-8503-4009-A698-3424F0FE001B}"/>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3b0b1e8321f04381">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D02B1069-09A7-4704-820F-F29E5215AD76}"/>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0f0508522fc24c49">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271B0CC8-B31C-4EE5-854B-4AE7DBAD576B}"/>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15</a:t>
            </a:r>
          </a:p>
        </p:txBody>
      </p:sp>
      <p:sp>
        <p:nvSpPr>
          <p:cNvPr id="32" name="Freeform 32">
            <a:extLst xmlns:a="http://schemas.openxmlformats.org/drawingml/2006/main">
              <a:ext uri="{FF2B5EF4-FFF2-40B4-BE49-F238E27FC236}">
                <a16:creationId xmlns:a16="http://schemas.microsoft.com/office/drawing/2014/main" id="{15136DED-E17E-4E99-9680-1E3120A37D53}"/>
              </a:ext>
            </a:extLst>
          </p:cNvPr>
          <p:cNvSpPr>
            <a:spLocks xmlns:a="http://schemas.openxmlformats.org/drawingml/2006/main" noGrp="1"/>
          </p:cNvSpPr>
          <p:nvPr/>
        </p:nvSpPr>
        <p:spPr>
          <a:xfrm xmlns:a="http://schemas.openxmlformats.org/drawingml/2006/main">
            <a:off x="842962" y="2986088"/>
            <a:ext cx="7172325" cy="4457700"/>
          </a:xfrm>
          <a:custGeom xmlns:a="http://schemas.openxmlformats.org/drawingml/2006/main">
            <a:rect l="l" t="t" r="r" b="b"/>
            <a:pathLst>
              <a:path w="7172325" h="4457700">
                <a:moveTo>
                  <a:pt x="0" y="0"/>
                </a:moveTo>
                <a:lnTo>
                  <a:pt x="7172326" y="0"/>
                </a:lnTo>
                <a:lnTo>
                  <a:pt x="7172326" y="4457700"/>
                </a:lnTo>
                <a:lnTo>
                  <a:pt x="0" y="4457700"/>
                </a:lnTo>
                <a:lnTo>
                  <a:pt x="0" y="0"/>
                </a:lnTo>
                <a:close/>
              </a:path>
            </a:pathLst>
          </a:custGeom>
          <a:blipFill xmlns:a="http://schemas.openxmlformats.org/drawingml/2006/main">
            <a:blip xmlns:r="http://schemas.openxmlformats.org/officeDocument/2006/relationships" r:embed="R8ba9e8e385184baf">
              <a:extLst>
                <a:ext uri="{96DAC541-7B7A-43D3-8B79-37D633B846F1}">
                  <asvg:svgBlip xmlns:asvg="http://schemas.microsoft.com/office/drawing/2016/SVG/main" r:embed="Rd5d0be89d9eb4981"/>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BF07CBD4-CB66-4F39-9263-00CB96C31568}"/>
              </a:ext>
            </a:extLst>
          </p:cNvPr>
          <p:cNvSpPr>
            <a:spLocks xmlns:a="http://schemas.openxmlformats.org/drawingml/2006/main" noGrp="1"/>
          </p:cNvSpPr>
          <p:nvPr/>
        </p:nvSpPr>
        <p:spPr>
          <a:xfrm xmlns:a="http://schemas.openxmlformats.org/drawingml/2006/main">
            <a:off x="1171575" y="3200400"/>
            <a:ext cx="6515100" cy="428625"/>
          </a:xfrm>
          <a:custGeom xmlns:a="http://schemas.openxmlformats.org/drawingml/2006/main">
            <a:rect l="l" t="t" r="r" b="b"/>
            <a:pathLst>
              <a:path w="8686800" h="571500">
                <a:moveTo>
                  <a:pt x="0" y="0"/>
                </a:moveTo>
                <a:lnTo>
                  <a:pt x="8686800" y="0"/>
                </a:lnTo>
                <a:lnTo>
                  <a:pt x="8686800" y="571500"/>
                </a:lnTo>
                <a:lnTo>
                  <a:pt x="0" y="571500"/>
                </a:lnTo>
                <a:close/>
              </a:path>
            </a:pathLst>
          </a:custGeom>
          <a:blipFill xmlns:a="http://schemas.openxmlformats.org/drawingml/2006/main">
            <a:blip xmlns:r="http://schemas.openxmlformats.org/officeDocument/2006/relationships" r:embed="R3b0b1e8321f04381">
              <a:alphaModFix amt="0"/>
            </a:blip>
            <a:stretch>
              <a:fillRect l="0" t="-245966" r="0" b="-245966"/>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ECD26566-C351-47A7-8D61-AD184BFF4DD8}"/>
              </a:ext>
            </a:extLst>
          </p:cNvPr>
          <p:cNvSpPr>
            <a:spLocks xmlns:a="http://schemas.openxmlformats.org/drawingml/2006/main" noGrp="1"/>
          </p:cNvSpPr>
          <p:nvPr/>
        </p:nvSpPr>
        <p:spPr>
          <a:xfrm xmlns:a="http://schemas.openxmlformats.org/drawingml/2006/main">
            <a:off x="1171575" y="3171825"/>
            <a:ext cx="6515100" cy="457200"/>
          </a:xfrm>
          <a:custGeom xmlns:a="http://schemas.openxmlformats.org/drawingml/2006/main">
            <a:rect l="l" t="t" r="r" b="b"/>
            <a:pathLst>
              <a:path w="8686800" h="609600">
                <a:moveTo>
                  <a:pt x="0" y="0"/>
                </a:moveTo>
                <a:lnTo>
                  <a:pt x="8686800" y="0"/>
                </a:lnTo>
                <a:lnTo>
                  <a:pt x="8686800" y="609600"/>
                </a:lnTo>
                <a:lnTo>
                  <a:pt x="0" y="609600"/>
                </a:lnTo>
                <a:close/>
              </a:path>
            </a:pathLst>
          </a:custGeom>
          <a:blipFill xmlns:a="http://schemas.openxmlformats.org/drawingml/2006/main">
            <a:blip xmlns:r="http://schemas.openxmlformats.org/officeDocument/2006/relationships" r:embed="R0f0508522fc24c49">
              <a:alphaModFix amt="0"/>
            </a:blip>
            <a:stretch>
              <a:fillRect l="0" t="-227661" r="0" b="-227661"/>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BC28A380-8951-41D5-AF53-1CB142568337}"/>
              </a:ext>
            </a:extLst>
          </p:cNvPr>
          <p:cNvSpPr>
            <a:spLocks xmlns:a="http://schemas.openxmlformats.org/drawingml/2006/main" noGrp="1"/>
          </p:cNvSpPr>
          <p:nvPr/>
        </p:nvSpPr>
        <p:spPr>
          <a:xfrm xmlns:a="http://schemas.openxmlformats.org/drawingml/2006/main">
            <a:off x="1171575" y="3143250"/>
            <a:ext cx="651510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수기 검수</a:t>
            </a:r>
          </a:p>
        </p:txBody>
      </p:sp>
      <p:sp>
        <p:nvSpPr>
          <p:cNvPr id="38" name="TextBox 38">
            <a:extLst xmlns:a="http://schemas.openxmlformats.org/drawingml/2006/main">
              <a:ext uri="{FF2B5EF4-FFF2-40B4-BE49-F238E27FC236}">
                <a16:creationId xmlns:a16="http://schemas.microsoft.com/office/drawing/2014/main" id="{D7D90C91-FCFE-4D1F-A71E-E4D2701B61B8}"/>
              </a:ext>
            </a:extLst>
          </p:cNvPr>
          <p:cNvSpPr>
            <a:spLocks xmlns:a="http://schemas.openxmlformats.org/drawingml/2006/main" noGrp="1"/>
          </p:cNvSpPr>
          <p:nvPr/>
        </p:nvSpPr>
        <p:spPr>
          <a:xfrm xmlns:a="http://schemas.openxmlformats.org/drawingml/2006/main">
            <a:off x="1263015" y="3741420"/>
            <a:ext cx="6332220" cy="33851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업무·의도·사용자 역할 확인</a:t>
            </a:r>
          </a:p>
          <a:p xmlns:a="http://schemas.openxmlformats.org/drawingml/2006/main">
            <a:pPr algn="l">
              <a:lnSpc>
                <a:spcPts val="2160"/>
              </a:lnSpc>
              <a:buNone/>
            </a:pPr>
            <a:r>
              <a:rPr sz="1800">
                <a:solidFill>
                  <a:srgbClr val="9299A3"/>
                </a:solidFill>
                <a:latin typeface="Calibri (MS)"/>
                <a:ea typeface="Calibri (MS)"/>
                <a:cs typeface="Calibri (MS)"/>
              </a:rPr>
              <a:t>원문과 Gold 문서·섹션·청크 대조</a:t>
            </a:r>
          </a:p>
          <a:p xmlns:a="http://schemas.openxmlformats.org/drawingml/2006/main">
            <a:pPr algn="l">
              <a:lnSpc>
                <a:spcPts val="2160"/>
              </a:lnSpc>
              <a:buNone/>
            </a:pPr>
            <a:r>
              <a:rPr sz="1800">
                <a:solidFill>
                  <a:srgbClr val="9299A3"/>
                </a:solidFill>
                <a:latin typeface="Calibri (MS)"/>
                <a:ea typeface="Calibri (MS)"/>
                <a:cs typeface="Calibri (MS)"/>
              </a:rPr>
              <a:t>필수응답요소·추가질문 필요 여부 승인</a:t>
            </a:r>
          </a:p>
        </p:txBody>
      </p:sp>
      <p:sp>
        <p:nvSpPr>
          <p:cNvPr id="39" name="Freeform 39">
            <a:extLst xmlns:a="http://schemas.openxmlformats.org/drawingml/2006/main">
              <a:ext uri="{FF2B5EF4-FFF2-40B4-BE49-F238E27FC236}">
                <a16:creationId xmlns:a16="http://schemas.microsoft.com/office/drawing/2014/main" id="{5C1F84B2-4BFC-427D-BD7C-766480B6F3B1}"/>
              </a:ext>
            </a:extLst>
          </p:cNvPr>
          <p:cNvSpPr>
            <a:spLocks xmlns:a="http://schemas.openxmlformats.org/drawingml/2006/main" noGrp="1"/>
          </p:cNvSpPr>
          <p:nvPr/>
        </p:nvSpPr>
        <p:spPr>
          <a:xfrm xmlns:a="http://schemas.openxmlformats.org/drawingml/2006/main">
            <a:off x="10272712" y="2986088"/>
            <a:ext cx="7172325" cy="4457700"/>
          </a:xfrm>
          <a:custGeom xmlns:a="http://schemas.openxmlformats.org/drawingml/2006/main">
            <a:rect l="l" t="t" r="r" b="b"/>
            <a:pathLst>
              <a:path w="7172325" h="4457700">
                <a:moveTo>
                  <a:pt x="0" y="0"/>
                </a:moveTo>
                <a:lnTo>
                  <a:pt x="7172326" y="0"/>
                </a:lnTo>
                <a:lnTo>
                  <a:pt x="7172326" y="4457700"/>
                </a:lnTo>
                <a:lnTo>
                  <a:pt x="0" y="4457700"/>
                </a:lnTo>
                <a:lnTo>
                  <a:pt x="0" y="0"/>
                </a:lnTo>
                <a:close/>
              </a:path>
            </a:pathLst>
          </a:custGeom>
          <a:blipFill xmlns:a="http://schemas.openxmlformats.org/drawingml/2006/main">
            <a:blip xmlns:r="http://schemas.openxmlformats.org/officeDocument/2006/relationships" r:embed="R224b3db220b64cd7">
              <a:extLst>
                <a:ext uri="{96DAC541-7B7A-43D3-8B79-37D633B846F1}">
                  <asvg:svgBlip xmlns:asvg="http://schemas.microsoft.com/office/drawing/2016/SVG/main" r:embed="R85ba2dd6b5884146"/>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883C26F2-1E1A-41DD-98FE-C5A6F6FC1322}"/>
              </a:ext>
            </a:extLst>
          </p:cNvPr>
          <p:cNvSpPr>
            <a:spLocks xmlns:a="http://schemas.openxmlformats.org/drawingml/2006/main" noGrp="1"/>
          </p:cNvSpPr>
          <p:nvPr/>
        </p:nvSpPr>
        <p:spPr>
          <a:xfrm xmlns:a="http://schemas.openxmlformats.org/drawingml/2006/main">
            <a:off x="10601325" y="3200400"/>
            <a:ext cx="6515100" cy="428625"/>
          </a:xfrm>
          <a:custGeom xmlns:a="http://schemas.openxmlformats.org/drawingml/2006/main">
            <a:rect l="l" t="t" r="r" b="b"/>
            <a:pathLst>
              <a:path w="8686800" h="571500">
                <a:moveTo>
                  <a:pt x="0" y="0"/>
                </a:moveTo>
                <a:lnTo>
                  <a:pt x="8686800" y="0"/>
                </a:lnTo>
                <a:lnTo>
                  <a:pt x="8686800" y="571500"/>
                </a:lnTo>
                <a:lnTo>
                  <a:pt x="0" y="571500"/>
                </a:lnTo>
                <a:close/>
              </a:path>
            </a:pathLst>
          </a:custGeom>
          <a:blipFill xmlns:a="http://schemas.openxmlformats.org/drawingml/2006/main">
            <a:blip xmlns:r="http://schemas.openxmlformats.org/officeDocument/2006/relationships" r:embed="R3b0b1e8321f04381">
              <a:alphaModFix amt="0"/>
            </a:blip>
            <a:stretch>
              <a:fillRect l="0" t="-245966" r="0" b="-245966"/>
            </a:stretch>
          </a:blipFill>
        </p:spPr>
        <p:txBody>
          <a:bodyPr xmlns:a="http://schemas.openxmlformats.org/drawingml/2006/main"/>
          <a:lstStyle xmlns:a="http://schemas.openxmlformats.org/drawingml/2006/main"/>
          <a:p xmlns:a="http://schemas.openxmlformats.org/drawingml/2006/main"/>
        </p:txBody>
      </p:sp>
      <p:sp>
        <p:nvSpPr>
          <p:cNvPr id="43" name="Freeform 43">
            <a:extLst xmlns:a="http://schemas.openxmlformats.org/drawingml/2006/main">
              <a:ext uri="{FF2B5EF4-FFF2-40B4-BE49-F238E27FC236}">
                <a16:creationId xmlns:a16="http://schemas.microsoft.com/office/drawing/2014/main" id="{FADC2018-BF70-4AD7-B216-176E87E0CB8B}"/>
              </a:ext>
            </a:extLst>
          </p:cNvPr>
          <p:cNvSpPr>
            <a:spLocks xmlns:a="http://schemas.openxmlformats.org/drawingml/2006/main" noGrp="1"/>
          </p:cNvSpPr>
          <p:nvPr/>
        </p:nvSpPr>
        <p:spPr>
          <a:xfrm xmlns:a="http://schemas.openxmlformats.org/drawingml/2006/main">
            <a:off x="10601325" y="3171825"/>
            <a:ext cx="6515100" cy="457200"/>
          </a:xfrm>
          <a:custGeom xmlns:a="http://schemas.openxmlformats.org/drawingml/2006/main">
            <a:rect l="l" t="t" r="r" b="b"/>
            <a:pathLst>
              <a:path w="8686800" h="609600">
                <a:moveTo>
                  <a:pt x="0" y="0"/>
                </a:moveTo>
                <a:lnTo>
                  <a:pt x="8686800" y="0"/>
                </a:lnTo>
                <a:lnTo>
                  <a:pt x="8686800" y="609600"/>
                </a:lnTo>
                <a:lnTo>
                  <a:pt x="0" y="609600"/>
                </a:lnTo>
                <a:close/>
              </a:path>
            </a:pathLst>
          </a:custGeom>
          <a:blipFill xmlns:a="http://schemas.openxmlformats.org/drawingml/2006/main">
            <a:blip xmlns:r="http://schemas.openxmlformats.org/officeDocument/2006/relationships" r:embed="R0f0508522fc24c49">
              <a:alphaModFix amt="0"/>
            </a:blip>
            <a:stretch>
              <a:fillRect l="0" t="-227661" r="0" b="-227661"/>
            </a:stretch>
          </a:blipFill>
        </p:spPr>
        <p:txBody>
          <a:bodyPr xmlns:a="http://schemas.openxmlformats.org/drawingml/2006/main"/>
          <a:lstStyle xmlns:a="http://schemas.openxmlformats.org/drawingml/2006/main"/>
          <a:p xmlns:a="http://schemas.openxmlformats.org/drawingml/2006/main"/>
        </p:txBody>
      </p:sp>
      <p:sp>
        <p:nvSpPr>
          <p:cNvPr id="44" name="TextBox 44">
            <a:extLst xmlns:a="http://schemas.openxmlformats.org/drawingml/2006/main">
              <a:ext uri="{FF2B5EF4-FFF2-40B4-BE49-F238E27FC236}">
                <a16:creationId xmlns:a16="http://schemas.microsoft.com/office/drawing/2014/main" id="{A4B68D15-12AB-4657-A8AD-F0F937881BEB}"/>
              </a:ext>
            </a:extLst>
          </p:cNvPr>
          <p:cNvSpPr>
            <a:spLocks xmlns:a="http://schemas.openxmlformats.org/drawingml/2006/main" noGrp="1"/>
          </p:cNvSpPr>
          <p:nvPr/>
        </p:nvSpPr>
        <p:spPr>
          <a:xfrm xmlns:a="http://schemas.openxmlformats.org/drawingml/2006/main">
            <a:off x="10601325" y="3143250"/>
            <a:ext cx="651510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API 활용 검수</a:t>
            </a:r>
          </a:p>
        </p:txBody>
      </p:sp>
      <p:sp>
        <p:nvSpPr>
          <p:cNvPr id="45" name="TextBox 45">
            <a:extLst xmlns:a="http://schemas.openxmlformats.org/drawingml/2006/main">
              <a:ext uri="{FF2B5EF4-FFF2-40B4-BE49-F238E27FC236}">
                <a16:creationId xmlns:a16="http://schemas.microsoft.com/office/drawing/2014/main" id="{6B798B79-AE25-47AE-A706-6CE8093A1A89}"/>
              </a:ext>
            </a:extLst>
          </p:cNvPr>
          <p:cNvSpPr>
            <a:spLocks xmlns:a="http://schemas.openxmlformats.org/drawingml/2006/main" noGrp="1"/>
          </p:cNvSpPr>
          <p:nvPr/>
        </p:nvSpPr>
        <p:spPr>
          <a:xfrm xmlns:a="http://schemas.openxmlformats.org/drawingml/2006/main">
            <a:off x="10692765" y="3741420"/>
            <a:ext cx="6332220" cy="33851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라벨 초안·문장 정리 보조</a:t>
            </a:r>
          </a:p>
          <a:p xmlns:a="http://schemas.openxmlformats.org/drawingml/2006/main">
            <a:pPr algn="l">
              <a:lnSpc>
                <a:spcPts val="2160"/>
              </a:lnSpc>
              <a:buNone/>
            </a:pPr>
            <a:r>
              <a:rPr sz="1800">
                <a:solidFill>
                  <a:srgbClr val="9299A3"/>
                </a:solidFill>
                <a:latin typeface="Calibri (MS)"/>
                <a:ea typeface="Calibri (MS)"/>
                <a:cs typeface="Calibri (MS)"/>
              </a:rPr>
              <a:t>누락·형식 불일치 후보 탐지</a:t>
            </a:r>
          </a:p>
          <a:p xmlns:a="http://schemas.openxmlformats.org/drawingml/2006/main">
            <a:pPr algn="l">
              <a:lnSpc>
                <a:spcPts val="2160"/>
              </a:lnSpc>
              <a:buNone/>
            </a:pPr>
            <a:r>
              <a:rPr sz="1800">
                <a:solidFill>
                  <a:srgbClr val="9299A3"/>
                </a:solidFill>
                <a:latin typeface="Calibri (MS)"/>
                <a:ea typeface="Calibri (MS)"/>
                <a:cs typeface="Calibri (MS)"/>
              </a:rPr>
              <a:t>반복 검토 항목의 일관성 확인</a:t>
            </a:r>
          </a:p>
        </p:txBody>
      </p:sp>
      <p:sp>
        <p:nvSpPr>
          <p:cNvPr id="47" name="Freeform 47">
            <a:extLst xmlns:a="http://schemas.openxmlformats.org/drawingml/2006/main">
              <a:ext uri="{FF2B5EF4-FFF2-40B4-BE49-F238E27FC236}">
                <a16:creationId xmlns:a16="http://schemas.microsoft.com/office/drawing/2014/main" id="{E239A7F2-811B-459F-B91B-E3AA50257FE0}"/>
              </a:ext>
            </a:extLst>
          </p:cNvPr>
          <p:cNvSpPr>
            <a:spLocks xmlns:a="http://schemas.openxmlformats.org/drawingml/2006/main" noGrp="1"/>
          </p:cNvSpPr>
          <p:nvPr/>
        </p:nvSpPr>
        <p:spPr>
          <a:xfrm xmlns:a="http://schemas.openxmlformats.org/drawingml/2006/main">
            <a:off x="8429625" y="4500562"/>
            <a:ext cx="1428750" cy="1143000"/>
          </a:xfrm>
          <a:custGeom xmlns:a="http://schemas.openxmlformats.org/drawingml/2006/main">
            <a:rect l="l" t="t" r="r" b="b"/>
            <a:pathLst>
              <a:path w="1905000" h="1524000">
                <a:moveTo>
                  <a:pt x="0" y="0"/>
                </a:moveTo>
                <a:lnTo>
                  <a:pt x="1905000" y="0"/>
                </a:lnTo>
                <a:lnTo>
                  <a:pt x="1905000" y="1524000"/>
                </a:lnTo>
                <a:lnTo>
                  <a:pt x="0" y="1524000"/>
                </a:lnTo>
                <a:close/>
              </a:path>
            </a:pathLst>
          </a:custGeom>
          <a:blipFill xmlns:a="http://schemas.openxmlformats.org/drawingml/2006/main">
            <a:blip xmlns:r="http://schemas.openxmlformats.org/officeDocument/2006/relationships" r:embed="R3b0b1e8321f04381">
              <a:alphaModFix amt="0"/>
            </a:blip>
            <a:stretch>
              <a:fillRect l="-52713" t="0" r="-52714" b="0"/>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C92BF3A1-E426-44F6-8017-3FFC343FFF79}"/>
              </a:ext>
            </a:extLst>
          </p:cNvPr>
          <p:cNvSpPr>
            <a:spLocks xmlns:a="http://schemas.openxmlformats.org/drawingml/2006/main" noGrp="1"/>
          </p:cNvSpPr>
          <p:nvPr/>
        </p:nvSpPr>
        <p:spPr>
          <a:xfrm xmlns:a="http://schemas.openxmlformats.org/drawingml/2006/main">
            <a:off x="8429625" y="4407694"/>
            <a:ext cx="1428750" cy="1235868"/>
          </a:xfrm>
          <a:custGeom xmlns:a="http://schemas.openxmlformats.org/drawingml/2006/main">
            <a:rect l="l" t="t" r="r" b="b"/>
            <a:pathLst>
              <a:path w="1905000" h="1647824">
                <a:moveTo>
                  <a:pt x="0" y="0"/>
                </a:moveTo>
                <a:lnTo>
                  <a:pt x="1905000" y="0"/>
                </a:lnTo>
                <a:lnTo>
                  <a:pt x="1905000" y="1647824"/>
                </a:lnTo>
                <a:lnTo>
                  <a:pt x="0" y="1647824"/>
                </a:lnTo>
                <a:close/>
              </a:path>
            </a:pathLst>
          </a:custGeom>
          <a:blipFill xmlns:a="http://schemas.openxmlformats.org/drawingml/2006/main">
            <a:blip xmlns:r="http://schemas.openxmlformats.org/officeDocument/2006/relationships" r:embed="R0f0508522fc24c49">
              <a:alphaModFix amt="0"/>
            </a:blip>
            <a:stretch>
              <a:fillRect l="-60982" t="0" r="-60982" b="0"/>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A34CDF66-859F-43EA-AEE0-15EAF9DD5217}"/>
              </a:ext>
            </a:extLst>
          </p:cNvPr>
          <p:cNvSpPr>
            <a:spLocks xmlns:a="http://schemas.openxmlformats.org/drawingml/2006/main" noGrp="1"/>
          </p:cNvSpPr>
          <p:nvPr/>
        </p:nvSpPr>
        <p:spPr>
          <a:xfrm xmlns:a="http://schemas.openxmlformats.org/drawingml/2006/main">
            <a:off x="8429625" y="4314826"/>
            <a:ext cx="1428750" cy="13287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7289"/>
              </a:lnSpc>
              <a:buNone/>
            </a:pPr>
            <a:r>
              <a:rPr sz="6075" b="1">
                <a:solidFill>
                  <a:srgbClr val="2E63B7"/>
                </a:solidFill>
                <a:latin typeface="Calibri (MS) Bold"/>
                <a:ea typeface="Calibri (MS) Bold"/>
                <a:cs typeface="Calibri (MS) Bold"/>
              </a:rPr>
              <a:t>+</a:t>
            </a:r>
          </a:p>
        </p:txBody>
      </p:sp>
      <p:sp>
        <p:nvSpPr>
          <p:cNvPr id="51" name="Freeform 51">
            <a:extLst xmlns:a="http://schemas.openxmlformats.org/drawingml/2006/main">
              <a:ext uri="{FF2B5EF4-FFF2-40B4-BE49-F238E27FC236}">
                <a16:creationId xmlns:a16="http://schemas.microsoft.com/office/drawing/2014/main" id="{32855784-5E31-4589-8992-81C0B78C901F}"/>
              </a:ext>
            </a:extLst>
          </p:cNvPr>
          <p:cNvSpPr>
            <a:spLocks xmlns:a="http://schemas.openxmlformats.org/drawingml/2006/main" noGrp="1"/>
          </p:cNvSpPr>
          <p:nvPr/>
        </p:nvSpPr>
        <p:spPr>
          <a:xfrm xmlns:a="http://schemas.openxmlformats.org/drawingml/2006/main">
            <a:off x="842962" y="7915275"/>
            <a:ext cx="16602075" cy="1200150"/>
          </a:xfrm>
          <a:custGeom xmlns:a="http://schemas.openxmlformats.org/drawingml/2006/main">
            <a:rect l="l" t="t" r="r" b="b"/>
            <a:pathLst>
              <a:path w="16602075" h="1200150">
                <a:moveTo>
                  <a:pt x="0" y="0"/>
                </a:moveTo>
                <a:lnTo>
                  <a:pt x="16602076" y="0"/>
                </a:lnTo>
                <a:lnTo>
                  <a:pt x="16602076" y="1200150"/>
                </a:lnTo>
                <a:lnTo>
                  <a:pt x="0" y="1200150"/>
                </a:lnTo>
                <a:lnTo>
                  <a:pt x="0" y="0"/>
                </a:lnTo>
                <a:close/>
              </a:path>
            </a:pathLst>
          </a:custGeom>
          <a:blipFill xmlns:a="http://schemas.openxmlformats.org/drawingml/2006/main">
            <a:blip xmlns:r="http://schemas.openxmlformats.org/officeDocument/2006/relationships" r:embed="R2d284e1a81244ef5">
              <a:extLst>
                <a:ext uri="{96DAC541-7B7A-43D3-8B79-37D633B846F1}">
                  <asvg:svgBlip xmlns:asvg="http://schemas.microsoft.com/office/drawing/2016/SVG/main" r:embed="R8f4524b3df0d421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3" name="Freeform 53">
            <a:extLst xmlns:a="http://schemas.openxmlformats.org/drawingml/2006/main">
              <a:ext uri="{FF2B5EF4-FFF2-40B4-BE49-F238E27FC236}">
                <a16:creationId xmlns:a16="http://schemas.microsoft.com/office/drawing/2014/main" id="{9D911695-EBFF-4E3D-82E7-2599B1988ADD}"/>
              </a:ext>
            </a:extLst>
          </p:cNvPr>
          <p:cNvSpPr>
            <a:spLocks xmlns:a="http://schemas.openxmlformats.org/drawingml/2006/main" noGrp="1"/>
          </p:cNvSpPr>
          <p:nvPr/>
        </p:nvSpPr>
        <p:spPr>
          <a:xfrm xmlns:a="http://schemas.openxmlformats.org/drawingml/2006/main">
            <a:off x="1114425" y="8015288"/>
            <a:ext cx="16059150" cy="1000125"/>
          </a:xfrm>
          <a:custGeom xmlns:a="http://schemas.openxmlformats.org/drawingml/2006/main">
            <a:rect l="l" t="t" r="r" b="b"/>
            <a:pathLst>
              <a:path w="21412200" h="1333500">
                <a:moveTo>
                  <a:pt x="0" y="0"/>
                </a:moveTo>
                <a:lnTo>
                  <a:pt x="21412200" y="0"/>
                </a:lnTo>
                <a:lnTo>
                  <a:pt x="21412200" y="1333500"/>
                </a:lnTo>
                <a:lnTo>
                  <a:pt x="0" y="1333500"/>
                </a:lnTo>
                <a:close/>
              </a:path>
            </a:pathLst>
          </a:custGeom>
          <a:blipFill xmlns:a="http://schemas.openxmlformats.org/drawingml/2006/main">
            <a:blip xmlns:r="http://schemas.openxmlformats.org/officeDocument/2006/relationships" r:embed="R3b0b1e8321f04381">
              <a:alphaModFix amt="0"/>
            </a:blip>
            <a:stretch>
              <a:fillRect l="0" t="-262656" r="0" b="-262657"/>
            </a:stretch>
          </a:blipFill>
        </p:spPr>
        <p:txBody>
          <a:bodyPr xmlns:a="http://schemas.openxmlformats.org/drawingml/2006/main"/>
          <a:lstStyle xmlns:a="http://schemas.openxmlformats.org/drawingml/2006/main"/>
          <a:p xmlns:a="http://schemas.openxmlformats.org/drawingml/2006/main"/>
        </p:txBody>
      </p:sp>
      <p:sp>
        <p:nvSpPr>
          <p:cNvPr id="55" name="Freeform 55">
            <a:extLst xmlns:a="http://schemas.openxmlformats.org/drawingml/2006/main">
              <a:ext uri="{FF2B5EF4-FFF2-40B4-BE49-F238E27FC236}">
                <a16:creationId xmlns:a16="http://schemas.microsoft.com/office/drawing/2014/main" id="{72A0AD48-39F6-4AF5-9113-D8ECAA413DD2}"/>
              </a:ext>
            </a:extLst>
          </p:cNvPr>
          <p:cNvSpPr>
            <a:spLocks xmlns:a="http://schemas.openxmlformats.org/drawingml/2006/main" noGrp="1"/>
          </p:cNvSpPr>
          <p:nvPr/>
        </p:nvSpPr>
        <p:spPr>
          <a:xfrm xmlns:a="http://schemas.openxmlformats.org/drawingml/2006/main">
            <a:off x="1114425" y="7986712"/>
            <a:ext cx="16059150" cy="1028700"/>
          </a:xfrm>
          <a:custGeom xmlns:a="http://schemas.openxmlformats.org/drawingml/2006/main">
            <a:rect l="l" t="t" r="r" b="b"/>
            <a:pathLst>
              <a:path w="21412200" h="1371600">
                <a:moveTo>
                  <a:pt x="0" y="0"/>
                </a:moveTo>
                <a:lnTo>
                  <a:pt x="21412200" y="0"/>
                </a:lnTo>
                <a:lnTo>
                  <a:pt x="21412200" y="1371600"/>
                </a:lnTo>
                <a:lnTo>
                  <a:pt x="0" y="1371600"/>
                </a:lnTo>
                <a:close/>
              </a:path>
            </a:pathLst>
          </a:custGeom>
          <a:blipFill xmlns:a="http://schemas.openxmlformats.org/drawingml/2006/main">
            <a:blip xmlns:r="http://schemas.openxmlformats.org/officeDocument/2006/relationships" r:embed="R0f0508522fc24c49">
              <a:alphaModFix amt="0"/>
            </a:blip>
            <a:stretch>
              <a:fillRect l="0" t="-254183" r="0" b="-254183"/>
            </a:stretch>
          </a:blipFill>
        </p:spPr>
        <p:txBody>
          <a:bodyPr xmlns:a="http://schemas.openxmlformats.org/drawingml/2006/main"/>
          <a:lstStyle xmlns:a="http://schemas.openxmlformats.org/drawingml/2006/main"/>
          <a:p xmlns:a="http://schemas.openxmlformats.org/drawingml/2006/main"/>
        </p:txBody>
      </p:sp>
      <p:sp>
        <p:nvSpPr>
          <p:cNvPr id="56" name="TextBox 56">
            <a:extLst xmlns:a="http://schemas.openxmlformats.org/drawingml/2006/main">
              <a:ext uri="{FF2B5EF4-FFF2-40B4-BE49-F238E27FC236}">
                <a16:creationId xmlns:a16="http://schemas.microsoft.com/office/drawing/2014/main" id="{F7B354F1-F65E-4805-AEC6-8B577DDA4507}"/>
              </a:ext>
            </a:extLst>
          </p:cNvPr>
          <p:cNvSpPr>
            <a:spLocks xmlns:a="http://schemas.openxmlformats.org/drawingml/2006/main" noGrp="1"/>
          </p:cNvSpPr>
          <p:nvPr/>
        </p:nvSpPr>
        <p:spPr>
          <a:xfrm xmlns:a="http://schemas.openxmlformats.org/drawingml/2006/main">
            <a:off x="1114425" y="7958137"/>
            <a:ext cx="16059150" cy="10572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최종 흐름  |  질문 초안 → API 보조 라벨링 → 담당자 원문 확인 → 팀 교차 검수 → Gold 확정</a:t>
            </a:r>
          </a:p>
        </p:txBody>
      </p:sp>
    </p:spTree>
    <p:extLst>
      <p:ext uri="{BB962C8B-B14F-4D97-AF65-F5344CB8AC3E}">
        <p14:creationId xmlns:p14="http://schemas.microsoft.com/office/powerpoint/2010/main" val="676889554"/>
      </p:ext>
    </p:extLst>
  </p:cSld>
</p:sld>
</file>

<file path=ppt/slides/slide15.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3971BBA2-ABEC-4128-9A32-75B7992BEC77}"/>
              </a:ext>
            </a:extLst>
          </p:cNvPr>
          <p:cNvSpPr>
            <a:spLocks xmlns:a="http://schemas.openxmlformats.org/drawingml/2006/main" noGrp="1"/>
          </p:cNvSpPr>
          <p:nvPr/>
        </p:nvSpPr>
        <p:spPr>
          <a:xfrm xmlns:a="http://schemas.openxmlformats.org/drawingml/2006/main">
            <a:off x="2671762" y="2185988"/>
            <a:ext cx="12944475" cy="5372100"/>
          </a:xfrm>
          <a:custGeom xmlns:a="http://schemas.openxmlformats.org/drawingml/2006/main">
            <a:rect l="l" t="t" r="r" b="b"/>
            <a:pathLst>
              <a:path w="12944475" h="5372100">
                <a:moveTo>
                  <a:pt x="0" y="0"/>
                </a:moveTo>
                <a:lnTo>
                  <a:pt x="12944476" y="0"/>
                </a:lnTo>
                <a:lnTo>
                  <a:pt x="12944476" y="5372100"/>
                </a:lnTo>
                <a:lnTo>
                  <a:pt x="0" y="5372100"/>
                </a:lnTo>
                <a:lnTo>
                  <a:pt x="0" y="0"/>
                </a:lnTo>
                <a:close/>
              </a:path>
            </a:pathLst>
          </a:custGeom>
          <a:blipFill xmlns:a="http://schemas.openxmlformats.org/drawingml/2006/main">
            <a:blip xmlns:r="http://schemas.openxmlformats.org/officeDocument/2006/relationships" r:embed="Rb2204ae8ab6a44f5">
              <a:extLst>
                <a:ext uri="{96DAC541-7B7A-43D3-8B79-37D633B846F1}">
                  <asvg:svgBlip xmlns:asvg="http://schemas.microsoft.com/office/drawing/2016/SVG/main" r:embed="R122acab7e066477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E08AB44A-E19B-47C6-A840-421470DB7512}"/>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228600"/>
                </a:moveTo>
                <a:cubicBezTo>
                  <a:pt x="0" y="102362"/>
                  <a:pt x="102362" y="0"/>
                  <a:pt x="228600" y="0"/>
                </a:cubicBezTo>
                <a:lnTo>
                  <a:pt x="2819400" y="0"/>
                </a:lnTo>
                <a:cubicBezTo>
                  <a:pt x="2945638" y="0"/>
                  <a:pt x="3048000" y="102362"/>
                  <a:pt x="3048000" y="228600"/>
                </a:cubicBezTo>
                <a:lnTo>
                  <a:pt x="3048000" y="800100"/>
                </a:lnTo>
                <a:cubicBezTo>
                  <a:pt x="3048000" y="926338"/>
                  <a:pt x="2945638" y="1028700"/>
                  <a:pt x="2819400" y="1028700"/>
                </a:cubicBezTo>
                <a:lnTo>
                  <a:pt x="228600" y="1028700"/>
                </a:lnTo>
                <a:cubicBezTo>
                  <a:pt x="102362" y="1028700"/>
                  <a:pt x="0" y="926338"/>
                  <a:pt x="0" y="80010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09794799-39FD-41E3-8F6D-6AA5F1CD159D}"/>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0"/>
                </a:moveTo>
                <a:lnTo>
                  <a:pt x="3048000" y="0"/>
                </a:lnTo>
                <a:lnTo>
                  <a:pt x="3048000" y="1028700"/>
                </a:lnTo>
                <a:lnTo>
                  <a:pt x="0" y="1028700"/>
                </a:lnTo>
                <a:close/>
              </a:path>
            </a:pathLst>
          </a:custGeom>
          <a:blipFill xmlns:a="http://schemas.openxmlformats.org/drawingml/2006/main">
            <a:blip xmlns:r="http://schemas.openxmlformats.org/officeDocument/2006/relationships" r:embed="Rdf163365c2074d9b">
              <a:alphaModFix amt="0"/>
            </a:blip>
            <a:stretch>
              <a:fillRect l="0" t="-7693" r="0" b="-7692"/>
            </a:stretch>
          </a:blipFill>
        </p:spPr>
        <p:txBody>
          <a:bodyPr xmlns:a="http://schemas.openxmlformats.org/drawingml/2006/main"/>
          <a:lstStyle xmlns:a="http://schemas.openxmlformats.org/drawingml/2006/main"/>
          <a:p xmlns:a="http://schemas.openxmlformats.org/drawingml/2006/main"/>
        </p:txBody>
      </p:sp>
      <p:sp>
        <p:nvSpPr>
          <p:cNvPr id="8" name="Freeform 8">
            <a:extLst xmlns:a="http://schemas.openxmlformats.org/drawingml/2006/main">
              <a:ext uri="{FF2B5EF4-FFF2-40B4-BE49-F238E27FC236}">
                <a16:creationId xmlns:a16="http://schemas.microsoft.com/office/drawing/2014/main" id="{0D525216-DDB2-4E53-A51E-A9B16EC1AFCC}"/>
              </a:ext>
            </a:extLst>
          </p:cNvPr>
          <p:cNvSpPr>
            <a:spLocks xmlns:a="http://schemas.openxmlformats.org/drawingml/2006/main" noGrp="1"/>
          </p:cNvSpPr>
          <p:nvPr/>
        </p:nvSpPr>
        <p:spPr>
          <a:xfrm xmlns:a="http://schemas.openxmlformats.org/drawingml/2006/main">
            <a:off x="8001000" y="2657475"/>
            <a:ext cx="2286000" cy="800100"/>
          </a:xfrm>
          <a:custGeom xmlns:a="http://schemas.openxmlformats.org/drawingml/2006/main">
            <a:rect l="l" t="t" r="r" b="b"/>
            <a:pathLst>
              <a:path w="3048000" h="1066800">
                <a:moveTo>
                  <a:pt x="0" y="0"/>
                </a:moveTo>
                <a:lnTo>
                  <a:pt x="3048000" y="0"/>
                </a:lnTo>
                <a:lnTo>
                  <a:pt x="3048000" y="1066800"/>
                </a:lnTo>
                <a:lnTo>
                  <a:pt x="0" y="1066800"/>
                </a:lnTo>
                <a:close/>
              </a:path>
            </a:pathLst>
          </a:custGeom>
          <a:blipFill xmlns:a="http://schemas.openxmlformats.org/drawingml/2006/main">
            <a:blip xmlns:r="http://schemas.openxmlformats.org/officeDocument/2006/relationships" r:embed="Rb2204ae8ab6a44f5">
              <a:alphaModFix amt="0"/>
            </a:blip>
            <a:stretch>
              <a:fillRect l="0" t="-5671" r="0" b="-5671"/>
            </a:stretch>
          </a:blipFill>
        </p:spPr>
        <p:txBody>
          <a:bodyPr xmlns:a="http://schemas.openxmlformats.org/drawingml/2006/main"/>
          <a:lstStyle xmlns:a="http://schemas.openxmlformats.org/drawingml/2006/main"/>
          <a:p xmlns:a="http://schemas.openxmlformats.org/drawingml/2006/main"/>
        </p:txBody>
      </p:sp>
      <p:sp>
        <p:nvSpPr>
          <p:cNvPr id="9" name="TextBox 9">
            <a:extLst xmlns:a="http://schemas.openxmlformats.org/drawingml/2006/main">
              <a:ext uri="{FF2B5EF4-FFF2-40B4-BE49-F238E27FC236}">
                <a16:creationId xmlns:a16="http://schemas.microsoft.com/office/drawing/2014/main" id="{F1C3FAEF-9BF1-4ED4-A1F4-BAF06891068B}"/>
              </a:ext>
            </a:extLst>
          </p:cNvPr>
          <p:cNvSpPr>
            <a:spLocks xmlns:a="http://schemas.openxmlformats.org/drawingml/2006/main" noGrp="1"/>
          </p:cNvSpPr>
          <p:nvPr/>
        </p:nvSpPr>
        <p:spPr>
          <a:xfrm xmlns:a="http://schemas.openxmlformats.org/drawingml/2006/main">
            <a:off x="8001000" y="2628900"/>
            <a:ext cx="2286000" cy="8286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160"/>
              </a:lnSpc>
              <a:buNone/>
            </a:pPr>
            <a:r>
              <a:rPr sz="1800" b="1">
                <a:solidFill>
                  <a:srgbClr val="FFFFFF"/>
                </a:solidFill>
                <a:latin typeface="Calibri (MS) Bold"/>
                <a:ea typeface="Calibri (MS) Bold"/>
                <a:cs typeface="Calibri (MS) Bold"/>
              </a:rPr>
              <a:t>SECTION 04</a:t>
            </a:r>
          </a:p>
        </p:txBody>
      </p:sp>
      <p:sp>
        <p:nvSpPr>
          <p:cNvPr id="11" name="Freeform 11">
            <a:extLst xmlns:a="http://schemas.openxmlformats.org/drawingml/2006/main">
              <a:ext uri="{FF2B5EF4-FFF2-40B4-BE49-F238E27FC236}">
                <a16:creationId xmlns:a16="http://schemas.microsoft.com/office/drawing/2014/main" id="{24247085-7938-4951-B99C-8CF0B9FFFE88}"/>
              </a:ext>
            </a:extLst>
          </p:cNvPr>
          <p:cNvSpPr>
            <a:spLocks xmlns:a="http://schemas.openxmlformats.org/drawingml/2006/main" noGrp="1"/>
          </p:cNvSpPr>
          <p:nvPr/>
        </p:nvSpPr>
        <p:spPr>
          <a:xfrm xmlns:a="http://schemas.openxmlformats.org/drawingml/2006/main">
            <a:off x="3714750" y="3971925"/>
            <a:ext cx="10858500" cy="942975"/>
          </a:xfrm>
          <a:custGeom xmlns:a="http://schemas.openxmlformats.org/drawingml/2006/main">
            <a:rect l="l" t="t" r="r" b="b"/>
            <a:pathLst>
              <a:path w="14478000" h="1257300">
                <a:moveTo>
                  <a:pt x="0" y="0"/>
                </a:moveTo>
                <a:lnTo>
                  <a:pt x="14478000" y="0"/>
                </a:lnTo>
                <a:lnTo>
                  <a:pt x="14478000" y="1257300"/>
                </a:lnTo>
                <a:lnTo>
                  <a:pt x="0" y="1257300"/>
                </a:lnTo>
                <a:close/>
              </a:path>
            </a:pathLst>
          </a:custGeom>
          <a:blipFill xmlns:a="http://schemas.openxmlformats.org/drawingml/2006/main">
            <a:blip xmlns:r="http://schemas.openxmlformats.org/officeDocument/2006/relationships" r:embed="Rdf163365c2074d9b">
              <a:alphaModFix amt="0"/>
            </a:blip>
            <a:stretch>
              <a:fillRect l="0" t="-174217" r="0" b="-174217"/>
            </a:stretch>
          </a:blipFill>
        </p:spPr>
        <p:txBody>
          <a:bodyPr xmlns:a="http://schemas.openxmlformats.org/drawingml/2006/main"/>
          <a:lstStyle xmlns:a="http://schemas.openxmlformats.org/drawingml/2006/main"/>
          <a:p xmlns:a="http://schemas.openxmlformats.org/drawingml/2006/main"/>
        </p:txBody>
      </p:sp>
      <p:sp>
        <p:nvSpPr>
          <p:cNvPr id="13" name="Freeform 13">
            <a:extLst xmlns:a="http://schemas.openxmlformats.org/drawingml/2006/main">
              <a:ext uri="{FF2B5EF4-FFF2-40B4-BE49-F238E27FC236}">
                <a16:creationId xmlns:a16="http://schemas.microsoft.com/office/drawing/2014/main" id="{50462FC6-6A85-4191-854D-BF8C6CD9A3E5}"/>
              </a:ext>
            </a:extLst>
          </p:cNvPr>
          <p:cNvSpPr>
            <a:spLocks xmlns:a="http://schemas.openxmlformats.org/drawingml/2006/main" noGrp="1"/>
          </p:cNvSpPr>
          <p:nvPr/>
        </p:nvSpPr>
        <p:spPr>
          <a:xfrm xmlns:a="http://schemas.openxmlformats.org/drawingml/2006/main">
            <a:off x="3714750" y="3907631"/>
            <a:ext cx="10858500" cy="1007268"/>
          </a:xfrm>
          <a:custGeom xmlns:a="http://schemas.openxmlformats.org/drawingml/2006/main">
            <a:rect l="l" t="t" r="r" b="b"/>
            <a:pathLst>
              <a:path w="14478000" h="1343024">
                <a:moveTo>
                  <a:pt x="0" y="0"/>
                </a:moveTo>
                <a:lnTo>
                  <a:pt x="14478000" y="0"/>
                </a:lnTo>
                <a:lnTo>
                  <a:pt x="14478000" y="1343024"/>
                </a:lnTo>
                <a:lnTo>
                  <a:pt x="0" y="1343024"/>
                </a:lnTo>
                <a:close/>
              </a:path>
            </a:pathLst>
          </a:custGeom>
          <a:blipFill xmlns:a="http://schemas.openxmlformats.org/drawingml/2006/main">
            <a:blip xmlns:r="http://schemas.openxmlformats.org/officeDocument/2006/relationships" r:embed="Rb2204ae8ab6a44f5">
              <a:alphaModFix amt="0"/>
            </a:blip>
            <a:stretch>
              <a:fillRect l="0" t="-160051" r="0" b="-160051"/>
            </a:stretch>
          </a:blipFill>
        </p:spPr>
        <p:txBody>
          <a:bodyPr xmlns:a="http://schemas.openxmlformats.org/drawingml/2006/main"/>
          <a:lstStyle xmlns:a="http://schemas.openxmlformats.org/drawingml/2006/main"/>
          <a:p xmlns:a="http://schemas.openxmlformats.org/drawingml/2006/main"/>
        </p:txBody>
      </p:sp>
      <p:sp>
        <p:nvSpPr>
          <p:cNvPr id="14" name="TextBox 14">
            <a:extLst xmlns:a="http://schemas.openxmlformats.org/drawingml/2006/main">
              <a:ext uri="{FF2B5EF4-FFF2-40B4-BE49-F238E27FC236}">
                <a16:creationId xmlns:a16="http://schemas.microsoft.com/office/drawing/2014/main" id="{1B6A9B62-AB55-49BE-A94A-0B9639D3C4A8}"/>
              </a:ext>
            </a:extLst>
          </p:cNvPr>
          <p:cNvSpPr>
            <a:spLocks xmlns:a="http://schemas.openxmlformats.org/drawingml/2006/main" noGrp="1"/>
          </p:cNvSpPr>
          <p:nvPr/>
        </p:nvSpPr>
        <p:spPr>
          <a:xfrm xmlns:a="http://schemas.openxmlformats.org/drawingml/2006/main">
            <a:off x="3714750" y="3843338"/>
            <a:ext cx="10858500" cy="107156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130"/>
              </a:lnSpc>
              <a:buNone/>
            </a:pPr>
            <a:r>
              <a:rPr sz="4275">
                <a:solidFill>
                  <a:srgbClr val="202020"/>
                </a:solidFill>
                <a:latin typeface="Calibri (MS)"/>
                <a:ea typeface="Calibri (MS)"/>
                <a:cs typeface="Calibri (MS)"/>
              </a:rPr>
              <a:t>프로젝트 수행 결과</a:t>
            </a:r>
          </a:p>
        </p:txBody>
      </p:sp>
      <p:sp>
        <p:nvSpPr>
          <p:cNvPr id="16" name="Freeform 16">
            <a:extLst xmlns:a="http://schemas.openxmlformats.org/drawingml/2006/main">
              <a:ext uri="{FF2B5EF4-FFF2-40B4-BE49-F238E27FC236}">
                <a16:creationId xmlns:a16="http://schemas.microsoft.com/office/drawing/2014/main" id="{DE976FC1-45C9-4D3A-B38A-DA71A9F85137}"/>
              </a:ext>
            </a:extLst>
          </p:cNvPr>
          <p:cNvSpPr>
            <a:spLocks xmlns:a="http://schemas.openxmlformats.org/drawingml/2006/main" noGrp="1"/>
          </p:cNvSpPr>
          <p:nvPr/>
        </p:nvSpPr>
        <p:spPr>
          <a:xfrm xmlns:a="http://schemas.openxmlformats.org/drawingml/2006/main">
            <a:off x="5572125" y="5186362"/>
            <a:ext cx="7143750" cy="14288"/>
          </a:xfrm>
          <a:custGeom xmlns:a="http://schemas.openxmlformats.org/drawingml/2006/main">
            <a:rect l="l" t="t" r="r" b="b"/>
            <a:pathLst>
              <a:path w="9525000" h="19050">
                <a:moveTo>
                  <a:pt x="0" y="0"/>
                </a:moveTo>
                <a:lnTo>
                  <a:pt x="9525000" y="0"/>
                </a:lnTo>
                <a:lnTo>
                  <a:pt x="9525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8" name="Freeform 18">
            <a:extLst xmlns:a="http://schemas.openxmlformats.org/drawingml/2006/main">
              <a:ext uri="{FF2B5EF4-FFF2-40B4-BE49-F238E27FC236}">
                <a16:creationId xmlns:a16="http://schemas.microsoft.com/office/drawing/2014/main" id="{8D202F3C-02E7-4F13-AF1E-D9E6C2775F0C}"/>
              </a:ext>
            </a:extLst>
          </p:cNvPr>
          <p:cNvSpPr>
            <a:spLocks xmlns:a="http://schemas.openxmlformats.org/drawingml/2006/main" noGrp="1"/>
          </p:cNvSpPr>
          <p:nvPr/>
        </p:nvSpPr>
        <p:spPr>
          <a:xfrm xmlns:a="http://schemas.openxmlformats.org/drawingml/2006/main">
            <a:off x="4429125" y="5586412"/>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df163365c2074d9b">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20" name="Freeform 20">
            <a:extLst xmlns:a="http://schemas.openxmlformats.org/drawingml/2006/main">
              <a:ext uri="{FF2B5EF4-FFF2-40B4-BE49-F238E27FC236}">
                <a16:creationId xmlns:a16="http://schemas.microsoft.com/office/drawing/2014/main" id="{BD54F701-8832-460A-A34A-07396A9D39F0}"/>
              </a:ext>
            </a:extLst>
          </p:cNvPr>
          <p:cNvSpPr>
            <a:spLocks xmlns:a="http://schemas.openxmlformats.org/drawingml/2006/main" noGrp="1"/>
          </p:cNvSpPr>
          <p:nvPr/>
        </p:nvSpPr>
        <p:spPr>
          <a:xfrm xmlns:a="http://schemas.openxmlformats.org/drawingml/2006/main">
            <a:off x="4429125" y="5557838"/>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b2204ae8ab6a44f5">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21" name="TextBox 21">
            <a:extLst xmlns:a="http://schemas.openxmlformats.org/drawingml/2006/main">
              <a:ext uri="{FF2B5EF4-FFF2-40B4-BE49-F238E27FC236}">
                <a16:creationId xmlns:a16="http://schemas.microsoft.com/office/drawing/2014/main" id="{631A7B4E-F2F0-476B-A985-ACF045398BF6}"/>
              </a:ext>
            </a:extLst>
          </p:cNvPr>
          <p:cNvSpPr>
            <a:spLocks xmlns:a="http://schemas.openxmlformats.org/drawingml/2006/main" noGrp="1"/>
          </p:cNvSpPr>
          <p:nvPr/>
        </p:nvSpPr>
        <p:spPr>
          <a:xfrm xmlns:a="http://schemas.openxmlformats.org/drawingml/2006/main">
            <a:off x="4429125" y="5529264"/>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294"/>
              </a:lnSpc>
              <a:buNone/>
            </a:pPr>
            <a:r>
              <a:rPr sz="1911">
                <a:solidFill>
                  <a:srgbClr val="666B73"/>
                </a:solidFill>
                <a:latin typeface="Calibri (MS)"/>
                <a:ea typeface="Calibri (MS)"/>
                <a:cs typeface="Calibri (MS)"/>
              </a:rPr>
              <a:t>구축 결과·평가 결과·시연 화면과 영상</a:t>
            </a:r>
          </a:p>
        </p:txBody>
      </p:sp>
      <p:sp>
        <p:nvSpPr>
          <p:cNvPr id="23" name="Freeform 23">
            <a:extLst xmlns:a="http://schemas.openxmlformats.org/drawingml/2006/main">
              <a:ext uri="{FF2B5EF4-FFF2-40B4-BE49-F238E27FC236}">
                <a16:creationId xmlns:a16="http://schemas.microsoft.com/office/drawing/2014/main" id="{4732CA2C-29CC-4F7F-8592-D031D2E664FF}"/>
              </a:ext>
            </a:extLst>
          </p:cNvPr>
          <p:cNvSpPr>
            <a:spLocks xmlns:a="http://schemas.openxmlformats.org/drawingml/2006/main" noGrp="1"/>
          </p:cNvSpPr>
          <p:nvPr/>
        </p:nvSpPr>
        <p:spPr>
          <a:xfrm xmlns:a="http://schemas.openxmlformats.org/drawingml/2006/main">
            <a:off x="485775" y="9544050"/>
            <a:ext cx="17316450" cy="14288"/>
          </a:xfrm>
          <a:custGeom xmlns:a="http://schemas.openxmlformats.org/drawingml/2006/main">
            <a:rect l="l" t="t" r="r" b="b"/>
            <a:pathLst>
              <a:path w="23088600" h="19050">
                <a:moveTo>
                  <a:pt x="0" y="0"/>
                </a:moveTo>
                <a:lnTo>
                  <a:pt x="23088600" y="0"/>
                </a:lnTo>
                <a:lnTo>
                  <a:pt x="23088600" y="19050"/>
                </a:lnTo>
                <a:lnTo>
                  <a:pt x="0" y="19050"/>
                </a:lnTo>
                <a:close/>
              </a:path>
            </a:pathLst>
          </a:custGeom>
          <a:solidFill xmlns:a="http://schemas.openxmlformats.org/drawingml/2006/main">
            <a:srgbClr val="8EADE0"/>
          </a:solid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22DB7CAD-21C8-4A3D-9CB7-10DFD7621380}"/>
              </a:ext>
            </a:extLst>
          </p:cNvPr>
          <p:cNvSpPr>
            <a:spLocks xmlns:a="http://schemas.openxmlformats.org/drawingml/2006/main" noGrp="1"/>
          </p:cNvSpPr>
          <p:nvPr/>
        </p:nvSpPr>
        <p:spPr>
          <a:xfrm xmlns:a="http://schemas.openxmlformats.org/drawingml/2006/main">
            <a:off x="500062"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df163365c2074d9b">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7" name="Freeform 27">
            <a:extLst xmlns:a="http://schemas.openxmlformats.org/drawingml/2006/main">
              <a:ext uri="{FF2B5EF4-FFF2-40B4-BE49-F238E27FC236}">
                <a16:creationId xmlns:a16="http://schemas.microsoft.com/office/drawing/2014/main" id="{6E21815C-EC8C-4205-850C-D2550930A9D9}"/>
              </a:ext>
            </a:extLst>
          </p:cNvPr>
          <p:cNvSpPr>
            <a:spLocks xmlns:a="http://schemas.openxmlformats.org/drawingml/2006/main" noGrp="1"/>
          </p:cNvSpPr>
          <p:nvPr/>
        </p:nvSpPr>
        <p:spPr>
          <a:xfrm xmlns:a="http://schemas.openxmlformats.org/drawingml/2006/main">
            <a:off x="500062"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b2204ae8ab6a44f5">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8" name="TextBox 28">
            <a:extLst xmlns:a="http://schemas.openxmlformats.org/drawingml/2006/main">
              <a:ext uri="{FF2B5EF4-FFF2-40B4-BE49-F238E27FC236}">
                <a16:creationId xmlns:a16="http://schemas.microsoft.com/office/drawing/2014/main" id="{D89C2F05-EE73-47BB-AB10-5AFCC38F4635}"/>
              </a:ext>
            </a:extLst>
          </p:cNvPr>
          <p:cNvSpPr>
            <a:spLocks xmlns:a="http://schemas.openxmlformats.org/drawingml/2006/main" noGrp="1"/>
          </p:cNvSpPr>
          <p:nvPr/>
        </p:nvSpPr>
        <p:spPr>
          <a:xfrm xmlns:a="http://schemas.openxmlformats.org/drawingml/2006/main">
            <a:off x="500062"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D7E4F7"/>
                </a:solidFill>
                <a:latin typeface="Calibri (MS)"/>
                <a:ea typeface="Calibri (MS)"/>
                <a:cs typeface="Calibri (MS)"/>
              </a:rPr>
              <a:t>KDIC AI 챗봇 서비스 구축 | 와쿠와쿠 6조</a:t>
            </a:r>
          </a:p>
        </p:txBody>
      </p:sp>
      <p:sp>
        <p:nvSpPr>
          <p:cNvPr id="30" name="Freeform 30">
            <a:extLst xmlns:a="http://schemas.openxmlformats.org/drawingml/2006/main">
              <a:ext uri="{FF2B5EF4-FFF2-40B4-BE49-F238E27FC236}">
                <a16:creationId xmlns:a16="http://schemas.microsoft.com/office/drawing/2014/main" id="{89C9CD2E-E148-44AB-BA59-9172A69F1F74}"/>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df163365c2074d9b">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2" name="Freeform 32">
            <a:extLst xmlns:a="http://schemas.openxmlformats.org/drawingml/2006/main">
              <a:ext uri="{FF2B5EF4-FFF2-40B4-BE49-F238E27FC236}">
                <a16:creationId xmlns:a16="http://schemas.microsoft.com/office/drawing/2014/main" id="{EC829103-A90A-4FDA-98E6-59FAD0C938ED}"/>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b2204ae8ab6a44f5">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3" name="TextBox 33">
            <a:extLst xmlns:a="http://schemas.openxmlformats.org/drawingml/2006/main">
              <a:ext uri="{FF2B5EF4-FFF2-40B4-BE49-F238E27FC236}">
                <a16:creationId xmlns:a16="http://schemas.microsoft.com/office/drawing/2014/main" id="{2ECCEF3E-BC58-46E1-8298-FB67DDE95A98}"/>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FFFFFF"/>
                </a:solidFill>
                <a:latin typeface="Calibri (MS) Bold"/>
                <a:ea typeface="Calibri (MS) Bold"/>
                <a:cs typeface="Calibri (MS) Bold"/>
              </a:rPr>
              <a:t>16</a:t>
            </a:r>
          </a:p>
        </p:txBody>
      </p:sp>
    </p:spTree>
    <p:extLst>
      <p:ext uri="{BB962C8B-B14F-4D97-AF65-F5344CB8AC3E}">
        <p14:creationId xmlns:p14="http://schemas.microsoft.com/office/powerpoint/2010/main" val="176825171"/>
      </p:ext>
    </p:extLst>
  </p:cSld>
</p:sld>
</file>

<file path=ppt/slides/slide16.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BCE77D73-A0F3-4488-8EFE-610684152DFC}"/>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794987abfe6d4ecf">
              <a:extLst>
                <a:ext uri="{96DAC541-7B7A-43D3-8B79-37D633B846F1}">
                  <asvg:svgBlip xmlns:asvg="http://schemas.microsoft.com/office/drawing/2016/SVG/main" r:embed="R8e3aa7df57d543f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D638F6F4-D0B0-4CC5-AFA9-300576C24CC4}"/>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8419d6bcf9b244d5">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41F8483E-2174-4776-954E-92F76C62E3EC}"/>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ae81216533734153">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0DB51E11-FF65-4779-94B1-6301016C4FE8}"/>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프로젝트 수행 결과</a:t>
            </a:r>
          </a:p>
        </p:txBody>
      </p:sp>
      <p:sp>
        <p:nvSpPr>
          <p:cNvPr id="9" name="Freeform 9">
            <a:extLst xmlns:a="http://schemas.openxmlformats.org/drawingml/2006/main">
              <a:ext uri="{FF2B5EF4-FFF2-40B4-BE49-F238E27FC236}">
                <a16:creationId xmlns:a16="http://schemas.microsoft.com/office/drawing/2014/main" id="{00BA0CD0-856C-419F-8537-EEF11E431F08}"/>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8419d6bcf9b244d5">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5FC171F7-6720-4CB9-A9B2-AD54CE524E8D}"/>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ae81216533734153">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BAC6BC48-D5A3-4433-84A7-C715E950438C}"/>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핵심 산출물과 달성 결과를 요약합니다</a:t>
            </a:r>
          </a:p>
        </p:txBody>
      </p:sp>
      <p:sp>
        <p:nvSpPr>
          <p:cNvPr id="14" name="Freeform 14">
            <a:extLst xmlns:a="http://schemas.openxmlformats.org/drawingml/2006/main">
              <a:ext uri="{FF2B5EF4-FFF2-40B4-BE49-F238E27FC236}">
                <a16:creationId xmlns:a16="http://schemas.microsoft.com/office/drawing/2014/main" id="{355CC3D0-918A-4527-BF94-6B6C172506A9}"/>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8419d6bcf9b244d5">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2566705-C9C2-4319-ABD3-39958184BCBD}"/>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ae81216533734153">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A136D6F5-F6B6-4D67-B3D0-32A528DCBB1F}"/>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데이터 산출물을 사용자 화면·근거 답변·평가 체계까지 연결한 Prototype V1 완성</a:t>
            </a:r>
          </a:p>
        </p:txBody>
      </p:sp>
      <p:sp>
        <p:nvSpPr>
          <p:cNvPr id="19" name="Freeform 19">
            <a:extLst xmlns:a="http://schemas.openxmlformats.org/drawingml/2006/main">
              <a:ext uri="{FF2B5EF4-FFF2-40B4-BE49-F238E27FC236}">
                <a16:creationId xmlns:a16="http://schemas.microsoft.com/office/drawing/2014/main" id="{A5D9FA8F-DB00-4A66-A260-992AE6824F16}"/>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D517B123-DA0C-491B-A2DF-6DC1EEBA7206}"/>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8DE0BF2F-D916-48CA-89AF-2E1162C69717}"/>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8419d6bcf9b244d5">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7C5F126-C440-4BBD-A946-7BB221563AD9}"/>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ae81216533734153">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0B896D12-7564-4478-A4D1-81E14C549BC3}"/>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45125DF2-94B9-4052-9FE6-3D958D26713C}"/>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8419d6bcf9b244d5">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DA858C91-CE6F-4DD2-AEA4-AE1ABDE8EC1E}"/>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ae81216533734153">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5B43D74F-A5E3-4FB9-A2A8-B5DC45F09295}"/>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17</a:t>
            </a:r>
          </a:p>
        </p:txBody>
      </p:sp>
      <p:sp>
        <p:nvSpPr>
          <p:cNvPr id="32" name="Freeform 32">
            <a:extLst xmlns:a="http://schemas.openxmlformats.org/drawingml/2006/main">
              <a:ext uri="{FF2B5EF4-FFF2-40B4-BE49-F238E27FC236}">
                <a16:creationId xmlns:a16="http://schemas.microsoft.com/office/drawing/2014/main" id="{7E77D350-EB7F-41FA-8C32-4B682282CD31}"/>
              </a:ext>
            </a:extLst>
          </p:cNvPr>
          <p:cNvSpPr>
            <a:spLocks xmlns:a="http://schemas.openxmlformats.org/drawingml/2006/main" noGrp="1"/>
          </p:cNvSpPr>
          <p:nvPr/>
        </p:nvSpPr>
        <p:spPr>
          <a:xfrm xmlns:a="http://schemas.openxmlformats.org/drawingml/2006/main">
            <a:off x="557212" y="2843212"/>
            <a:ext cx="5243512" cy="2457450"/>
          </a:xfrm>
          <a:custGeom xmlns:a="http://schemas.openxmlformats.org/drawingml/2006/main">
            <a:rect l="l" t="t" r="r" b="b"/>
            <a:pathLst>
              <a:path w="5243512" h="2457450">
                <a:moveTo>
                  <a:pt x="0" y="0"/>
                </a:moveTo>
                <a:lnTo>
                  <a:pt x="5243513" y="0"/>
                </a:lnTo>
                <a:lnTo>
                  <a:pt x="5243513" y="2457450"/>
                </a:lnTo>
                <a:lnTo>
                  <a:pt x="0" y="2457450"/>
                </a:lnTo>
                <a:lnTo>
                  <a:pt x="0" y="0"/>
                </a:lnTo>
                <a:close/>
              </a:path>
            </a:pathLst>
          </a:custGeom>
          <a:blipFill xmlns:a="http://schemas.openxmlformats.org/drawingml/2006/main">
            <a:blip xmlns:r="http://schemas.openxmlformats.org/officeDocument/2006/relationships" r:embed="Rc6e86d3670874c30">
              <a:extLst>
                <a:ext uri="{96DAC541-7B7A-43D3-8B79-37D633B846F1}">
                  <asvg:svgBlip xmlns:asvg="http://schemas.microsoft.com/office/drawing/2016/SVG/main" r:embed="Rec983172f98b422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F774913-7C29-44D5-811C-536C883F484A}"/>
              </a:ext>
            </a:extLst>
          </p:cNvPr>
          <p:cNvSpPr>
            <a:spLocks xmlns:a="http://schemas.openxmlformats.org/drawingml/2006/main" noGrp="1"/>
          </p:cNvSpPr>
          <p:nvPr/>
        </p:nvSpPr>
        <p:spPr>
          <a:xfrm xmlns:a="http://schemas.openxmlformats.org/drawingml/2006/main">
            <a:off x="885825" y="3057525"/>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8419d6bcf9b244d5">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3ED2146B-3DE5-4391-9772-6AE4006D13AB}"/>
              </a:ext>
            </a:extLst>
          </p:cNvPr>
          <p:cNvSpPr>
            <a:spLocks xmlns:a="http://schemas.openxmlformats.org/drawingml/2006/main" noGrp="1"/>
          </p:cNvSpPr>
          <p:nvPr/>
        </p:nvSpPr>
        <p:spPr>
          <a:xfrm xmlns:a="http://schemas.openxmlformats.org/drawingml/2006/main">
            <a:off x="885825" y="3028950"/>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ae81216533734153">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74CA03B1-9EA1-4177-A514-BBF321857442}"/>
              </a:ext>
            </a:extLst>
          </p:cNvPr>
          <p:cNvSpPr>
            <a:spLocks xmlns:a="http://schemas.openxmlformats.org/drawingml/2006/main" noGrp="1"/>
          </p:cNvSpPr>
          <p:nvPr/>
        </p:nvSpPr>
        <p:spPr>
          <a:xfrm xmlns:a="http://schemas.openxmlformats.org/drawingml/2006/main">
            <a:off x="885825" y="3000375"/>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프로젝트 1 보고서</a:t>
            </a:r>
          </a:p>
        </p:txBody>
      </p:sp>
      <p:sp>
        <p:nvSpPr>
          <p:cNvPr id="38" name="TextBox 38">
            <a:extLst xmlns:a="http://schemas.openxmlformats.org/drawingml/2006/main">
              <a:ext uri="{FF2B5EF4-FFF2-40B4-BE49-F238E27FC236}">
                <a16:creationId xmlns:a16="http://schemas.microsoft.com/office/drawing/2014/main" id="{FD1C27FC-41CB-460C-ABC3-AA4DB7D5A03C}"/>
              </a:ext>
            </a:extLst>
          </p:cNvPr>
          <p:cNvSpPr>
            <a:spLocks xmlns:a="http://schemas.openxmlformats.org/drawingml/2006/main" noGrp="1"/>
          </p:cNvSpPr>
          <p:nvPr/>
        </p:nvSpPr>
        <p:spPr>
          <a:xfrm xmlns:a="http://schemas.openxmlformats.org/drawingml/2006/main">
            <a:off x="977265" y="3598545"/>
            <a:ext cx="4403408" cy="138493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60쪽 보고서</a:t>
            </a:r>
          </a:p>
          <a:p xmlns:a="http://schemas.openxmlformats.org/drawingml/2006/main">
            <a:pPr algn="l">
              <a:lnSpc>
                <a:spcPts val="2160"/>
              </a:lnSpc>
              <a:buNone/>
            </a:pPr>
            <a:r>
              <a:rPr sz="1800">
                <a:solidFill>
                  <a:srgbClr val="9299A3"/>
                </a:solidFill>
                <a:latin typeface="Calibri (MS)"/>
                <a:ea typeface="Calibri (MS)"/>
                <a:cs typeface="Calibri (MS)"/>
              </a:rPr>
              <a:t>데이터 구조·품질 이슈 정리</a:t>
            </a:r>
          </a:p>
        </p:txBody>
      </p:sp>
      <p:sp>
        <p:nvSpPr>
          <p:cNvPr id="39" name="Freeform 39">
            <a:extLst xmlns:a="http://schemas.openxmlformats.org/drawingml/2006/main">
              <a:ext uri="{FF2B5EF4-FFF2-40B4-BE49-F238E27FC236}">
                <a16:creationId xmlns:a16="http://schemas.microsoft.com/office/drawing/2014/main" id="{4AA4BC60-5E1B-4E69-A173-497E273E7470}"/>
              </a:ext>
            </a:extLst>
          </p:cNvPr>
          <p:cNvSpPr>
            <a:spLocks xmlns:a="http://schemas.openxmlformats.org/drawingml/2006/main" noGrp="1"/>
          </p:cNvSpPr>
          <p:nvPr/>
        </p:nvSpPr>
        <p:spPr>
          <a:xfrm xmlns:a="http://schemas.openxmlformats.org/drawingml/2006/main">
            <a:off x="6200775" y="2843212"/>
            <a:ext cx="5243512" cy="2457450"/>
          </a:xfrm>
          <a:custGeom xmlns:a="http://schemas.openxmlformats.org/drawingml/2006/main">
            <a:rect l="l" t="t" r="r" b="b"/>
            <a:pathLst>
              <a:path w="5243512" h="2457450">
                <a:moveTo>
                  <a:pt x="0" y="0"/>
                </a:moveTo>
                <a:lnTo>
                  <a:pt x="5243513" y="0"/>
                </a:lnTo>
                <a:lnTo>
                  <a:pt x="5243513" y="2457450"/>
                </a:lnTo>
                <a:lnTo>
                  <a:pt x="0" y="2457450"/>
                </a:lnTo>
                <a:lnTo>
                  <a:pt x="0" y="0"/>
                </a:lnTo>
                <a:close/>
              </a:path>
            </a:pathLst>
          </a:custGeom>
          <a:blipFill xmlns:a="http://schemas.openxmlformats.org/drawingml/2006/main">
            <a:blip xmlns:r="http://schemas.openxmlformats.org/officeDocument/2006/relationships" r:embed="Rc6e86d3670874c30">
              <a:extLst>
                <a:ext uri="{96DAC541-7B7A-43D3-8B79-37D633B846F1}">
                  <asvg:svgBlip xmlns:asvg="http://schemas.microsoft.com/office/drawing/2016/SVG/main" r:embed="Rec983172f98b422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374A3748-DF54-43CF-8324-BD82BA98BF57}"/>
              </a:ext>
            </a:extLst>
          </p:cNvPr>
          <p:cNvSpPr>
            <a:spLocks xmlns:a="http://schemas.openxmlformats.org/drawingml/2006/main" noGrp="1"/>
          </p:cNvSpPr>
          <p:nvPr/>
        </p:nvSpPr>
        <p:spPr>
          <a:xfrm xmlns:a="http://schemas.openxmlformats.org/drawingml/2006/main">
            <a:off x="6529388" y="3057525"/>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8419d6bcf9b244d5">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3" name="Freeform 43">
            <a:extLst xmlns:a="http://schemas.openxmlformats.org/drawingml/2006/main">
              <a:ext uri="{FF2B5EF4-FFF2-40B4-BE49-F238E27FC236}">
                <a16:creationId xmlns:a16="http://schemas.microsoft.com/office/drawing/2014/main" id="{21BD6156-8797-41C7-BF8A-CCF264DC17BF}"/>
              </a:ext>
            </a:extLst>
          </p:cNvPr>
          <p:cNvSpPr>
            <a:spLocks xmlns:a="http://schemas.openxmlformats.org/drawingml/2006/main" noGrp="1"/>
          </p:cNvSpPr>
          <p:nvPr/>
        </p:nvSpPr>
        <p:spPr>
          <a:xfrm xmlns:a="http://schemas.openxmlformats.org/drawingml/2006/main">
            <a:off x="6529388" y="3028950"/>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ae81216533734153">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4" name="TextBox 44">
            <a:extLst xmlns:a="http://schemas.openxmlformats.org/drawingml/2006/main">
              <a:ext uri="{FF2B5EF4-FFF2-40B4-BE49-F238E27FC236}">
                <a16:creationId xmlns:a16="http://schemas.microsoft.com/office/drawing/2014/main" id="{886B8D0D-EA61-4E10-8D72-96CBE7B0EED5}"/>
              </a:ext>
            </a:extLst>
          </p:cNvPr>
          <p:cNvSpPr>
            <a:spLocks xmlns:a="http://schemas.openxmlformats.org/drawingml/2006/main" noGrp="1"/>
          </p:cNvSpPr>
          <p:nvPr/>
        </p:nvSpPr>
        <p:spPr>
          <a:xfrm xmlns:a="http://schemas.openxmlformats.org/drawingml/2006/main">
            <a:off x="6529388" y="3000375"/>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UI / UX 설계안</a:t>
            </a:r>
          </a:p>
        </p:txBody>
      </p:sp>
      <p:sp>
        <p:nvSpPr>
          <p:cNvPr id="45" name="TextBox 45">
            <a:extLst xmlns:a="http://schemas.openxmlformats.org/drawingml/2006/main">
              <a:ext uri="{FF2B5EF4-FFF2-40B4-BE49-F238E27FC236}">
                <a16:creationId xmlns:a16="http://schemas.microsoft.com/office/drawing/2014/main" id="{CB32B419-72C5-4BA5-99AD-73C845B472BD}"/>
              </a:ext>
            </a:extLst>
          </p:cNvPr>
          <p:cNvSpPr>
            <a:spLocks xmlns:a="http://schemas.openxmlformats.org/drawingml/2006/main" noGrp="1"/>
          </p:cNvSpPr>
          <p:nvPr/>
        </p:nvSpPr>
        <p:spPr>
          <a:xfrm xmlns:a="http://schemas.openxmlformats.org/drawingml/2006/main">
            <a:off x="6620828" y="3598545"/>
            <a:ext cx="4403408" cy="138493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FAQ·업무·의도·쉬운 모드</a:t>
            </a:r>
          </a:p>
          <a:p xmlns:a="http://schemas.openxmlformats.org/drawingml/2006/main">
            <a:pPr algn="l">
              <a:lnSpc>
                <a:spcPts val="2160"/>
              </a:lnSpc>
              <a:buNone/>
            </a:pPr>
            <a:r>
              <a:rPr sz="1800">
                <a:solidFill>
                  <a:srgbClr val="9299A3"/>
                </a:solidFill>
                <a:latin typeface="Calibri (MS)"/>
                <a:ea typeface="Calibri (MS)"/>
                <a:cs typeface="Calibri (MS)"/>
              </a:rPr>
              <a:t>혼합형 UI 1차 확정</a:t>
            </a:r>
          </a:p>
        </p:txBody>
      </p:sp>
      <p:sp>
        <p:nvSpPr>
          <p:cNvPr id="46" name="Freeform 46">
            <a:extLst xmlns:a="http://schemas.openxmlformats.org/drawingml/2006/main">
              <a:ext uri="{FF2B5EF4-FFF2-40B4-BE49-F238E27FC236}">
                <a16:creationId xmlns:a16="http://schemas.microsoft.com/office/drawing/2014/main" id="{A0C77DA8-F1A4-4520-9CCD-11C4CB85EA09}"/>
              </a:ext>
            </a:extLst>
          </p:cNvPr>
          <p:cNvSpPr>
            <a:spLocks xmlns:a="http://schemas.openxmlformats.org/drawingml/2006/main" noGrp="1"/>
          </p:cNvSpPr>
          <p:nvPr/>
        </p:nvSpPr>
        <p:spPr>
          <a:xfrm xmlns:a="http://schemas.openxmlformats.org/drawingml/2006/main">
            <a:off x="11844338" y="2843212"/>
            <a:ext cx="5243512" cy="2457450"/>
          </a:xfrm>
          <a:custGeom xmlns:a="http://schemas.openxmlformats.org/drawingml/2006/main">
            <a:rect l="l" t="t" r="r" b="b"/>
            <a:pathLst>
              <a:path w="5243512" h="2457450">
                <a:moveTo>
                  <a:pt x="0" y="0"/>
                </a:moveTo>
                <a:lnTo>
                  <a:pt x="5243512" y="0"/>
                </a:lnTo>
                <a:lnTo>
                  <a:pt x="5243512" y="2457450"/>
                </a:lnTo>
                <a:lnTo>
                  <a:pt x="0" y="2457450"/>
                </a:lnTo>
                <a:lnTo>
                  <a:pt x="0" y="0"/>
                </a:lnTo>
                <a:close/>
              </a:path>
            </a:pathLst>
          </a:custGeom>
          <a:blipFill xmlns:a="http://schemas.openxmlformats.org/drawingml/2006/main">
            <a:blip xmlns:r="http://schemas.openxmlformats.org/officeDocument/2006/relationships" r:embed="Rc6e86d3670874c30">
              <a:extLst>
                <a:ext uri="{96DAC541-7B7A-43D3-8B79-37D633B846F1}">
                  <asvg:svgBlip xmlns:asvg="http://schemas.microsoft.com/office/drawing/2016/SVG/main" r:embed="Rec983172f98b422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8" name="Freeform 48">
            <a:extLst xmlns:a="http://schemas.openxmlformats.org/drawingml/2006/main">
              <a:ext uri="{FF2B5EF4-FFF2-40B4-BE49-F238E27FC236}">
                <a16:creationId xmlns:a16="http://schemas.microsoft.com/office/drawing/2014/main" id="{A91CB74A-2683-422D-87DF-51F9BFF3FA09}"/>
              </a:ext>
            </a:extLst>
          </p:cNvPr>
          <p:cNvSpPr>
            <a:spLocks xmlns:a="http://schemas.openxmlformats.org/drawingml/2006/main" noGrp="1"/>
          </p:cNvSpPr>
          <p:nvPr/>
        </p:nvSpPr>
        <p:spPr>
          <a:xfrm xmlns:a="http://schemas.openxmlformats.org/drawingml/2006/main">
            <a:off x="12172950" y="3057525"/>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8419d6bcf9b244d5">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50" name="Freeform 50">
            <a:extLst xmlns:a="http://schemas.openxmlformats.org/drawingml/2006/main">
              <a:ext uri="{FF2B5EF4-FFF2-40B4-BE49-F238E27FC236}">
                <a16:creationId xmlns:a16="http://schemas.microsoft.com/office/drawing/2014/main" id="{5AD92CC6-68D6-46D8-AE2B-DBA76F8310CA}"/>
              </a:ext>
            </a:extLst>
          </p:cNvPr>
          <p:cNvSpPr>
            <a:spLocks xmlns:a="http://schemas.openxmlformats.org/drawingml/2006/main" noGrp="1"/>
          </p:cNvSpPr>
          <p:nvPr/>
        </p:nvSpPr>
        <p:spPr>
          <a:xfrm xmlns:a="http://schemas.openxmlformats.org/drawingml/2006/main">
            <a:off x="12172950" y="3028950"/>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ae81216533734153">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1" name="TextBox 51">
            <a:extLst xmlns:a="http://schemas.openxmlformats.org/drawingml/2006/main">
              <a:ext uri="{FF2B5EF4-FFF2-40B4-BE49-F238E27FC236}">
                <a16:creationId xmlns:a16="http://schemas.microsoft.com/office/drawing/2014/main" id="{07F7979A-B989-44A4-B463-91D2881054D2}"/>
              </a:ext>
            </a:extLst>
          </p:cNvPr>
          <p:cNvSpPr>
            <a:spLocks xmlns:a="http://schemas.openxmlformats.org/drawingml/2006/main" noGrp="1"/>
          </p:cNvSpPr>
          <p:nvPr/>
        </p:nvSpPr>
        <p:spPr>
          <a:xfrm xmlns:a="http://schemas.openxmlformats.org/drawingml/2006/main">
            <a:off x="12172950" y="3000375"/>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서비스 시스템</a:t>
            </a:r>
          </a:p>
        </p:txBody>
      </p:sp>
      <p:sp>
        <p:nvSpPr>
          <p:cNvPr id="52" name="TextBox 52">
            <a:extLst xmlns:a="http://schemas.openxmlformats.org/drawingml/2006/main">
              <a:ext uri="{FF2B5EF4-FFF2-40B4-BE49-F238E27FC236}">
                <a16:creationId xmlns:a16="http://schemas.microsoft.com/office/drawing/2014/main" id="{CB0DCF6A-C249-4BFE-B49D-D25FE2A9D52B}"/>
              </a:ext>
            </a:extLst>
          </p:cNvPr>
          <p:cNvSpPr>
            <a:spLocks xmlns:a="http://schemas.openxmlformats.org/drawingml/2006/main" noGrp="1"/>
          </p:cNvSpPr>
          <p:nvPr/>
        </p:nvSpPr>
        <p:spPr>
          <a:xfrm xmlns:a="http://schemas.openxmlformats.org/drawingml/2006/main">
            <a:off x="12264390" y="3598545"/>
            <a:ext cx="4403408" cy="138493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질의 분류·업무 필터·검색·</a:t>
            </a:r>
          </a:p>
          <a:p xmlns:a="http://schemas.openxmlformats.org/drawingml/2006/main">
            <a:pPr algn="l">
              <a:lnSpc>
                <a:spcPts val="2160"/>
              </a:lnSpc>
              <a:buNone/>
            </a:pPr>
            <a:r>
              <a:rPr sz="1800">
                <a:solidFill>
                  <a:srgbClr val="9299A3"/>
                </a:solidFill>
                <a:latin typeface="Calibri (MS)"/>
                <a:ea typeface="Calibri (MS)"/>
                <a:cs typeface="Calibri (MS)"/>
              </a:rPr>
              <a:t>근거 답변 구조 설계</a:t>
            </a:r>
          </a:p>
        </p:txBody>
      </p:sp>
      <p:sp>
        <p:nvSpPr>
          <p:cNvPr id="53" name="Freeform 53">
            <a:extLst xmlns:a="http://schemas.openxmlformats.org/drawingml/2006/main">
              <a:ext uri="{FF2B5EF4-FFF2-40B4-BE49-F238E27FC236}">
                <a16:creationId xmlns:a16="http://schemas.microsoft.com/office/drawing/2014/main" id="{F567B2D0-F0AA-4FD9-BE8F-5CE80133C360}"/>
              </a:ext>
            </a:extLst>
          </p:cNvPr>
          <p:cNvSpPr>
            <a:spLocks xmlns:a="http://schemas.openxmlformats.org/drawingml/2006/main" noGrp="1"/>
          </p:cNvSpPr>
          <p:nvPr/>
        </p:nvSpPr>
        <p:spPr>
          <a:xfrm xmlns:a="http://schemas.openxmlformats.org/drawingml/2006/main">
            <a:off x="557212" y="5772150"/>
            <a:ext cx="5243512" cy="2457450"/>
          </a:xfrm>
          <a:custGeom xmlns:a="http://schemas.openxmlformats.org/drawingml/2006/main">
            <a:rect l="l" t="t" r="r" b="b"/>
            <a:pathLst>
              <a:path w="5243512" h="2457450">
                <a:moveTo>
                  <a:pt x="0" y="0"/>
                </a:moveTo>
                <a:lnTo>
                  <a:pt x="5243513" y="0"/>
                </a:lnTo>
                <a:lnTo>
                  <a:pt x="5243513" y="2457450"/>
                </a:lnTo>
                <a:lnTo>
                  <a:pt x="0" y="2457450"/>
                </a:lnTo>
                <a:lnTo>
                  <a:pt x="0" y="0"/>
                </a:lnTo>
                <a:close/>
              </a:path>
            </a:pathLst>
          </a:custGeom>
          <a:blipFill xmlns:a="http://schemas.openxmlformats.org/drawingml/2006/main">
            <a:blip xmlns:r="http://schemas.openxmlformats.org/officeDocument/2006/relationships" r:embed="Rc6e86d3670874c30">
              <a:extLst>
                <a:ext uri="{96DAC541-7B7A-43D3-8B79-37D633B846F1}">
                  <asvg:svgBlip xmlns:asvg="http://schemas.microsoft.com/office/drawing/2016/SVG/main" r:embed="Rec983172f98b422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5" name="Freeform 55">
            <a:extLst xmlns:a="http://schemas.openxmlformats.org/drawingml/2006/main">
              <a:ext uri="{FF2B5EF4-FFF2-40B4-BE49-F238E27FC236}">
                <a16:creationId xmlns:a16="http://schemas.microsoft.com/office/drawing/2014/main" id="{6A313305-1B33-4A51-B395-A3DF44F98822}"/>
              </a:ext>
            </a:extLst>
          </p:cNvPr>
          <p:cNvSpPr>
            <a:spLocks xmlns:a="http://schemas.openxmlformats.org/drawingml/2006/main" noGrp="1"/>
          </p:cNvSpPr>
          <p:nvPr/>
        </p:nvSpPr>
        <p:spPr>
          <a:xfrm xmlns:a="http://schemas.openxmlformats.org/drawingml/2006/main">
            <a:off x="885825" y="5986462"/>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8419d6bcf9b244d5">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57" name="Freeform 57">
            <a:extLst xmlns:a="http://schemas.openxmlformats.org/drawingml/2006/main">
              <a:ext uri="{FF2B5EF4-FFF2-40B4-BE49-F238E27FC236}">
                <a16:creationId xmlns:a16="http://schemas.microsoft.com/office/drawing/2014/main" id="{569F84C6-8208-4D60-9907-ABC0E8D23C1A}"/>
              </a:ext>
            </a:extLst>
          </p:cNvPr>
          <p:cNvSpPr>
            <a:spLocks xmlns:a="http://schemas.openxmlformats.org/drawingml/2006/main" noGrp="1"/>
          </p:cNvSpPr>
          <p:nvPr/>
        </p:nvSpPr>
        <p:spPr>
          <a:xfrm xmlns:a="http://schemas.openxmlformats.org/drawingml/2006/main">
            <a:off x="885825" y="5957888"/>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ae81216533734153">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8" name="TextBox 58">
            <a:extLst xmlns:a="http://schemas.openxmlformats.org/drawingml/2006/main">
              <a:ext uri="{FF2B5EF4-FFF2-40B4-BE49-F238E27FC236}">
                <a16:creationId xmlns:a16="http://schemas.microsoft.com/office/drawing/2014/main" id="{A4601CCD-3CB2-4CA4-B98F-47AF6938C60F}"/>
              </a:ext>
            </a:extLst>
          </p:cNvPr>
          <p:cNvSpPr>
            <a:spLocks xmlns:a="http://schemas.openxmlformats.org/drawingml/2006/main" noGrp="1"/>
          </p:cNvSpPr>
          <p:nvPr/>
        </p:nvSpPr>
        <p:spPr>
          <a:xfrm xmlns:a="http://schemas.openxmlformats.org/drawingml/2006/main">
            <a:off x="885825" y="5929313"/>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전체 파이프라인</a:t>
            </a:r>
          </a:p>
        </p:txBody>
      </p:sp>
      <p:sp>
        <p:nvSpPr>
          <p:cNvPr id="59" name="TextBox 59">
            <a:extLst xmlns:a="http://schemas.openxmlformats.org/drawingml/2006/main">
              <a:ext uri="{FF2B5EF4-FFF2-40B4-BE49-F238E27FC236}">
                <a16:creationId xmlns:a16="http://schemas.microsoft.com/office/drawing/2014/main" id="{35D605B8-BEBF-486D-9438-ABE3B2ADF4AC}"/>
              </a:ext>
            </a:extLst>
          </p:cNvPr>
          <p:cNvSpPr>
            <a:spLocks xmlns:a="http://schemas.openxmlformats.org/drawingml/2006/main" noGrp="1"/>
          </p:cNvSpPr>
          <p:nvPr/>
        </p:nvSpPr>
        <p:spPr>
          <a:xfrm xmlns:a="http://schemas.openxmlformats.org/drawingml/2006/main">
            <a:off x="977265" y="6527482"/>
            <a:ext cx="4403408" cy="138493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427개 청크·1,024차원 벡터</a:t>
            </a:r>
          </a:p>
          <a:p xmlns:a="http://schemas.openxmlformats.org/drawingml/2006/main">
            <a:pPr algn="l">
              <a:lnSpc>
                <a:spcPts val="2160"/>
              </a:lnSpc>
              <a:buNone/>
            </a:pPr>
            <a:r>
              <a:rPr sz="1800">
                <a:solidFill>
                  <a:srgbClr val="9299A3"/>
                </a:solidFill>
                <a:latin typeface="Calibri (MS)"/>
                <a:ea typeface="Calibri (MS)"/>
                <a:cs typeface="Calibri (MS)"/>
              </a:rPr>
              <a:t>Parent-Child·출처 연결</a:t>
            </a:r>
          </a:p>
        </p:txBody>
      </p:sp>
      <p:sp>
        <p:nvSpPr>
          <p:cNvPr id="60" name="Freeform 60">
            <a:extLst xmlns:a="http://schemas.openxmlformats.org/drawingml/2006/main">
              <a:ext uri="{FF2B5EF4-FFF2-40B4-BE49-F238E27FC236}">
                <a16:creationId xmlns:a16="http://schemas.microsoft.com/office/drawing/2014/main" id="{AB7E0DE5-9EE2-461A-8C99-3B31D62504A3}"/>
              </a:ext>
            </a:extLst>
          </p:cNvPr>
          <p:cNvSpPr>
            <a:spLocks xmlns:a="http://schemas.openxmlformats.org/drawingml/2006/main" noGrp="1"/>
          </p:cNvSpPr>
          <p:nvPr/>
        </p:nvSpPr>
        <p:spPr>
          <a:xfrm xmlns:a="http://schemas.openxmlformats.org/drawingml/2006/main">
            <a:off x="6200775" y="5772150"/>
            <a:ext cx="5243512" cy="2457450"/>
          </a:xfrm>
          <a:custGeom xmlns:a="http://schemas.openxmlformats.org/drawingml/2006/main">
            <a:rect l="l" t="t" r="r" b="b"/>
            <a:pathLst>
              <a:path w="5243512" h="2457450">
                <a:moveTo>
                  <a:pt x="0" y="0"/>
                </a:moveTo>
                <a:lnTo>
                  <a:pt x="5243513" y="0"/>
                </a:lnTo>
                <a:lnTo>
                  <a:pt x="5243513" y="2457450"/>
                </a:lnTo>
                <a:lnTo>
                  <a:pt x="0" y="2457450"/>
                </a:lnTo>
                <a:lnTo>
                  <a:pt x="0" y="0"/>
                </a:lnTo>
                <a:close/>
              </a:path>
            </a:pathLst>
          </a:custGeom>
          <a:blipFill xmlns:a="http://schemas.openxmlformats.org/drawingml/2006/main">
            <a:blip xmlns:r="http://schemas.openxmlformats.org/officeDocument/2006/relationships" r:embed="R7ef78867f5064fe2">
              <a:extLst>
                <a:ext uri="{96DAC541-7B7A-43D3-8B79-37D633B846F1}">
                  <asvg:svgBlip xmlns:asvg="http://schemas.microsoft.com/office/drawing/2016/SVG/main" r:embed="R764586d45d404b82"/>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62" name="Freeform 62">
            <a:extLst xmlns:a="http://schemas.openxmlformats.org/drawingml/2006/main">
              <a:ext uri="{FF2B5EF4-FFF2-40B4-BE49-F238E27FC236}">
                <a16:creationId xmlns:a16="http://schemas.microsoft.com/office/drawing/2014/main" id="{66CDDEA0-08EE-4B0D-9200-AD011373B8B0}"/>
              </a:ext>
            </a:extLst>
          </p:cNvPr>
          <p:cNvSpPr>
            <a:spLocks xmlns:a="http://schemas.openxmlformats.org/drawingml/2006/main" noGrp="1"/>
          </p:cNvSpPr>
          <p:nvPr/>
        </p:nvSpPr>
        <p:spPr>
          <a:xfrm xmlns:a="http://schemas.openxmlformats.org/drawingml/2006/main">
            <a:off x="6529388" y="5986462"/>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8419d6bcf9b244d5">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64" name="Freeform 64">
            <a:extLst xmlns:a="http://schemas.openxmlformats.org/drawingml/2006/main">
              <a:ext uri="{FF2B5EF4-FFF2-40B4-BE49-F238E27FC236}">
                <a16:creationId xmlns:a16="http://schemas.microsoft.com/office/drawing/2014/main" id="{4CE54726-2012-4F55-A42A-1A45FCA5767B}"/>
              </a:ext>
            </a:extLst>
          </p:cNvPr>
          <p:cNvSpPr>
            <a:spLocks xmlns:a="http://schemas.openxmlformats.org/drawingml/2006/main" noGrp="1"/>
          </p:cNvSpPr>
          <p:nvPr/>
        </p:nvSpPr>
        <p:spPr>
          <a:xfrm xmlns:a="http://schemas.openxmlformats.org/drawingml/2006/main">
            <a:off x="6529388" y="5957888"/>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ae81216533734153">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65" name="TextBox 65">
            <a:extLst xmlns:a="http://schemas.openxmlformats.org/drawingml/2006/main">
              <a:ext uri="{FF2B5EF4-FFF2-40B4-BE49-F238E27FC236}">
                <a16:creationId xmlns:a16="http://schemas.microsoft.com/office/drawing/2014/main" id="{F788FA07-51A3-4430-95B3-BF04B35D0077}"/>
              </a:ext>
            </a:extLst>
          </p:cNvPr>
          <p:cNvSpPr>
            <a:spLocks xmlns:a="http://schemas.openxmlformats.org/drawingml/2006/main" noGrp="1"/>
          </p:cNvSpPr>
          <p:nvPr/>
        </p:nvSpPr>
        <p:spPr>
          <a:xfrm xmlns:a="http://schemas.openxmlformats.org/drawingml/2006/main">
            <a:off x="6529388" y="5929313"/>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평가 데이터셋</a:t>
            </a:r>
          </a:p>
        </p:txBody>
      </p:sp>
      <p:sp>
        <p:nvSpPr>
          <p:cNvPr id="66" name="TextBox 66">
            <a:extLst xmlns:a="http://schemas.openxmlformats.org/drawingml/2006/main">
              <a:ext uri="{FF2B5EF4-FFF2-40B4-BE49-F238E27FC236}">
                <a16:creationId xmlns:a16="http://schemas.microsoft.com/office/drawing/2014/main" id="{30A4F81E-02D4-4832-BD23-6758DC47E148}"/>
              </a:ext>
            </a:extLst>
          </p:cNvPr>
          <p:cNvSpPr>
            <a:spLocks xmlns:a="http://schemas.openxmlformats.org/drawingml/2006/main" noGrp="1"/>
          </p:cNvSpPr>
          <p:nvPr/>
        </p:nvSpPr>
        <p:spPr>
          <a:xfrm xmlns:a="http://schemas.openxmlformats.org/drawingml/2006/main">
            <a:off x="6620828" y="6527482"/>
            <a:ext cx="4403408" cy="138493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203행·38열 초안</a:t>
            </a:r>
          </a:p>
          <a:p xmlns:a="http://schemas.openxmlformats.org/drawingml/2006/main">
            <a:pPr algn="l">
              <a:lnSpc>
                <a:spcPts val="2160"/>
              </a:lnSpc>
              <a:buNone/>
            </a:pPr>
            <a:r>
              <a:rPr sz="1800">
                <a:solidFill>
                  <a:srgbClr val="9299A3"/>
                </a:solidFill>
                <a:latin typeface="Calibri (MS)"/>
                <a:ea typeface="Calibri (MS)"/>
                <a:cs typeface="Calibri (MS)"/>
              </a:rPr>
              <a:t>143개 질문 ID 구성</a:t>
            </a:r>
          </a:p>
        </p:txBody>
      </p:sp>
      <p:sp>
        <p:nvSpPr>
          <p:cNvPr id="67" name="Freeform 67">
            <a:extLst xmlns:a="http://schemas.openxmlformats.org/drawingml/2006/main">
              <a:ext uri="{FF2B5EF4-FFF2-40B4-BE49-F238E27FC236}">
                <a16:creationId xmlns:a16="http://schemas.microsoft.com/office/drawing/2014/main" id="{CD25FACE-BA09-4D84-A8F0-99E3EDC5DCDA}"/>
              </a:ext>
            </a:extLst>
          </p:cNvPr>
          <p:cNvSpPr>
            <a:spLocks xmlns:a="http://schemas.openxmlformats.org/drawingml/2006/main" noGrp="1"/>
          </p:cNvSpPr>
          <p:nvPr/>
        </p:nvSpPr>
        <p:spPr>
          <a:xfrm xmlns:a="http://schemas.openxmlformats.org/drawingml/2006/main">
            <a:off x="11844338" y="5772150"/>
            <a:ext cx="5243512" cy="2457450"/>
          </a:xfrm>
          <a:custGeom xmlns:a="http://schemas.openxmlformats.org/drawingml/2006/main">
            <a:rect l="l" t="t" r="r" b="b"/>
            <a:pathLst>
              <a:path w="5243512" h="2457450">
                <a:moveTo>
                  <a:pt x="0" y="0"/>
                </a:moveTo>
                <a:lnTo>
                  <a:pt x="5243512" y="0"/>
                </a:lnTo>
                <a:lnTo>
                  <a:pt x="5243512" y="2457450"/>
                </a:lnTo>
                <a:lnTo>
                  <a:pt x="0" y="2457450"/>
                </a:lnTo>
                <a:lnTo>
                  <a:pt x="0" y="0"/>
                </a:lnTo>
                <a:close/>
              </a:path>
            </a:pathLst>
          </a:custGeom>
          <a:blipFill xmlns:a="http://schemas.openxmlformats.org/drawingml/2006/main">
            <a:blip xmlns:r="http://schemas.openxmlformats.org/officeDocument/2006/relationships" r:embed="Rc6e86d3670874c30">
              <a:extLst>
                <a:ext uri="{96DAC541-7B7A-43D3-8B79-37D633B846F1}">
                  <asvg:svgBlip xmlns:asvg="http://schemas.microsoft.com/office/drawing/2016/SVG/main" r:embed="Rec983172f98b422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69" name="Freeform 69">
            <a:extLst xmlns:a="http://schemas.openxmlformats.org/drawingml/2006/main">
              <a:ext uri="{FF2B5EF4-FFF2-40B4-BE49-F238E27FC236}">
                <a16:creationId xmlns:a16="http://schemas.microsoft.com/office/drawing/2014/main" id="{C6F2FE71-6735-4269-B619-9B18CAC9B1AD}"/>
              </a:ext>
            </a:extLst>
          </p:cNvPr>
          <p:cNvSpPr>
            <a:spLocks xmlns:a="http://schemas.openxmlformats.org/drawingml/2006/main" noGrp="1"/>
          </p:cNvSpPr>
          <p:nvPr/>
        </p:nvSpPr>
        <p:spPr>
          <a:xfrm xmlns:a="http://schemas.openxmlformats.org/drawingml/2006/main">
            <a:off x="12172950" y="5986462"/>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8419d6bcf9b244d5">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71" name="Freeform 71">
            <a:extLst xmlns:a="http://schemas.openxmlformats.org/drawingml/2006/main">
              <a:ext uri="{FF2B5EF4-FFF2-40B4-BE49-F238E27FC236}">
                <a16:creationId xmlns:a16="http://schemas.microsoft.com/office/drawing/2014/main" id="{B2B49254-3A41-4C12-9646-F9218183C1AC}"/>
              </a:ext>
            </a:extLst>
          </p:cNvPr>
          <p:cNvSpPr>
            <a:spLocks xmlns:a="http://schemas.openxmlformats.org/drawingml/2006/main" noGrp="1"/>
          </p:cNvSpPr>
          <p:nvPr/>
        </p:nvSpPr>
        <p:spPr>
          <a:xfrm xmlns:a="http://schemas.openxmlformats.org/drawingml/2006/main">
            <a:off x="12172950" y="5957888"/>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ae81216533734153">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72" name="TextBox 72">
            <a:extLst xmlns:a="http://schemas.openxmlformats.org/drawingml/2006/main">
              <a:ext uri="{FF2B5EF4-FFF2-40B4-BE49-F238E27FC236}">
                <a16:creationId xmlns:a16="http://schemas.microsoft.com/office/drawing/2014/main" id="{3B2F7E2A-2D74-4C37-BFD7-04C2598ADE7F}"/>
              </a:ext>
            </a:extLst>
          </p:cNvPr>
          <p:cNvSpPr>
            <a:spLocks xmlns:a="http://schemas.openxmlformats.org/drawingml/2006/main" noGrp="1"/>
          </p:cNvSpPr>
          <p:nvPr/>
        </p:nvSpPr>
        <p:spPr>
          <a:xfrm xmlns:a="http://schemas.openxmlformats.org/drawingml/2006/main">
            <a:off x="12172950" y="5929313"/>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시연영상</a:t>
            </a:r>
          </a:p>
        </p:txBody>
      </p:sp>
      <p:sp>
        <p:nvSpPr>
          <p:cNvPr id="73" name="TextBox 73">
            <a:extLst xmlns:a="http://schemas.openxmlformats.org/drawingml/2006/main">
              <a:ext uri="{FF2B5EF4-FFF2-40B4-BE49-F238E27FC236}">
                <a16:creationId xmlns:a16="http://schemas.microsoft.com/office/drawing/2014/main" id="{9C8C2803-E24F-4FF6-97DD-786E099E4D65}"/>
              </a:ext>
            </a:extLst>
          </p:cNvPr>
          <p:cNvSpPr>
            <a:spLocks xmlns:a="http://schemas.openxmlformats.org/drawingml/2006/main" noGrp="1"/>
          </p:cNvSpPr>
          <p:nvPr/>
        </p:nvSpPr>
        <p:spPr>
          <a:xfrm xmlns:a="http://schemas.openxmlformats.org/drawingml/2006/main">
            <a:off x="12264390" y="6527482"/>
            <a:ext cx="4403408" cy="138493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대표 질문 흐름과</a:t>
            </a:r>
          </a:p>
          <a:p xmlns:a="http://schemas.openxmlformats.org/drawingml/2006/main">
            <a:pPr algn="l">
              <a:lnSpc>
                <a:spcPts val="2160"/>
              </a:lnSpc>
              <a:buNone/>
            </a:pPr>
            <a:r>
              <a:rPr sz="1800">
                <a:solidFill>
                  <a:srgbClr val="9299A3"/>
                </a:solidFill>
                <a:latin typeface="Calibri (MS)"/>
                <a:ea typeface="Calibri (MS)"/>
                <a:cs typeface="Calibri (MS)"/>
              </a:rPr>
              <a:t>Gold 검수 화면 시연</a:t>
            </a:r>
          </a:p>
        </p:txBody>
      </p:sp>
    </p:spTree>
    <p:extLst>
      <p:ext uri="{BB962C8B-B14F-4D97-AF65-F5344CB8AC3E}">
        <p14:creationId xmlns:p14="http://schemas.microsoft.com/office/powerpoint/2010/main" val="2059113541"/>
      </p:ext>
    </p:extLst>
  </p:cSld>
</p:sld>
</file>

<file path=ppt/slides/slide17.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4DC859-BD6E-420D-BBBF-A87BC1964D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5f1c4529fabc478a">
              <a:extLst>
                <a:ext uri="{96DAC541-7B7A-43D3-8B79-37D633B846F1}">
                  <asvg:svgBlip xmlns:asvg="http://schemas.microsoft.com/office/drawing/2016/SVG/main" r:embed="R09c0fb535f864f6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3D9A0A0-28C4-438B-81B6-AC72F925FC6B}"/>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01738409efb6428f">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40090AB-AC78-488E-B1E3-86F6058F79B5}"/>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1304552f81d84489">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3F17D321-ADA2-419C-8E37-5DACC6CD04B0}"/>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첫 화면에서 질문의 출발점을 먼저 제시했습니다</a:t>
            </a:r>
          </a:p>
        </p:txBody>
      </p:sp>
      <p:sp>
        <p:nvSpPr>
          <p:cNvPr id="9" name="Freeform 9">
            <a:extLst xmlns:a="http://schemas.openxmlformats.org/drawingml/2006/main">
              <a:ext uri="{FF2B5EF4-FFF2-40B4-BE49-F238E27FC236}">
                <a16:creationId xmlns:a16="http://schemas.microsoft.com/office/drawing/2014/main" id="{4A16F292-BFD4-4C88-83CC-AC6DBECACD8B}"/>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01738409efb6428f">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D8A70BB-DD68-47DA-BA49-3B1F8AA8F044}"/>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1304552f81d84489">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C15A384-B1F8-4D6A-9A4F-9D48A43D2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전체 FAQ TOP 5를 바로 보여 주어 사용자가 질문을 쉽게 시작하도록 설계</a:t>
            </a:r>
          </a:p>
        </p:txBody>
      </p:sp>
      <p:sp>
        <p:nvSpPr>
          <p:cNvPr id="14" name="Freeform 14">
            <a:extLst xmlns:a="http://schemas.openxmlformats.org/drawingml/2006/main">
              <a:ext uri="{FF2B5EF4-FFF2-40B4-BE49-F238E27FC236}">
                <a16:creationId xmlns:a16="http://schemas.microsoft.com/office/drawing/2014/main" id="{524D5685-07AD-4BD4-BCDF-9A10A6AB220E}"/>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01738409efb6428f">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6B50F2E-08E3-4CDC-A892-E70FD7B0741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1304552f81d84489">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67888A7-F9CA-476E-B9C6-B171D5D75C57}"/>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첫 화면에서 바로 질문하거나, 자주 묻는 질문을 한 번에 선택</a:t>
            </a:r>
          </a:p>
        </p:txBody>
      </p:sp>
      <p:sp>
        <p:nvSpPr>
          <p:cNvPr id="19" name="Freeform 19">
            <a:extLst xmlns:a="http://schemas.openxmlformats.org/drawingml/2006/main">
              <a:ext uri="{FF2B5EF4-FFF2-40B4-BE49-F238E27FC236}">
                <a16:creationId xmlns:a16="http://schemas.microsoft.com/office/drawing/2014/main" id="{808A8D83-C5CA-48BF-8FA6-0B775206CBF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3E5082ED-3738-4B6E-AD27-C25BC4B2D63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5F78E9A2-2EC2-4C6A-BAF4-FD26908C602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01738409efb6428f">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BE195CA-C62F-452C-975E-105856955AE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1304552f81d84489">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BB6EC86D-407A-43F0-BDAC-C853DACAEAE5}"/>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28F94F0-8585-4229-A6C9-1F2F11C7A431}"/>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01738409efb6428f">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5857593E-95F8-4A11-BFAE-769ECB673EB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1304552f81d84489">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9B44FA6-11FD-4C03-ADFF-19B1466884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18</a:t>
            </a:r>
          </a:p>
        </p:txBody>
      </p:sp>
      <p:sp>
        <p:nvSpPr>
          <p:cNvPr id="32" name="Freeform 32">
            <a:extLst xmlns:a="http://schemas.openxmlformats.org/drawingml/2006/main">
              <a:ext uri="{FF2B5EF4-FFF2-40B4-BE49-F238E27FC236}">
                <a16:creationId xmlns:a16="http://schemas.microsoft.com/office/drawing/2014/main" id="{15777089-BB2B-4F0C-9B30-459F4E6F016A}"/>
              </a:ext>
            </a:extLst>
          </p:cNvPr>
          <p:cNvSpPr>
            <a:spLocks xmlns:a="http://schemas.openxmlformats.org/drawingml/2006/main" noGrp="1"/>
          </p:cNvSpPr>
          <p:nvPr/>
        </p:nvSpPr>
        <p:spPr>
          <a:xfrm xmlns:a="http://schemas.openxmlformats.org/drawingml/2006/main">
            <a:off x="557212" y="2700338"/>
            <a:ext cx="10887075" cy="6029325"/>
          </a:xfrm>
          <a:custGeom xmlns:a="http://schemas.openxmlformats.org/drawingml/2006/main">
            <a:rect l="l" t="t" r="r" b="b"/>
            <a:pathLst>
              <a:path w="10887075" h="6029325">
                <a:moveTo>
                  <a:pt x="0" y="0"/>
                </a:moveTo>
                <a:lnTo>
                  <a:pt x="10887076" y="0"/>
                </a:lnTo>
                <a:lnTo>
                  <a:pt x="10887076" y="6029324"/>
                </a:lnTo>
                <a:lnTo>
                  <a:pt x="0" y="6029324"/>
                </a:lnTo>
                <a:lnTo>
                  <a:pt x="0" y="0"/>
                </a:lnTo>
                <a:close/>
              </a:path>
            </a:pathLst>
          </a:custGeom>
          <a:blipFill xmlns:a="http://schemas.openxmlformats.org/drawingml/2006/main">
            <a:blip xmlns:r="http://schemas.openxmlformats.org/officeDocument/2006/relationships" r:embed="R46735587f8e146b2">
              <a:extLst>
                <a:ext uri="{96DAC541-7B7A-43D3-8B79-37D633B846F1}">
                  <asvg:svgBlip xmlns:asvg="http://schemas.microsoft.com/office/drawing/2016/SVG/main" r:embed="R3894754fbe3b40b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D5C5523-1FDB-466C-8F97-8912C6D0E558}"/>
              </a:ext>
            </a:extLst>
          </p:cNvPr>
          <p:cNvSpPr>
            <a:spLocks xmlns:a="http://schemas.openxmlformats.org/drawingml/2006/main" noGrp="1"/>
          </p:cNvSpPr>
          <p:nvPr/>
        </p:nvSpPr>
        <p:spPr>
          <a:xfrm xmlns:a="http://schemas.openxmlformats.org/drawingml/2006/main">
            <a:off x="885825" y="2914650"/>
            <a:ext cx="10229850" cy="428625"/>
          </a:xfrm>
          <a:custGeom xmlns:a="http://schemas.openxmlformats.org/drawingml/2006/main">
            <a:rect l="l" t="t" r="r" b="b"/>
            <a:pathLst>
              <a:path w="13639800" h="571500">
                <a:moveTo>
                  <a:pt x="0" y="0"/>
                </a:moveTo>
                <a:lnTo>
                  <a:pt x="13639800" y="0"/>
                </a:lnTo>
                <a:lnTo>
                  <a:pt x="13639800" y="571500"/>
                </a:lnTo>
                <a:lnTo>
                  <a:pt x="0" y="571500"/>
                </a:lnTo>
                <a:close/>
              </a:path>
            </a:pathLst>
          </a:custGeom>
          <a:blipFill xmlns:a="http://schemas.openxmlformats.org/drawingml/2006/main">
            <a:blip xmlns:r="http://schemas.openxmlformats.org/officeDocument/2006/relationships" r:embed="R01738409efb6428f">
              <a:alphaModFix amt="0"/>
            </a:blip>
            <a:stretch>
              <a:fillRect l="0" t="-414720" r="0" b="-41472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5CAD0CD6-D6E3-4B1B-98F0-E0A9A8CBD356}"/>
              </a:ext>
            </a:extLst>
          </p:cNvPr>
          <p:cNvSpPr>
            <a:spLocks xmlns:a="http://schemas.openxmlformats.org/drawingml/2006/main" noGrp="1"/>
          </p:cNvSpPr>
          <p:nvPr/>
        </p:nvSpPr>
        <p:spPr>
          <a:xfrm xmlns:a="http://schemas.openxmlformats.org/drawingml/2006/main">
            <a:off x="885825" y="2886075"/>
            <a:ext cx="10229850" cy="457200"/>
          </a:xfrm>
          <a:custGeom xmlns:a="http://schemas.openxmlformats.org/drawingml/2006/main">
            <a:rect l="l" t="t" r="r" b="b"/>
            <a:pathLst>
              <a:path w="13639800" h="609600">
                <a:moveTo>
                  <a:pt x="0" y="0"/>
                </a:moveTo>
                <a:lnTo>
                  <a:pt x="13639800" y="0"/>
                </a:lnTo>
                <a:lnTo>
                  <a:pt x="13639800" y="609600"/>
                </a:lnTo>
                <a:lnTo>
                  <a:pt x="0" y="609600"/>
                </a:lnTo>
                <a:close/>
              </a:path>
            </a:pathLst>
          </a:custGeom>
          <a:blipFill xmlns:a="http://schemas.openxmlformats.org/drawingml/2006/main">
            <a:blip xmlns:r="http://schemas.openxmlformats.org/officeDocument/2006/relationships" r:embed="R1304552f81d84489">
              <a:alphaModFix amt="0"/>
            </a:blip>
            <a:stretch>
              <a:fillRect l="0" t="-385977" r="0" b="-38597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1F689910-6B28-45F8-9E4F-EC619B5DEDDB}"/>
              </a:ext>
            </a:extLst>
          </p:cNvPr>
          <p:cNvSpPr>
            <a:spLocks xmlns:a="http://schemas.openxmlformats.org/drawingml/2006/main" noGrp="1"/>
          </p:cNvSpPr>
          <p:nvPr/>
        </p:nvSpPr>
        <p:spPr>
          <a:xfrm xmlns:a="http://schemas.openxmlformats.org/drawingml/2006/main">
            <a:off x="885825" y="2857500"/>
            <a:ext cx="10229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4B7BC9"/>
                </a:solidFill>
                <a:latin typeface="Calibri (MS) Bold"/>
                <a:ea typeface="Calibri (MS) Bold"/>
                <a:cs typeface="Calibri (MS) Bold"/>
              </a:rPr>
              <a:t>첫 화면 | 전체 자주 묻는 질문 TOP 5</a:t>
            </a:r>
          </a:p>
        </p:txBody>
      </p:sp>
      <p:sp>
        <p:nvSpPr>
          <p:cNvPr id="38" name="Freeform 38">
            <a:extLst xmlns:a="http://schemas.openxmlformats.org/drawingml/2006/main">
              <a:ext uri="{FF2B5EF4-FFF2-40B4-BE49-F238E27FC236}">
                <a16:creationId xmlns:a16="http://schemas.microsoft.com/office/drawing/2014/main" id="{2DB4FDE8-1DAF-45FD-926D-6E6AA0B7E7AA}"/>
              </a:ext>
            </a:extLst>
          </p:cNvPr>
          <p:cNvSpPr>
            <a:spLocks xmlns:a="http://schemas.openxmlformats.org/drawingml/2006/main" noGrp="1"/>
          </p:cNvSpPr>
          <p:nvPr/>
        </p:nvSpPr>
        <p:spPr>
          <a:xfrm xmlns:a="http://schemas.openxmlformats.org/drawingml/2006/main">
            <a:off x="11915775" y="2700338"/>
            <a:ext cx="5243512" cy="3743325"/>
          </a:xfrm>
          <a:custGeom xmlns:a="http://schemas.openxmlformats.org/drawingml/2006/main">
            <a:rect l="l" t="t" r="r" b="b"/>
            <a:pathLst>
              <a:path w="5243512" h="3743325">
                <a:moveTo>
                  <a:pt x="0" y="0"/>
                </a:moveTo>
                <a:lnTo>
                  <a:pt x="5243513" y="0"/>
                </a:lnTo>
                <a:lnTo>
                  <a:pt x="5243513" y="3743324"/>
                </a:lnTo>
                <a:lnTo>
                  <a:pt x="0" y="3743324"/>
                </a:lnTo>
                <a:lnTo>
                  <a:pt x="0" y="0"/>
                </a:lnTo>
                <a:close/>
              </a:path>
            </a:pathLst>
          </a:custGeom>
          <a:blipFill xmlns:a="http://schemas.openxmlformats.org/drawingml/2006/main">
            <a:blip xmlns:r="http://schemas.openxmlformats.org/officeDocument/2006/relationships" r:embed="R34a0db3967f948b8">
              <a:extLst>
                <a:ext uri="{96DAC541-7B7A-43D3-8B79-37D633B846F1}">
                  <asvg:svgBlip xmlns:asvg="http://schemas.microsoft.com/office/drawing/2016/SVG/main" r:embed="R8e78a9a920c0475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99D0F66F-DBE7-4BF6-8673-E91F4F58E17B}"/>
              </a:ext>
            </a:extLst>
          </p:cNvPr>
          <p:cNvSpPr>
            <a:spLocks xmlns:a="http://schemas.openxmlformats.org/drawingml/2006/main" noGrp="1"/>
          </p:cNvSpPr>
          <p:nvPr/>
        </p:nvSpPr>
        <p:spPr>
          <a:xfrm xmlns:a="http://schemas.openxmlformats.org/drawingml/2006/main">
            <a:off x="12244388" y="2914650"/>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01738409efb6428f">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DEFB33BA-44DB-4C0D-97F3-5BF5A39DE6F7}"/>
              </a:ext>
            </a:extLst>
          </p:cNvPr>
          <p:cNvSpPr>
            <a:spLocks xmlns:a="http://schemas.openxmlformats.org/drawingml/2006/main" noGrp="1"/>
          </p:cNvSpPr>
          <p:nvPr/>
        </p:nvSpPr>
        <p:spPr>
          <a:xfrm xmlns:a="http://schemas.openxmlformats.org/drawingml/2006/main">
            <a:off x="12244388" y="2886075"/>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1304552f81d84489">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E33B14D3-5216-412D-9542-BAEAC02EB9EC}"/>
              </a:ext>
            </a:extLst>
          </p:cNvPr>
          <p:cNvSpPr>
            <a:spLocks xmlns:a="http://schemas.openxmlformats.org/drawingml/2006/main" noGrp="1"/>
          </p:cNvSpPr>
          <p:nvPr/>
        </p:nvSpPr>
        <p:spPr>
          <a:xfrm xmlns:a="http://schemas.openxmlformats.org/drawingml/2006/main">
            <a:off x="12244388" y="2857500"/>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첫 화면 안내</a:t>
            </a:r>
          </a:p>
        </p:txBody>
      </p:sp>
      <p:sp>
        <p:nvSpPr>
          <p:cNvPr id="44" name="TextBox 44">
            <a:extLst xmlns:a="http://schemas.openxmlformats.org/drawingml/2006/main">
              <a:ext uri="{FF2B5EF4-FFF2-40B4-BE49-F238E27FC236}">
                <a16:creationId xmlns:a16="http://schemas.microsoft.com/office/drawing/2014/main" id="{3A6A3686-0AE2-406E-BC46-9260BA074CB8}"/>
              </a:ext>
            </a:extLst>
          </p:cNvPr>
          <p:cNvSpPr>
            <a:spLocks xmlns:a="http://schemas.openxmlformats.org/drawingml/2006/main" noGrp="1"/>
          </p:cNvSpPr>
          <p:nvPr/>
        </p:nvSpPr>
        <p:spPr>
          <a:xfrm xmlns:a="http://schemas.openxmlformats.org/drawingml/2006/main">
            <a:off x="12335828" y="3455670"/>
            <a:ext cx="4403408" cy="26708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서비스 목적과</a:t>
            </a:r>
          </a:p>
          <a:p xmlns:a="http://schemas.openxmlformats.org/drawingml/2006/main">
            <a:pPr algn="l">
              <a:lnSpc>
                <a:spcPts val="2160"/>
              </a:lnSpc>
              <a:buNone/>
            </a:pPr>
            <a:r>
              <a:rPr sz="1800">
                <a:solidFill>
                  <a:srgbClr val="9299A3"/>
                </a:solidFill>
                <a:latin typeface="Calibri (MS)"/>
                <a:ea typeface="Calibri (MS)"/>
                <a:cs typeface="Calibri (MS)"/>
              </a:rPr>
              <a:t>질문 입력 위치를</a:t>
            </a:r>
          </a:p>
          <a:p xmlns:a="http://schemas.openxmlformats.org/drawingml/2006/main">
            <a:pPr algn="l">
              <a:lnSpc>
                <a:spcPts val="2160"/>
              </a:lnSpc>
              <a:buNone/>
            </a:pPr>
            <a:r>
              <a:rPr sz="1800">
                <a:solidFill>
                  <a:srgbClr val="9299A3"/>
                </a:solidFill>
                <a:latin typeface="Calibri (MS)"/>
                <a:ea typeface="Calibri (MS)"/>
                <a:cs typeface="Calibri (MS)"/>
              </a:rPr>
              <a:t>즉시 파악</a:t>
            </a:r>
          </a:p>
        </p:txBody>
      </p:sp>
      <p:sp>
        <p:nvSpPr>
          <p:cNvPr id="45" name="Freeform 45">
            <a:extLst xmlns:a="http://schemas.openxmlformats.org/drawingml/2006/main">
              <a:ext uri="{FF2B5EF4-FFF2-40B4-BE49-F238E27FC236}">
                <a16:creationId xmlns:a16="http://schemas.microsoft.com/office/drawing/2014/main" id="{2B7A22BB-438A-4F7C-8FA1-D802485FD954}"/>
              </a:ext>
            </a:extLst>
          </p:cNvPr>
          <p:cNvSpPr>
            <a:spLocks xmlns:a="http://schemas.openxmlformats.org/drawingml/2006/main" noGrp="1"/>
          </p:cNvSpPr>
          <p:nvPr/>
        </p:nvSpPr>
        <p:spPr>
          <a:xfrm xmlns:a="http://schemas.openxmlformats.org/drawingml/2006/main">
            <a:off x="11915775" y="6772275"/>
            <a:ext cx="5243512" cy="1957388"/>
          </a:xfrm>
          <a:custGeom xmlns:a="http://schemas.openxmlformats.org/drawingml/2006/main">
            <a:rect l="l" t="t" r="r" b="b"/>
            <a:pathLst>
              <a:path w="5243512" h="1957388">
                <a:moveTo>
                  <a:pt x="0" y="0"/>
                </a:moveTo>
                <a:lnTo>
                  <a:pt x="5243513" y="0"/>
                </a:lnTo>
                <a:lnTo>
                  <a:pt x="5243513" y="1957387"/>
                </a:lnTo>
                <a:lnTo>
                  <a:pt x="0" y="1957387"/>
                </a:lnTo>
                <a:lnTo>
                  <a:pt x="0" y="0"/>
                </a:lnTo>
                <a:close/>
              </a:path>
            </a:pathLst>
          </a:custGeom>
          <a:blipFill xmlns:a="http://schemas.openxmlformats.org/drawingml/2006/main">
            <a:blip xmlns:r="http://schemas.openxmlformats.org/officeDocument/2006/relationships" r:embed="Rdc52f0b8d3ae4738">
              <a:extLst>
                <a:ext uri="{96DAC541-7B7A-43D3-8B79-37D633B846F1}">
                  <asvg:svgBlip xmlns:asvg="http://schemas.microsoft.com/office/drawing/2016/SVG/main" r:embed="R73b2d66c0dfd4ed6"/>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86104CA-FB05-4826-AB3F-AB93BA594BE6}"/>
              </a:ext>
            </a:extLst>
          </p:cNvPr>
          <p:cNvSpPr>
            <a:spLocks xmlns:a="http://schemas.openxmlformats.org/drawingml/2006/main" noGrp="1"/>
          </p:cNvSpPr>
          <p:nvPr/>
        </p:nvSpPr>
        <p:spPr>
          <a:xfrm xmlns:a="http://schemas.openxmlformats.org/drawingml/2006/main">
            <a:off x="12244388" y="6986588"/>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01738409efb6428f">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35F8D72-E59B-4B7B-8738-298D6BFB4DBE}"/>
              </a:ext>
            </a:extLst>
          </p:cNvPr>
          <p:cNvSpPr>
            <a:spLocks xmlns:a="http://schemas.openxmlformats.org/drawingml/2006/main" noGrp="1"/>
          </p:cNvSpPr>
          <p:nvPr/>
        </p:nvSpPr>
        <p:spPr>
          <a:xfrm xmlns:a="http://schemas.openxmlformats.org/drawingml/2006/main">
            <a:off x="12244388" y="6958012"/>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1304552f81d84489">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8813F380-ACC2-4F3B-A44B-6DAF31C8C07B}"/>
              </a:ext>
            </a:extLst>
          </p:cNvPr>
          <p:cNvSpPr>
            <a:spLocks xmlns:a="http://schemas.openxmlformats.org/drawingml/2006/main" noGrp="1"/>
          </p:cNvSpPr>
          <p:nvPr/>
        </p:nvSpPr>
        <p:spPr>
          <a:xfrm xmlns:a="http://schemas.openxmlformats.org/drawingml/2006/main">
            <a:off x="12244388" y="6929437"/>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TOP 5 FAQ</a:t>
            </a:r>
          </a:p>
        </p:txBody>
      </p:sp>
      <p:sp>
        <p:nvSpPr>
          <p:cNvPr id="51" name="TextBox 51">
            <a:extLst xmlns:a="http://schemas.openxmlformats.org/drawingml/2006/main">
              <a:ext uri="{FF2B5EF4-FFF2-40B4-BE49-F238E27FC236}">
                <a16:creationId xmlns:a16="http://schemas.microsoft.com/office/drawing/2014/main" id="{3B9000C8-2C27-43C5-BB3F-345E09AC0C71}"/>
              </a:ext>
            </a:extLst>
          </p:cNvPr>
          <p:cNvSpPr>
            <a:spLocks xmlns:a="http://schemas.openxmlformats.org/drawingml/2006/main" noGrp="1"/>
          </p:cNvSpPr>
          <p:nvPr/>
        </p:nvSpPr>
        <p:spPr>
          <a:xfrm xmlns:a="http://schemas.openxmlformats.org/drawingml/2006/main">
            <a:off x="12335828" y="7527607"/>
            <a:ext cx="4403408" cy="884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반복 질문을 먼저 제시해</a:t>
            </a:r>
          </a:p>
          <a:p xmlns:a="http://schemas.openxmlformats.org/drawingml/2006/main">
            <a:pPr algn="l">
              <a:lnSpc>
                <a:spcPts val="2160"/>
              </a:lnSpc>
              <a:buNone/>
            </a:pPr>
            <a:r>
              <a:rPr sz="1800">
                <a:solidFill>
                  <a:srgbClr val="9299A3"/>
                </a:solidFill>
                <a:latin typeface="Calibri (MS)"/>
                <a:ea typeface="Calibri (MS)"/>
                <a:cs typeface="Calibri (MS)"/>
              </a:rPr>
              <a:t>입력 부담과 응답 비용 감소</a:t>
            </a:r>
          </a:p>
        </p:txBody>
      </p:sp>
      <p:pic>
        <p:nvPicPr>
          <p:cNvPr id="88" name="그림 86"/>
          <p:cNvPicPr>
            <a:picLocks xmlns:a="http://schemas.openxmlformats.org/drawingml/2006/main" noChangeAspect="1"/>
          </p:cNvPicPr>
          <p:nvPr/>
        </p:nvPicPr>
        <p:blipFill>
          <a:blip xmlns:r="http://schemas.openxmlformats.org/officeDocument/2006/relationships" xmlns:a="http://schemas.openxmlformats.org/drawingml/2006/main" r:embed="Rd316e4f2358e4a08"/>
          <a:stretch xmlns:a="http://schemas.openxmlformats.org/drawingml/2006/main"/>
        </p:blipFill>
        <p:spPr>
          <a:xfrm xmlns:a="http://schemas.openxmlformats.org/drawingml/2006/main">
            <a:off x="3926296" y="3411855"/>
            <a:ext cx="4148906" cy="5000625"/>
          </a:xfrm>
          <a:prstGeom xmlns:a="http://schemas.openxmlformats.org/drawingml/2006/main" prst="roundRect">
            <a:avLst>
              <a:gd name="adj" fmla="val 1905"/>
            </a:avLst>
          </a:prstGeom>
        </p:spPr>
      </p:pic>
      <p:sp>
        <p:nvSpPr>
          <p:cNvPr id="53" name="설명 연결 화살표 1">
            <a:extLst xmlns:a="http://schemas.openxmlformats.org/drawingml/2006/main">
              <a:ext uri="{FF2B5EF4-FFF2-40B4-BE49-F238E27FC236}">
                <a16:creationId xmlns:a16="http://schemas.microsoft.com/office/drawing/2014/main" id="{CE9B29FC-4FE0-43F6-83C3-78AC336DCE59}"/>
              </a:ext>
            </a:extLst>
          </p:cNvPr>
          <p:cNvSpPr>
            <a:spLocks xmlns:a="http://schemas.openxmlformats.org/drawingml/2006/main" noGrp="1"/>
          </p:cNvSpPr>
          <p:nvPr/>
        </p:nvSpPr>
        <p:spPr>
          <a:xfrm xmlns:a="http://schemas.openxmlformats.org/drawingml/2006/main">
            <a:off x="10972800" y="385762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
        <p:nvSpPr>
          <p:cNvPr id="54" name="설명 연결 화살표 2">
            <a:extLst xmlns:a="http://schemas.openxmlformats.org/drawingml/2006/main">
              <a:ext uri="{FF2B5EF4-FFF2-40B4-BE49-F238E27FC236}">
                <a16:creationId xmlns:a16="http://schemas.microsoft.com/office/drawing/2014/main" id="{5209BE41-9CA2-46A9-BFA3-72BE4D3978A3}"/>
              </a:ext>
            </a:extLst>
          </p:cNvPr>
          <p:cNvSpPr>
            <a:spLocks xmlns:a="http://schemas.openxmlformats.org/drawingml/2006/main" noGrp="1"/>
          </p:cNvSpPr>
          <p:nvPr/>
        </p:nvSpPr>
        <p:spPr>
          <a:xfrm xmlns:a="http://schemas.openxmlformats.org/drawingml/2006/main">
            <a:off x="10972800" y="6953250"/>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246264648"/>
      </p:ext>
    </p:extLst>
  </p:cSld>
</p:sld>
</file>

<file path=ppt/slides/slide18.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4DC859-BD6E-420D-BBBF-A87BC1964D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adb3978960754f4b">
              <a:extLst>
                <a:ext uri="{96DAC541-7B7A-43D3-8B79-37D633B846F1}">
                  <asvg:svgBlip xmlns:asvg="http://schemas.microsoft.com/office/drawing/2016/SVG/main" r:embed="R3629e8eb96994c5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3D9A0A0-28C4-438B-81B6-AC72F925FC6B}"/>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5cd754f46ffd44b7">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40090AB-AC78-488E-B1E3-86F6058F79B5}"/>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8cc54486bb204518">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3F17D321-ADA2-419C-8E37-5DACC6CD04B0}"/>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질문 의도는 자동 분류하고 사용자가 직접 보정합니다</a:t>
            </a:r>
          </a:p>
        </p:txBody>
      </p:sp>
      <p:sp>
        <p:nvSpPr>
          <p:cNvPr id="9" name="Freeform 9">
            <a:extLst xmlns:a="http://schemas.openxmlformats.org/drawingml/2006/main">
              <a:ext uri="{FF2B5EF4-FFF2-40B4-BE49-F238E27FC236}">
                <a16:creationId xmlns:a16="http://schemas.microsoft.com/office/drawing/2014/main" id="{4A16F292-BFD4-4C88-83CC-AC6DBECACD8B}"/>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5cd754f46ffd44b7">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D8A70BB-DD68-47DA-BA49-3B1F8AA8F044}"/>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8cc54486bb204518">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C15A384-B1F8-4D6A-9A4F-9D48A43D2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선택을 강제하지 않고 필요한 경우에만 정보·신청·현황 의도를 지정</a:t>
            </a:r>
          </a:p>
        </p:txBody>
      </p:sp>
      <p:sp>
        <p:nvSpPr>
          <p:cNvPr id="14" name="Freeform 14">
            <a:extLst xmlns:a="http://schemas.openxmlformats.org/drawingml/2006/main">
              <a:ext uri="{FF2B5EF4-FFF2-40B4-BE49-F238E27FC236}">
                <a16:creationId xmlns:a16="http://schemas.microsoft.com/office/drawing/2014/main" id="{524D5685-07AD-4BD4-BCDF-9A10A6AB220E}"/>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5cd754f46ffd44b7">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6B50F2E-08E3-4CDC-A892-E70FD7B0741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8cc54486bb204518">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67888A7-F9CA-476E-B9C6-B171D5D75C57}"/>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선택 안 함은 자동 분류, 버튼 선택은 사용자의 명시적 보정</a:t>
            </a:r>
          </a:p>
        </p:txBody>
      </p:sp>
      <p:sp>
        <p:nvSpPr>
          <p:cNvPr id="19" name="Freeform 19">
            <a:extLst xmlns:a="http://schemas.openxmlformats.org/drawingml/2006/main">
              <a:ext uri="{FF2B5EF4-FFF2-40B4-BE49-F238E27FC236}">
                <a16:creationId xmlns:a16="http://schemas.microsoft.com/office/drawing/2014/main" id="{808A8D83-C5CA-48BF-8FA6-0B775206CBF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3E5082ED-3738-4B6E-AD27-C25BC4B2D63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5F78E9A2-2EC2-4C6A-BAF4-FD26908C602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5cd754f46ffd44b7">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BE195CA-C62F-452C-975E-105856955AE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8cc54486bb204518">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BB6EC86D-407A-43F0-BDAC-C853DACAEAE5}"/>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28F94F0-8585-4229-A6C9-1F2F11C7A431}"/>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5cd754f46ffd44b7">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5857593E-95F8-4A11-BFAE-769ECB673EB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8cc54486bb204518">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9B44FA6-11FD-4C03-ADFF-19B1466884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19</a:t>
            </a:r>
          </a:p>
        </p:txBody>
      </p:sp>
      <p:sp>
        <p:nvSpPr>
          <p:cNvPr id="32" name="Freeform 32">
            <a:extLst xmlns:a="http://schemas.openxmlformats.org/drawingml/2006/main">
              <a:ext uri="{FF2B5EF4-FFF2-40B4-BE49-F238E27FC236}">
                <a16:creationId xmlns:a16="http://schemas.microsoft.com/office/drawing/2014/main" id="{15777089-BB2B-4F0C-9B30-459F4E6F016A}"/>
              </a:ext>
            </a:extLst>
          </p:cNvPr>
          <p:cNvSpPr>
            <a:spLocks xmlns:a="http://schemas.openxmlformats.org/drawingml/2006/main" noGrp="1"/>
          </p:cNvSpPr>
          <p:nvPr/>
        </p:nvSpPr>
        <p:spPr>
          <a:xfrm xmlns:a="http://schemas.openxmlformats.org/drawingml/2006/main">
            <a:off x="557212" y="2700338"/>
            <a:ext cx="10887075" cy="6029325"/>
          </a:xfrm>
          <a:custGeom xmlns:a="http://schemas.openxmlformats.org/drawingml/2006/main">
            <a:rect l="l" t="t" r="r" b="b"/>
            <a:pathLst>
              <a:path w="10887075" h="6029325">
                <a:moveTo>
                  <a:pt x="0" y="0"/>
                </a:moveTo>
                <a:lnTo>
                  <a:pt x="10887076" y="0"/>
                </a:lnTo>
                <a:lnTo>
                  <a:pt x="10887076" y="6029324"/>
                </a:lnTo>
                <a:lnTo>
                  <a:pt x="0" y="6029324"/>
                </a:lnTo>
                <a:lnTo>
                  <a:pt x="0" y="0"/>
                </a:lnTo>
                <a:close/>
              </a:path>
            </a:pathLst>
          </a:custGeom>
          <a:blipFill xmlns:a="http://schemas.openxmlformats.org/drawingml/2006/main">
            <a:blip xmlns:r="http://schemas.openxmlformats.org/officeDocument/2006/relationships" r:embed="Rdb7898b4881c4a6d">
              <a:extLst>
                <a:ext uri="{96DAC541-7B7A-43D3-8B79-37D633B846F1}">
                  <asvg:svgBlip xmlns:asvg="http://schemas.microsoft.com/office/drawing/2016/SVG/main" r:embed="R30df49d031fe451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D5C5523-1FDB-466C-8F97-8912C6D0E558}"/>
              </a:ext>
            </a:extLst>
          </p:cNvPr>
          <p:cNvSpPr>
            <a:spLocks xmlns:a="http://schemas.openxmlformats.org/drawingml/2006/main" noGrp="1"/>
          </p:cNvSpPr>
          <p:nvPr/>
        </p:nvSpPr>
        <p:spPr>
          <a:xfrm xmlns:a="http://schemas.openxmlformats.org/drawingml/2006/main">
            <a:off x="885825" y="2914650"/>
            <a:ext cx="10229850" cy="428625"/>
          </a:xfrm>
          <a:custGeom xmlns:a="http://schemas.openxmlformats.org/drawingml/2006/main">
            <a:rect l="l" t="t" r="r" b="b"/>
            <a:pathLst>
              <a:path w="13639800" h="571500">
                <a:moveTo>
                  <a:pt x="0" y="0"/>
                </a:moveTo>
                <a:lnTo>
                  <a:pt x="13639800" y="0"/>
                </a:lnTo>
                <a:lnTo>
                  <a:pt x="13639800" y="571500"/>
                </a:lnTo>
                <a:lnTo>
                  <a:pt x="0" y="571500"/>
                </a:lnTo>
                <a:close/>
              </a:path>
            </a:pathLst>
          </a:custGeom>
          <a:blipFill xmlns:a="http://schemas.openxmlformats.org/drawingml/2006/main">
            <a:blip xmlns:r="http://schemas.openxmlformats.org/officeDocument/2006/relationships" r:embed="R5cd754f46ffd44b7">
              <a:alphaModFix amt="0"/>
            </a:blip>
            <a:stretch>
              <a:fillRect l="0" t="-414720" r="0" b="-41472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5CAD0CD6-D6E3-4B1B-98F0-E0A9A8CBD356}"/>
              </a:ext>
            </a:extLst>
          </p:cNvPr>
          <p:cNvSpPr>
            <a:spLocks xmlns:a="http://schemas.openxmlformats.org/drawingml/2006/main" noGrp="1"/>
          </p:cNvSpPr>
          <p:nvPr/>
        </p:nvSpPr>
        <p:spPr>
          <a:xfrm xmlns:a="http://schemas.openxmlformats.org/drawingml/2006/main">
            <a:off x="885825" y="2886075"/>
            <a:ext cx="10229850" cy="457200"/>
          </a:xfrm>
          <a:custGeom xmlns:a="http://schemas.openxmlformats.org/drawingml/2006/main">
            <a:rect l="l" t="t" r="r" b="b"/>
            <a:pathLst>
              <a:path w="13639800" h="609600">
                <a:moveTo>
                  <a:pt x="0" y="0"/>
                </a:moveTo>
                <a:lnTo>
                  <a:pt x="13639800" y="0"/>
                </a:lnTo>
                <a:lnTo>
                  <a:pt x="13639800" y="609600"/>
                </a:lnTo>
                <a:lnTo>
                  <a:pt x="0" y="609600"/>
                </a:lnTo>
                <a:close/>
              </a:path>
            </a:pathLst>
          </a:custGeom>
          <a:blipFill xmlns:a="http://schemas.openxmlformats.org/drawingml/2006/main">
            <a:blip xmlns:r="http://schemas.openxmlformats.org/officeDocument/2006/relationships" r:embed="R8cc54486bb204518">
              <a:alphaModFix amt="0"/>
            </a:blip>
            <a:stretch>
              <a:fillRect l="0" t="-385977" r="0" b="-38597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1F689910-6B28-45F8-9E4F-EC619B5DEDDB}"/>
              </a:ext>
            </a:extLst>
          </p:cNvPr>
          <p:cNvSpPr>
            <a:spLocks xmlns:a="http://schemas.openxmlformats.org/drawingml/2006/main" noGrp="1"/>
          </p:cNvSpPr>
          <p:nvPr/>
        </p:nvSpPr>
        <p:spPr>
          <a:xfrm xmlns:a="http://schemas.openxmlformats.org/drawingml/2006/main">
            <a:off x="885825" y="2857500"/>
            <a:ext cx="10229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4B7BC9"/>
                </a:solidFill>
                <a:latin typeface="Calibri (MS) Bold"/>
                <a:ea typeface="Calibri (MS) Bold"/>
                <a:cs typeface="Calibri (MS) Bold"/>
              </a:rPr>
              <a:t>선택 화면 | 질문 의도 설정</a:t>
            </a:r>
          </a:p>
        </p:txBody>
      </p:sp>
      <p:sp>
        <p:nvSpPr>
          <p:cNvPr id="38" name="Freeform 38">
            <a:extLst xmlns:a="http://schemas.openxmlformats.org/drawingml/2006/main">
              <a:ext uri="{FF2B5EF4-FFF2-40B4-BE49-F238E27FC236}">
                <a16:creationId xmlns:a16="http://schemas.microsoft.com/office/drawing/2014/main" id="{2DB4FDE8-1DAF-45FD-926D-6E6AA0B7E7AA}"/>
              </a:ext>
            </a:extLst>
          </p:cNvPr>
          <p:cNvSpPr>
            <a:spLocks xmlns:a="http://schemas.openxmlformats.org/drawingml/2006/main" noGrp="1"/>
          </p:cNvSpPr>
          <p:nvPr/>
        </p:nvSpPr>
        <p:spPr>
          <a:xfrm xmlns:a="http://schemas.openxmlformats.org/drawingml/2006/main">
            <a:off x="11915775" y="2700338"/>
            <a:ext cx="5243512" cy="3743325"/>
          </a:xfrm>
          <a:custGeom xmlns:a="http://schemas.openxmlformats.org/drawingml/2006/main">
            <a:rect l="l" t="t" r="r" b="b"/>
            <a:pathLst>
              <a:path w="5243512" h="3743325">
                <a:moveTo>
                  <a:pt x="0" y="0"/>
                </a:moveTo>
                <a:lnTo>
                  <a:pt x="5243513" y="0"/>
                </a:lnTo>
                <a:lnTo>
                  <a:pt x="5243513" y="3743324"/>
                </a:lnTo>
                <a:lnTo>
                  <a:pt x="0" y="3743324"/>
                </a:lnTo>
                <a:lnTo>
                  <a:pt x="0" y="0"/>
                </a:lnTo>
                <a:close/>
              </a:path>
            </a:pathLst>
          </a:custGeom>
          <a:blipFill xmlns:a="http://schemas.openxmlformats.org/drawingml/2006/main">
            <a:blip xmlns:r="http://schemas.openxmlformats.org/officeDocument/2006/relationships" r:embed="R07c28e5304ed4d64">
              <a:extLst>
                <a:ext uri="{96DAC541-7B7A-43D3-8B79-37D633B846F1}">
                  <asvg:svgBlip xmlns:asvg="http://schemas.microsoft.com/office/drawing/2016/SVG/main" r:embed="Rcf40de438fbe4d7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99D0F66F-DBE7-4BF6-8673-E91F4F58E17B}"/>
              </a:ext>
            </a:extLst>
          </p:cNvPr>
          <p:cNvSpPr>
            <a:spLocks xmlns:a="http://schemas.openxmlformats.org/drawingml/2006/main" noGrp="1"/>
          </p:cNvSpPr>
          <p:nvPr/>
        </p:nvSpPr>
        <p:spPr>
          <a:xfrm xmlns:a="http://schemas.openxmlformats.org/drawingml/2006/main">
            <a:off x="12244388" y="2914650"/>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5cd754f46ffd44b7">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DEFB33BA-44DB-4C0D-97F3-5BF5A39DE6F7}"/>
              </a:ext>
            </a:extLst>
          </p:cNvPr>
          <p:cNvSpPr>
            <a:spLocks xmlns:a="http://schemas.openxmlformats.org/drawingml/2006/main" noGrp="1"/>
          </p:cNvSpPr>
          <p:nvPr/>
        </p:nvSpPr>
        <p:spPr>
          <a:xfrm xmlns:a="http://schemas.openxmlformats.org/drawingml/2006/main">
            <a:off x="12244388" y="2886075"/>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8cc54486bb204518">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E33B14D3-5216-412D-9542-BAEAC02EB9EC}"/>
              </a:ext>
            </a:extLst>
          </p:cNvPr>
          <p:cNvSpPr>
            <a:spLocks xmlns:a="http://schemas.openxmlformats.org/drawingml/2006/main" noGrp="1"/>
          </p:cNvSpPr>
          <p:nvPr/>
        </p:nvSpPr>
        <p:spPr>
          <a:xfrm xmlns:a="http://schemas.openxmlformats.org/drawingml/2006/main">
            <a:off x="12244388" y="2857500"/>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자동 분류</a:t>
            </a:r>
          </a:p>
        </p:txBody>
      </p:sp>
      <p:sp>
        <p:nvSpPr>
          <p:cNvPr id="44" name="TextBox 44">
            <a:extLst xmlns:a="http://schemas.openxmlformats.org/drawingml/2006/main">
              <a:ext uri="{FF2B5EF4-FFF2-40B4-BE49-F238E27FC236}">
                <a16:creationId xmlns:a16="http://schemas.microsoft.com/office/drawing/2014/main" id="{3A6A3686-0AE2-406E-BC46-9260BA074CB8}"/>
              </a:ext>
            </a:extLst>
          </p:cNvPr>
          <p:cNvSpPr>
            <a:spLocks xmlns:a="http://schemas.openxmlformats.org/drawingml/2006/main" noGrp="1"/>
          </p:cNvSpPr>
          <p:nvPr/>
        </p:nvSpPr>
        <p:spPr>
          <a:xfrm xmlns:a="http://schemas.openxmlformats.org/drawingml/2006/main">
            <a:off x="12335828" y="3455670"/>
            <a:ext cx="4403408" cy="139974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a:t>
            </a:r>
            <a:r>
              <a:rPr sz="1800">
                <a:solidFill>
                  <a:srgbClr val="9299A3"/>
                </a:solidFill>
                <a:latin typeface="Calibri (MS)"/>
                <a:ea typeface="Calibri (MS)"/>
                <a:cs typeface="Calibri (MS)"/>
              </a:rPr>
              <a:t>선택 안함</a:t>
            </a:r>
            <a:r>
              <a:rPr sz="1800">
                <a:solidFill>
                  <a:srgbClr val="9299A3"/>
                </a:solidFill>
                <a:latin typeface="Calibri (MS)"/>
                <a:ea typeface="Calibri (MS)"/>
                <a:cs typeface="Calibri (MS)"/>
              </a:rPr>
              <a:t>) </a:t>
            </a:r>
          </a:p>
          <a:p xmlns:a="http://schemas.openxmlformats.org/drawingml/2006/main">
            <a:pPr algn="l">
              <a:lnSpc>
                <a:spcPts val="2160"/>
              </a:lnSpc>
              <a:buNone/>
            </a:pPr>
          </a:p>
          <a:p xmlns:a="http://schemas.openxmlformats.org/drawingml/2006/main">
            <a:pPr algn="l">
              <a:lnSpc>
                <a:spcPts val="2160"/>
              </a:lnSpc>
              <a:buNone/>
            </a:pPr>
            <a:r>
              <a:rPr sz="1800">
                <a:solidFill>
                  <a:srgbClr val="9299A3"/>
                </a:solidFill>
                <a:latin typeface="Calibri (MS)"/>
                <a:ea typeface="Calibri (MS)"/>
                <a:cs typeface="Calibri (MS)"/>
              </a:rPr>
              <a:t>선택하지</a:t>
            </a:r>
            <a:r>
              <a:rPr sz="1800">
                <a:solidFill>
                  <a:srgbClr val="9299A3"/>
                </a:solidFill>
                <a:latin typeface="Calibri (MS)"/>
                <a:ea typeface="Calibri (MS)"/>
                <a:cs typeface="Calibri (MS)"/>
              </a:rPr>
              <a:t> </a:t>
            </a:r>
            <a:r>
              <a:rPr sz="1800">
                <a:solidFill>
                  <a:srgbClr val="9299A3"/>
                </a:solidFill>
                <a:latin typeface="Calibri (MS)"/>
                <a:ea typeface="Calibri (MS)"/>
                <a:cs typeface="Calibri (MS)"/>
              </a:rPr>
              <a:t>않아도</a:t>
            </a:r>
          </a:p>
          <a:p xmlns:a="http://schemas.openxmlformats.org/drawingml/2006/main">
            <a:pPr algn="l">
              <a:lnSpc>
                <a:spcPts val="2160"/>
              </a:lnSpc>
              <a:buNone/>
            </a:pPr>
            <a:r>
              <a:rPr sz="1800">
                <a:solidFill>
                  <a:srgbClr val="9299A3"/>
                </a:solidFill>
                <a:latin typeface="Calibri (MS)"/>
                <a:ea typeface="Calibri (MS)"/>
                <a:cs typeface="Calibri (MS)"/>
              </a:rPr>
              <a:t>질문</a:t>
            </a:r>
            <a:r>
              <a:rPr sz="1800">
                <a:solidFill>
                  <a:srgbClr val="9299A3"/>
                </a:solidFill>
                <a:latin typeface="Calibri (MS)"/>
                <a:ea typeface="Calibri (MS)"/>
                <a:cs typeface="Calibri (MS)"/>
              </a:rPr>
              <a:t> </a:t>
            </a:r>
            <a:r>
              <a:rPr sz="1800">
                <a:solidFill>
                  <a:srgbClr val="9299A3"/>
                </a:solidFill>
                <a:latin typeface="Calibri (MS)"/>
                <a:ea typeface="Calibri (MS)"/>
                <a:cs typeface="Calibri (MS)"/>
              </a:rPr>
              <a:t>문맥을</a:t>
            </a:r>
            <a:r>
              <a:rPr sz="1800">
                <a:solidFill>
                  <a:srgbClr val="9299A3"/>
                </a:solidFill>
                <a:latin typeface="Calibri (MS)"/>
                <a:ea typeface="Calibri (MS)"/>
                <a:cs typeface="Calibri (MS)"/>
              </a:rPr>
              <a:t> </a:t>
            </a:r>
            <a:r>
              <a:rPr sz="1800">
                <a:solidFill>
                  <a:srgbClr val="9299A3"/>
                </a:solidFill>
                <a:latin typeface="Calibri (MS)"/>
                <a:ea typeface="Calibri (MS)"/>
                <a:cs typeface="Calibri (MS)"/>
              </a:rPr>
              <a:t>바탕으로</a:t>
            </a:r>
          </a:p>
          <a:p xmlns:a="http://schemas.openxmlformats.org/drawingml/2006/main">
            <a:pPr algn="l">
              <a:lnSpc>
                <a:spcPts val="2160"/>
              </a:lnSpc>
              <a:buNone/>
            </a:pPr>
            <a:r>
              <a:rPr sz="1800">
                <a:solidFill>
                  <a:srgbClr val="9299A3"/>
                </a:solidFill>
                <a:latin typeface="Calibri (MS)"/>
                <a:ea typeface="Calibri (MS)"/>
                <a:cs typeface="Calibri (MS)"/>
              </a:rPr>
              <a:t>의도를</a:t>
            </a:r>
            <a:r>
              <a:rPr sz="1800">
                <a:solidFill>
                  <a:srgbClr val="9299A3"/>
                </a:solidFill>
                <a:latin typeface="Calibri (MS)"/>
                <a:ea typeface="Calibri (MS)"/>
                <a:cs typeface="Calibri (MS)"/>
              </a:rPr>
              <a:t> </a:t>
            </a:r>
            <a:r>
              <a:rPr sz="1800">
                <a:solidFill>
                  <a:srgbClr val="9299A3"/>
                </a:solidFill>
                <a:latin typeface="Calibri (MS)"/>
                <a:ea typeface="Calibri (MS)"/>
                <a:cs typeface="Calibri (MS)"/>
              </a:rPr>
              <a:t>추정</a:t>
            </a:r>
          </a:p>
        </p:txBody>
      </p:sp>
      <p:sp>
        <p:nvSpPr>
          <p:cNvPr id="45" name="Freeform 45">
            <a:extLst xmlns:a="http://schemas.openxmlformats.org/drawingml/2006/main">
              <a:ext uri="{FF2B5EF4-FFF2-40B4-BE49-F238E27FC236}">
                <a16:creationId xmlns:a16="http://schemas.microsoft.com/office/drawing/2014/main" id="{2B7A22BB-438A-4F7C-8FA1-D802485FD954}"/>
              </a:ext>
            </a:extLst>
          </p:cNvPr>
          <p:cNvSpPr>
            <a:spLocks xmlns:a="http://schemas.openxmlformats.org/drawingml/2006/main" noGrp="1"/>
          </p:cNvSpPr>
          <p:nvPr/>
        </p:nvSpPr>
        <p:spPr>
          <a:xfrm xmlns:a="http://schemas.openxmlformats.org/drawingml/2006/main">
            <a:off x="11915775" y="6772275"/>
            <a:ext cx="5243512" cy="1957388"/>
          </a:xfrm>
          <a:custGeom xmlns:a="http://schemas.openxmlformats.org/drawingml/2006/main">
            <a:rect l="l" t="t" r="r" b="b"/>
            <a:pathLst>
              <a:path w="5243512" h="1957388">
                <a:moveTo>
                  <a:pt x="0" y="0"/>
                </a:moveTo>
                <a:lnTo>
                  <a:pt x="5243513" y="0"/>
                </a:lnTo>
                <a:lnTo>
                  <a:pt x="5243513" y="1957387"/>
                </a:lnTo>
                <a:lnTo>
                  <a:pt x="0" y="1957387"/>
                </a:lnTo>
                <a:lnTo>
                  <a:pt x="0" y="0"/>
                </a:lnTo>
                <a:close/>
              </a:path>
            </a:pathLst>
          </a:custGeom>
          <a:blipFill xmlns:a="http://schemas.openxmlformats.org/drawingml/2006/main">
            <a:blip xmlns:r="http://schemas.openxmlformats.org/officeDocument/2006/relationships" r:embed="R37c2a448ec464941">
              <a:extLst>
                <a:ext uri="{96DAC541-7B7A-43D3-8B79-37D633B846F1}">
                  <asvg:svgBlip xmlns:asvg="http://schemas.microsoft.com/office/drawing/2016/SVG/main" r:embed="R0a150e7cb56643df"/>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86104CA-FB05-4826-AB3F-AB93BA594BE6}"/>
              </a:ext>
            </a:extLst>
          </p:cNvPr>
          <p:cNvSpPr>
            <a:spLocks xmlns:a="http://schemas.openxmlformats.org/drawingml/2006/main" noGrp="1"/>
          </p:cNvSpPr>
          <p:nvPr/>
        </p:nvSpPr>
        <p:spPr>
          <a:xfrm xmlns:a="http://schemas.openxmlformats.org/drawingml/2006/main">
            <a:off x="12244388" y="6986588"/>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5cd754f46ffd44b7">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35F8D72-E59B-4B7B-8738-298D6BFB4DBE}"/>
              </a:ext>
            </a:extLst>
          </p:cNvPr>
          <p:cNvSpPr>
            <a:spLocks xmlns:a="http://schemas.openxmlformats.org/drawingml/2006/main" noGrp="1"/>
          </p:cNvSpPr>
          <p:nvPr/>
        </p:nvSpPr>
        <p:spPr>
          <a:xfrm xmlns:a="http://schemas.openxmlformats.org/drawingml/2006/main">
            <a:off x="12244388" y="6958012"/>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8cc54486bb204518">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8813F380-ACC2-4F3B-A44B-6DAF31C8C07B}"/>
              </a:ext>
            </a:extLst>
          </p:cNvPr>
          <p:cNvSpPr>
            <a:spLocks xmlns:a="http://schemas.openxmlformats.org/drawingml/2006/main" noGrp="1"/>
          </p:cNvSpPr>
          <p:nvPr/>
        </p:nvSpPr>
        <p:spPr>
          <a:xfrm xmlns:a="http://schemas.openxmlformats.org/drawingml/2006/main">
            <a:off x="12244388" y="6929437"/>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사용자 보정</a:t>
            </a:r>
          </a:p>
        </p:txBody>
      </p:sp>
      <p:sp>
        <p:nvSpPr>
          <p:cNvPr id="51" name="TextBox 51">
            <a:extLst xmlns:a="http://schemas.openxmlformats.org/drawingml/2006/main">
              <a:ext uri="{FF2B5EF4-FFF2-40B4-BE49-F238E27FC236}">
                <a16:creationId xmlns:a16="http://schemas.microsoft.com/office/drawing/2014/main" id="{3B9000C8-2C27-43C5-BB3F-345E09AC0C71}"/>
              </a:ext>
            </a:extLst>
          </p:cNvPr>
          <p:cNvSpPr>
            <a:spLocks xmlns:a="http://schemas.openxmlformats.org/drawingml/2006/main" noGrp="1"/>
          </p:cNvSpPr>
          <p:nvPr/>
        </p:nvSpPr>
        <p:spPr>
          <a:xfrm xmlns:a="http://schemas.openxmlformats.org/drawingml/2006/main">
            <a:off x="12335828" y="7527607"/>
            <a:ext cx="4403408" cy="884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정보 안내·신청 처리·현황 안내 중</a:t>
            </a:r>
          </a:p>
          <a:p xmlns:a="http://schemas.openxmlformats.org/drawingml/2006/main">
            <a:pPr algn="l">
              <a:lnSpc>
                <a:spcPts val="2160"/>
              </a:lnSpc>
              <a:buNone/>
            </a:pPr>
            <a:r>
              <a:rPr sz="1800">
                <a:solidFill>
                  <a:srgbClr val="9299A3"/>
                </a:solidFill>
                <a:latin typeface="Calibri (MS)"/>
                <a:ea typeface="Calibri (MS)"/>
                <a:cs typeface="Calibri (MS)"/>
              </a:rPr>
              <a:t>원하는 응답 방향을 직접 선택</a:t>
            </a:r>
          </a:p>
        </p:txBody>
      </p:sp>
      <p:pic>
        <p:nvPicPr>
          <p:cNvPr id="88" name="그림 86"/>
          <p:cNvPicPr>
            <a:picLocks xmlns:a="http://schemas.openxmlformats.org/drawingml/2006/main" noChangeAspect="1"/>
          </p:cNvPicPr>
          <p:nvPr/>
        </p:nvPicPr>
        <p:blipFill>
          <a:blip xmlns:r="http://schemas.openxmlformats.org/officeDocument/2006/relationships" xmlns:a="http://schemas.openxmlformats.org/drawingml/2006/main" r:embed="Rdb7898b4881c4a6d"/>
          <a:stretch xmlns:a="http://schemas.openxmlformats.org/drawingml/2006/main"/>
        </p:blipFill>
        <p:spPr>
          <a:xfrm xmlns:a="http://schemas.openxmlformats.org/drawingml/2006/main">
            <a:off x="1095375" y="3648684"/>
            <a:ext cx="9810750" cy="4561257"/>
          </a:xfrm>
          <a:prstGeom xmlns:a="http://schemas.openxmlformats.org/drawingml/2006/main" prst="roundRect">
            <a:avLst>
              <a:gd name="adj" fmla="val 1905"/>
            </a:avLst>
          </a:prstGeom>
        </p:spPr>
      </p:pic>
      <p:sp>
        <p:nvSpPr>
          <p:cNvPr id="53" name="설명 연결 화살표 1">
            <a:extLst xmlns:a="http://schemas.openxmlformats.org/drawingml/2006/main">
              <a:ext uri="{FF2B5EF4-FFF2-40B4-BE49-F238E27FC236}">
                <a16:creationId xmlns:a16="http://schemas.microsoft.com/office/drawing/2014/main" id="{3B17E5CB-5BF2-495E-9C2A-D9293C7A4516}"/>
              </a:ext>
            </a:extLst>
          </p:cNvPr>
          <p:cNvSpPr>
            <a:spLocks xmlns:a="http://schemas.openxmlformats.org/drawingml/2006/main" noGrp="1"/>
          </p:cNvSpPr>
          <p:nvPr/>
        </p:nvSpPr>
        <p:spPr>
          <a:xfrm xmlns:a="http://schemas.openxmlformats.org/drawingml/2006/main">
            <a:off x="10972800" y="433387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
        <p:nvSpPr>
          <p:cNvPr id="54" name="설명 연결 화살표 2">
            <a:extLst xmlns:a="http://schemas.openxmlformats.org/drawingml/2006/main">
              <a:ext uri="{FF2B5EF4-FFF2-40B4-BE49-F238E27FC236}">
                <a16:creationId xmlns:a16="http://schemas.microsoft.com/office/drawing/2014/main" id="{9881C0E5-39A8-4FF3-A360-E1EB2B536E6E}"/>
              </a:ext>
            </a:extLst>
          </p:cNvPr>
          <p:cNvSpPr>
            <a:spLocks xmlns:a="http://schemas.openxmlformats.org/drawingml/2006/main" noGrp="1"/>
          </p:cNvSpPr>
          <p:nvPr/>
        </p:nvSpPr>
        <p:spPr>
          <a:xfrm xmlns:a="http://schemas.openxmlformats.org/drawingml/2006/main">
            <a:off x="10972800" y="6667500"/>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246264648"/>
      </p:ext>
    </p:extLst>
  </p:cSld>
</p:sld>
</file>

<file path=ppt/slides/slide19.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4DC859-BD6E-420D-BBBF-A87BC1964D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d919191150bc4ef2">
              <a:extLst>
                <a:ext uri="{96DAC541-7B7A-43D3-8B79-37D633B846F1}">
                  <asvg:svgBlip xmlns:asvg="http://schemas.microsoft.com/office/drawing/2016/SVG/main" r:embed="R0b69d9593f974496"/>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3D9A0A0-28C4-438B-81B6-AC72F925FC6B}"/>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ce4f8067a38c4592">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40090AB-AC78-488E-B1E3-86F6058F79B5}"/>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68c43f78e5ce4209">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3F17D321-ADA2-419C-8E37-5DACC6CD04B0}"/>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업무 분류로 다른 업무의 유사 청크 혼입을 막습니다</a:t>
            </a:r>
          </a:p>
        </p:txBody>
      </p:sp>
      <p:sp>
        <p:nvSpPr>
          <p:cNvPr id="9" name="Freeform 9">
            <a:extLst xmlns:a="http://schemas.openxmlformats.org/drawingml/2006/main">
              <a:ext uri="{FF2B5EF4-FFF2-40B4-BE49-F238E27FC236}">
                <a16:creationId xmlns:a16="http://schemas.microsoft.com/office/drawing/2014/main" id="{4A16F292-BFD4-4C88-83CC-AC6DBECACD8B}"/>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ce4f8067a38c4592">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D8A70BB-DD68-47DA-BA49-3B1F8AA8F044}"/>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68c43f78e5ce4209">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C15A384-B1F8-4D6A-9A4F-9D48A43D2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6개 업무 중 하나를 선택하거나 자동 분류 결과를 그대로 사용</a:t>
            </a:r>
          </a:p>
        </p:txBody>
      </p:sp>
      <p:sp>
        <p:nvSpPr>
          <p:cNvPr id="14" name="Freeform 14">
            <a:extLst xmlns:a="http://schemas.openxmlformats.org/drawingml/2006/main">
              <a:ext uri="{FF2B5EF4-FFF2-40B4-BE49-F238E27FC236}">
                <a16:creationId xmlns:a16="http://schemas.microsoft.com/office/drawing/2014/main" id="{524D5685-07AD-4BD4-BCDF-9A10A6AB220E}"/>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ce4f8067a38c4592">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6B50F2E-08E3-4CDC-A892-E70FD7B0741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68c43f78e5ce4209">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67888A7-F9CA-476E-B9C6-B171D5D75C57}"/>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업무 선택은 검색 범위를 해당 business_function 내부로 제한</a:t>
            </a:r>
          </a:p>
        </p:txBody>
      </p:sp>
      <p:sp>
        <p:nvSpPr>
          <p:cNvPr id="19" name="Freeform 19">
            <a:extLst xmlns:a="http://schemas.openxmlformats.org/drawingml/2006/main">
              <a:ext uri="{FF2B5EF4-FFF2-40B4-BE49-F238E27FC236}">
                <a16:creationId xmlns:a16="http://schemas.microsoft.com/office/drawing/2014/main" id="{808A8D83-C5CA-48BF-8FA6-0B775206CBF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3E5082ED-3738-4B6E-AD27-C25BC4B2D63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5F78E9A2-2EC2-4C6A-BAF4-FD26908C602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ce4f8067a38c4592">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BE195CA-C62F-452C-975E-105856955AE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68c43f78e5ce4209">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BB6EC86D-407A-43F0-BDAC-C853DACAEAE5}"/>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28F94F0-8585-4229-A6C9-1F2F11C7A431}"/>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ce4f8067a38c4592">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5857593E-95F8-4A11-BFAE-769ECB673EB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68c43f78e5ce4209">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9B44FA6-11FD-4C03-ADFF-19B1466884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20</a:t>
            </a:r>
          </a:p>
        </p:txBody>
      </p:sp>
      <p:sp>
        <p:nvSpPr>
          <p:cNvPr id="32" name="Freeform 32">
            <a:extLst xmlns:a="http://schemas.openxmlformats.org/drawingml/2006/main">
              <a:ext uri="{FF2B5EF4-FFF2-40B4-BE49-F238E27FC236}">
                <a16:creationId xmlns:a16="http://schemas.microsoft.com/office/drawing/2014/main" id="{15777089-BB2B-4F0C-9B30-459F4E6F016A}"/>
              </a:ext>
            </a:extLst>
          </p:cNvPr>
          <p:cNvSpPr>
            <a:spLocks xmlns:a="http://schemas.openxmlformats.org/drawingml/2006/main" noGrp="1"/>
          </p:cNvSpPr>
          <p:nvPr/>
        </p:nvSpPr>
        <p:spPr>
          <a:xfrm xmlns:a="http://schemas.openxmlformats.org/drawingml/2006/main">
            <a:off x="557212" y="2700338"/>
            <a:ext cx="10887075" cy="6029325"/>
          </a:xfrm>
          <a:custGeom xmlns:a="http://schemas.openxmlformats.org/drawingml/2006/main">
            <a:rect l="l" t="t" r="r" b="b"/>
            <a:pathLst>
              <a:path w="10887075" h="6029325">
                <a:moveTo>
                  <a:pt x="0" y="0"/>
                </a:moveTo>
                <a:lnTo>
                  <a:pt x="10887076" y="0"/>
                </a:lnTo>
                <a:lnTo>
                  <a:pt x="10887076" y="6029324"/>
                </a:lnTo>
                <a:lnTo>
                  <a:pt x="0" y="6029324"/>
                </a:lnTo>
                <a:lnTo>
                  <a:pt x="0" y="0"/>
                </a:lnTo>
                <a:close/>
              </a:path>
            </a:pathLst>
          </a:custGeom>
          <a:blipFill xmlns:a="http://schemas.openxmlformats.org/drawingml/2006/main">
            <a:blip xmlns:r="http://schemas.openxmlformats.org/officeDocument/2006/relationships" r:embed="Rd37590fc6f62432d">
              <a:extLst>
                <a:ext uri="{96DAC541-7B7A-43D3-8B79-37D633B846F1}">
                  <asvg:svgBlip xmlns:asvg="http://schemas.microsoft.com/office/drawing/2016/SVG/main" r:embed="Rb5edc34d08d0496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D5C5523-1FDB-466C-8F97-8912C6D0E558}"/>
              </a:ext>
            </a:extLst>
          </p:cNvPr>
          <p:cNvSpPr>
            <a:spLocks xmlns:a="http://schemas.openxmlformats.org/drawingml/2006/main" noGrp="1"/>
          </p:cNvSpPr>
          <p:nvPr/>
        </p:nvSpPr>
        <p:spPr>
          <a:xfrm xmlns:a="http://schemas.openxmlformats.org/drawingml/2006/main">
            <a:off x="885825" y="2914650"/>
            <a:ext cx="10229850" cy="428625"/>
          </a:xfrm>
          <a:custGeom xmlns:a="http://schemas.openxmlformats.org/drawingml/2006/main">
            <a:rect l="l" t="t" r="r" b="b"/>
            <a:pathLst>
              <a:path w="13639800" h="571500">
                <a:moveTo>
                  <a:pt x="0" y="0"/>
                </a:moveTo>
                <a:lnTo>
                  <a:pt x="13639800" y="0"/>
                </a:lnTo>
                <a:lnTo>
                  <a:pt x="13639800" y="571500"/>
                </a:lnTo>
                <a:lnTo>
                  <a:pt x="0" y="571500"/>
                </a:lnTo>
                <a:close/>
              </a:path>
            </a:pathLst>
          </a:custGeom>
          <a:blipFill xmlns:a="http://schemas.openxmlformats.org/drawingml/2006/main">
            <a:blip xmlns:r="http://schemas.openxmlformats.org/officeDocument/2006/relationships" r:embed="Rce4f8067a38c4592">
              <a:alphaModFix amt="0"/>
            </a:blip>
            <a:stretch>
              <a:fillRect l="0" t="-414720" r="0" b="-41472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5CAD0CD6-D6E3-4B1B-98F0-E0A9A8CBD356}"/>
              </a:ext>
            </a:extLst>
          </p:cNvPr>
          <p:cNvSpPr>
            <a:spLocks xmlns:a="http://schemas.openxmlformats.org/drawingml/2006/main" noGrp="1"/>
          </p:cNvSpPr>
          <p:nvPr/>
        </p:nvSpPr>
        <p:spPr>
          <a:xfrm xmlns:a="http://schemas.openxmlformats.org/drawingml/2006/main">
            <a:off x="885825" y="2886075"/>
            <a:ext cx="10229850" cy="457200"/>
          </a:xfrm>
          <a:custGeom xmlns:a="http://schemas.openxmlformats.org/drawingml/2006/main">
            <a:rect l="l" t="t" r="r" b="b"/>
            <a:pathLst>
              <a:path w="13639800" h="609600">
                <a:moveTo>
                  <a:pt x="0" y="0"/>
                </a:moveTo>
                <a:lnTo>
                  <a:pt x="13639800" y="0"/>
                </a:lnTo>
                <a:lnTo>
                  <a:pt x="13639800" y="609600"/>
                </a:lnTo>
                <a:lnTo>
                  <a:pt x="0" y="609600"/>
                </a:lnTo>
                <a:close/>
              </a:path>
            </a:pathLst>
          </a:custGeom>
          <a:blipFill xmlns:a="http://schemas.openxmlformats.org/drawingml/2006/main">
            <a:blip xmlns:r="http://schemas.openxmlformats.org/officeDocument/2006/relationships" r:embed="R68c43f78e5ce4209">
              <a:alphaModFix amt="0"/>
            </a:blip>
            <a:stretch>
              <a:fillRect l="0" t="-385977" r="0" b="-38597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1F689910-6B28-45F8-9E4F-EC619B5DEDDB}"/>
              </a:ext>
            </a:extLst>
          </p:cNvPr>
          <p:cNvSpPr>
            <a:spLocks xmlns:a="http://schemas.openxmlformats.org/drawingml/2006/main" noGrp="1"/>
          </p:cNvSpPr>
          <p:nvPr/>
        </p:nvSpPr>
        <p:spPr>
          <a:xfrm xmlns:a="http://schemas.openxmlformats.org/drawingml/2006/main">
            <a:off x="885825" y="2857500"/>
            <a:ext cx="10229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4B7BC9"/>
                </a:solidFill>
                <a:latin typeface="Calibri (MS) Bold"/>
                <a:ea typeface="Calibri (MS) Bold"/>
                <a:cs typeface="Calibri (MS) Bold"/>
              </a:rPr>
              <a:t>선택 화면 | 업무 분류</a:t>
            </a:r>
          </a:p>
        </p:txBody>
      </p:sp>
      <p:sp>
        <p:nvSpPr>
          <p:cNvPr id="38" name="Freeform 38">
            <a:extLst xmlns:a="http://schemas.openxmlformats.org/drawingml/2006/main">
              <a:ext uri="{FF2B5EF4-FFF2-40B4-BE49-F238E27FC236}">
                <a16:creationId xmlns:a16="http://schemas.microsoft.com/office/drawing/2014/main" id="{2DB4FDE8-1DAF-45FD-926D-6E6AA0B7E7AA}"/>
              </a:ext>
            </a:extLst>
          </p:cNvPr>
          <p:cNvSpPr>
            <a:spLocks xmlns:a="http://schemas.openxmlformats.org/drawingml/2006/main" noGrp="1"/>
          </p:cNvSpPr>
          <p:nvPr/>
        </p:nvSpPr>
        <p:spPr>
          <a:xfrm xmlns:a="http://schemas.openxmlformats.org/drawingml/2006/main">
            <a:off x="11915775" y="2700338"/>
            <a:ext cx="5243512" cy="3743325"/>
          </a:xfrm>
          <a:custGeom xmlns:a="http://schemas.openxmlformats.org/drawingml/2006/main">
            <a:rect l="l" t="t" r="r" b="b"/>
            <a:pathLst>
              <a:path w="5243512" h="3743325">
                <a:moveTo>
                  <a:pt x="0" y="0"/>
                </a:moveTo>
                <a:lnTo>
                  <a:pt x="5243513" y="0"/>
                </a:lnTo>
                <a:lnTo>
                  <a:pt x="5243513" y="3743324"/>
                </a:lnTo>
                <a:lnTo>
                  <a:pt x="0" y="3743324"/>
                </a:lnTo>
                <a:lnTo>
                  <a:pt x="0" y="0"/>
                </a:lnTo>
                <a:close/>
              </a:path>
            </a:pathLst>
          </a:custGeom>
          <a:blipFill xmlns:a="http://schemas.openxmlformats.org/drawingml/2006/main">
            <a:blip xmlns:r="http://schemas.openxmlformats.org/officeDocument/2006/relationships" r:embed="R24df01976f784bd9">
              <a:extLst>
                <a:ext uri="{96DAC541-7B7A-43D3-8B79-37D633B846F1}">
                  <asvg:svgBlip xmlns:asvg="http://schemas.microsoft.com/office/drawing/2016/SVG/main" r:embed="R772b190b1ec346a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99D0F66F-DBE7-4BF6-8673-E91F4F58E17B}"/>
              </a:ext>
            </a:extLst>
          </p:cNvPr>
          <p:cNvSpPr>
            <a:spLocks xmlns:a="http://schemas.openxmlformats.org/drawingml/2006/main" noGrp="1"/>
          </p:cNvSpPr>
          <p:nvPr/>
        </p:nvSpPr>
        <p:spPr>
          <a:xfrm xmlns:a="http://schemas.openxmlformats.org/drawingml/2006/main">
            <a:off x="12244388" y="2914650"/>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ce4f8067a38c4592">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DEFB33BA-44DB-4C0D-97F3-5BF5A39DE6F7}"/>
              </a:ext>
            </a:extLst>
          </p:cNvPr>
          <p:cNvSpPr>
            <a:spLocks xmlns:a="http://schemas.openxmlformats.org/drawingml/2006/main" noGrp="1"/>
          </p:cNvSpPr>
          <p:nvPr/>
        </p:nvSpPr>
        <p:spPr>
          <a:xfrm xmlns:a="http://schemas.openxmlformats.org/drawingml/2006/main">
            <a:off x="12244388" y="2886075"/>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68c43f78e5ce4209">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E33B14D3-5216-412D-9542-BAEAC02EB9EC}"/>
              </a:ext>
            </a:extLst>
          </p:cNvPr>
          <p:cNvSpPr>
            <a:spLocks xmlns:a="http://schemas.openxmlformats.org/drawingml/2006/main" noGrp="1"/>
          </p:cNvSpPr>
          <p:nvPr/>
        </p:nvSpPr>
        <p:spPr>
          <a:xfrm xmlns:a="http://schemas.openxmlformats.org/drawingml/2006/main">
            <a:off x="12244388" y="2857500"/>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6개 업무 선택</a:t>
            </a:r>
          </a:p>
        </p:txBody>
      </p:sp>
      <p:sp>
        <p:nvSpPr>
          <p:cNvPr id="44" name="TextBox 44">
            <a:extLst xmlns:a="http://schemas.openxmlformats.org/drawingml/2006/main">
              <a:ext uri="{FF2B5EF4-FFF2-40B4-BE49-F238E27FC236}">
                <a16:creationId xmlns:a16="http://schemas.microsoft.com/office/drawing/2014/main" id="{3A6A3686-0AE2-406E-BC46-9260BA074CB8}"/>
              </a:ext>
            </a:extLst>
          </p:cNvPr>
          <p:cNvSpPr>
            <a:spLocks xmlns:a="http://schemas.openxmlformats.org/drawingml/2006/main" noGrp="1"/>
          </p:cNvSpPr>
          <p:nvPr/>
        </p:nvSpPr>
        <p:spPr>
          <a:xfrm xmlns:a="http://schemas.openxmlformats.org/drawingml/2006/main">
            <a:off x="12335828" y="3455670"/>
            <a:ext cx="4403408" cy="26708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예금자보호·보험금·미수령금</a:t>
            </a:r>
          </a:p>
          <a:p xmlns:a="http://schemas.openxmlformats.org/drawingml/2006/main">
            <a:pPr algn="l">
              <a:lnSpc>
                <a:spcPts val="2160"/>
              </a:lnSpc>
              <a:buNone/>
            </a:pPr>
            <a:r>
              <a:rPr sz="1800">
                <a:solidFill>
                  <a:srgbClr val="9299A3"/>
                </a:solidFill>
                <a:latin typeface="Calibri (MS)"/>
                <a:ea typeface="Calibri (MS)"/>
                <a:cs typeface="Calibri (MS)"/>
              </a:rPr>
              <a:t>착오송금·채무조정·은닉재산</a:t>
            </a:r>
          </a:p>
        </p:txBody>
      </p:sp>
      <p:sp>
        <p:nvSpPr>
          <p:cNvPr id="45" name="Freeform 45">
            <a:extLst xmlns:a="http://schemas.openxmlformats.org/drawingml/2006/main">
              <a:ext uri="{FF2B5EF4-FFF2-40B4-BE49-F238E27FC236}">
                <a16:creationId xmlns:a16="http://schemas.microsoft.com/office/drawing/2014/main" id="{2B7A22BB-438A-4F7C-8FA1-D802485FD954}"/>
              </a:ext>
            </a:extLst>
          </p:cNvPr>
          <p:cNvSpPr>
            <a:spLocks xmlns:a="http://schemas.openxmlformats.org/drawingml/2006/main" noGrp="1"/>
          </p:cNvSpPr>
          <p:nvPr/>
        </p:nvSpPr>
        <p:spPr>
          <a:xfrm xmlns:a="http://schemas.openxmlformats.org/drawingml/2006/main">
            <a:off x="11915775" y="6772275"/>
            <a:ext cx="5243512" cy="1957388"/>
          </a:xfrm>
          <a:custGeom xmlns:a="http://schemas.openxmlformats.org/drawingml/2006/main">
            <a:rect l="l" t="t" r="r" b="b"/>
            <a:pathLst>
              <a:path w="5243512" h="1957388">
                <a:moveTo>
                  <a:pt x="0" y="0"/>
                </a:moveTo>
                <a:lnTo>
                  <a:pt x="5243513" y="0"/>
                </a:lnTo>
                <a:lnTo>
                  <a:pt x="5243513" y="1957387"/>
                </a:lnTo>
                <a:lnTo>
                  <a:pt x="0" y="1957387"/>
                </a:lnTo>
                <a:lnTo>
                  <a:pt x="0" y="0"/>
                </a:lnTo>
                <a:close/>
              </a:path>
            </a:pathLst>
          </a:custGeom>
          <a:blipFill xmlns:a="http://schemas.openxmlformats.org/drawingml/2006/main">
            <a:blip xmlns:r="http://schemas.openxmlformats.org/officeDocument/2006/relationships" r:embed="Rab52eaf05a034f67">
              <a:extLst>
                <a:ext uri="{96DAC541-7B7A-43D3-8B79-37D633B846F1}">
                  <asvg:svgBlip xmlns:asvg="http://schemas.microsoft.com/office/drawing/2016/SVG/main" r:embed="R7e65558b66364cc1"/>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86104CA-FB05-4826-AB3F-AB93BA594BE6}"/>
              </a:ext>
            </a:extLst>
          </p:cNvPr>
          <p:cNvSpPr>
            <a:spLocks xmlns:a="http://schemas.openxmlformats.org/drawingml/2006/main" noGrp="1"/>
          </p:cNvSpPr>
          <p:nvPr/>
        </p:nvSpPr>
        <p:spPr>
          <a:xfrm xmlns:a="http://schemas.openxmlformats.org/drawingml/2006/main">
            <a:off x="12244388" y="6986588"/>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ce4f8067a38c4592">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35F8D72-E59B-4B7B-8738-298D6BFB4DBE}"/>
              </a:ext>
            </a:extLst>
          </p:cNvPr>
          <p:cNvSpPr>
            <a:spLocks xmlns:a="http://schemas.openxmlformats.org/drawingml/2006/main" noGrp="1"/>
          </p:cNvSpPr>
          <p:nvPr/>
        </p:nvSpPr>
        <p:spPr>
          <a:xfrm xmlns:a="http://schemas.openxmlformats.org/drawingml/2006/main">
            <a:off x="12244388" y="6958012"/>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68c43f78e5ce4209">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8813F380-ACC2-4F3B-A44B-6DAF31C8C07B}"/>
              </a:ext>
            </a:extLst>
          </p:cNvPr>
          <p:cNvSpPr>
            <a:spLocks xmlns:a="http://schemas.openxmlformats.org/drawingml/2006/main" noGrp="1"/>
          </p:cNvSpPr>
          <p:nvPr/>
        </p:nvSpPr>
        <p:spPr>
          <a:xfrm xmlns:a="http://schemas.openxmlformats.org/drawingml/2006/main">
            <a:off x="12244388" y="6929437"/>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검색 범위 제한</a:t>
            </a:r>
          </a:p>
        </p:txBody>
      </p:sp>
      <p:sp>
        <p:nvSpPr>
          <p:cNvPr id="51" name="TextBox 51">
            <a:extLst xmlns:a="http://schemas.openxmlformats.org/drawingml/2006/main">
              <a:ext uri="{FF2B5EF4-FFF2-40B4-BE49-F238E27FC236}">
                <a16:creationId xmlns:a16="http://schemas.microsoft.com/office/drawing/2014/main" id="{3B9000C8-2C27-43C5-BB3F-345E09AC0C71}"/>
              </a:ext>
            </a:extLst>
          </p:cNvPr>
          <p:cNvSpPr>
            <a:spLocks xmlns:a="http://schemas.openxmlformats.org/drawingml/2006/main" noGrp="1"/>
          </p:cNvSpPr>
          <p:nvPr/>
        </p:nvSpPr>
        <p:spPr>
          <a:xfrm xmlns:a="http://schemas.openxmlformats.org/drawingml/2006/main">
            <a:off x="12335828" y="7527607"/>
            <a:ext cx="4403408" cy="884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비슷한 ‘기한·신청 방법’ 표현이</a:t>
            </a:r>
          </a:p>
          <a:p xmlns:a="http://schemas.openxmlformats.org/drawingml/2006/main">
            <a:pPr algn="l">
              <a:lnSpc>
                <a:spcPts val="2160"/>
              </a:lnSpc>
              <a:buNone/>
            </a:pPr>
            <a:r>
              <a:rPr sz="1800">
                <a:solidFill>
                  <a:srgbClr val="9299A3"/>
                </a:solidFill>
                <a:latin typeface="Calibri (MS)"/>
                <a:ea typeface="Calibri (MS)"/>
                <a:cs typeface="Calibri (MS)"/>
              </a:rPr>
              <a:t>다른 업무에서 섞이는 위험 감소</a:t>
            </a:r>
          </a:p>
        </p:txBody>
      </p:sp>
      <p:pic>
        <p:nvPicPr>
          <p:cNvPr id="88" name="그림 86"/>
          <p:cNvPicPr>
            <a:picLocks xmlns:a="http://schemas.openxmlformats.org/drawingml/2006/main" noChangeAspect="1"/>
          </p:cNvPicPr>
          <p:nvPr/>
        </p:nvPicPr>
        <p:blipFill>
          <a:blip xmlns:r="http://schemas.openxmlformats.org/officeDocument/2006/relationships" xmlns:a="http://schemas.openxmlformats.org/drawingml/2006/main" r:embed="R24df01976f784bd9"/>
          <a:stretch xmlns:a="http://schemas.openxmlformats.org/drawingml/2006/main"/>
        </p:blipFill>
        <p:spPr>
          <a:xfrm xmlns:a="http://schemas.openxmlformats.org/drawingml/2006/main">
            <a:off x="2267725" y="3429000"/>
            <a:ext cx="7466049" cy="5000625"/>
          </a:xfrm>
          <a:prstGeom xmlns:a="http://schemas.openxmlformats.org/drawingml/2006/main" prst="roundRect">
            <a:avLst>
              <a:gd name="adj" fmla="val 1905"/>
            </a:avLst>
          </a:prstGeom>
        </p:spPr>
      </p:pic>
      <p:sp>
        <p:nvSpPr>
          <p:cNvPr id="53" name="설명 연결 화살표 1">
            <a:extLst xmlns:a="http://schemas.openxmlformats.org/drawingml/2006/main">
              <a:ext uri="{FF2B5EF4-FFF2-40B4-BE49-F238E27FC236}">
                <a16:creationId xmlns:a16="http://schemas.microsoft.com/office/drawing/2014/main" id="{7A86C59B-A031-45FE-8F33-9B9B4C214E20}"/>
              </a:ext>
            </a:extLst>
          </p:cNvPr>
          <p:cNvSpPr>
            <a:spLocks xmlns:a="http://schemas.openxmlformats.org/drawingml/2006/main" noGrp="1"/>
          </p:cNvSpPr>
          <p:nvPr/>
        </p:nvSpPr>
        <p:spPr>
          <a:xfrm xmlns:a="http://schemas.openxmlformats.org/drawingml/2006/main">
            <a:off x="10972800" y="433387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
        <p:nvSpPr>
          <p:cNvPr id="54" name="설명 연결 화살표 2">
            <a:extLst xmlns:a="http://schemas.openxmlformats.org/drawingml/2006/main">
              <a:ext uri="{FF2B5EF4-FFF2-40B4-BE49-F238E27FC236}">
                <a16:creationId xmlns:a16="http://schemas.microsoft.com/office/drawing/2014/main" id="{F8334562-8F67-4778-A535-7737E8F03A4A}"/>
              </a:ext>
            </a:extLst>
          </p:cNvPr>
          <p:cNvSpPr>
            <a:spLocks xmlns:a="http://schemas.openxmlformats.org/drawingml/2006/main" noGrp="1"/>
          </p:cNvSpPr>
          <p:nvPr/>
        </p:nvSpPr>
        <p:spPr>
          <a:xfrm xmlns:a="http://schemas.openxmlformats.org/drawingml/2006/main">
            <a:off x="10972800" y="681037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246264648"/>
      </p:ext>
    </p:extLst>
  </p:cSld>
</p:sld>
</file>

<file path=ppt/slides/slide20.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4DC859-BD6E-420D-BBBF-A87BC1964D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aa0fa76a0a454ea3">
              <a:extLst>
                <a:ext uri="{96DAC541-7B7A-43D3-8B79-37D633B846F1}">
                  <asvg:svgBlip xmlns:asvg="http://schemas.microsoft.com/office/drawing/2016/SVG/main" r:embed="R906e788b3ec143e2"/>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3D9A0A0-28C4-438B-81B6-AC72F925FC6B}"/>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a55915ddf8954e78">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40090AB-AC78-488E-B1E3-86F6058F79B5}"/>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0ed90fe320f749fb">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3F17D321-ADA2-419C-8E37-5DACC6CD04B0}"/>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같은 근거도 사용자 수준에 맞춰 설명합니다</a:t>
            </a:r>
          </a:p>
        </p:txBody>
      </p:sp>
      <p:sp>
        <p:nvSpPr>
          <p:cNvPr id="9" name="Freeform 9">
            <a:extLst xmlns:a="http://schemas.openxmlformats.org/drawingml/2006/main">
              <a:ext uri="{FF2B5EF4-FFF2-40B4-BE49-F238E27FC236}">
                <a16:creationId xmlns:a16="http://schemas.microsoft.com/office/drawing/2014/main" id="{4A16F292-BFD4-4C88-83CC-AC6DBECACD8B}"/>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a55915ddf8954e78">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D8A70BB-DD68-47DA-BA49-3B1F8AA8F044}"/>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0ed90fe320f749fb">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C15A384-B1F8-4D6A-9A4F-9D48A43D2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쉬운 설명과 전문가 설명을 선택해 답변 표현 수준을 조정</a:t>
            </a:r>
          </a:p>
        </p:txBody>
      </p:sp>
      <p:sp>
        <p:nvSpPr>
          <p:cNvPr id="14" name="Freeform 14">
            <a:extLst xmlns:a="http://schemas.openxmlformats.org/drawingml/2006/main">
              <a:ext uri="{FF2B5EF4-FFF2-40B4-BE49-F238E27FC236}">
                <a16:creationId xmlns:a16="http://schemas.microsoft.com/office/drawing/2014/main" id="{524D5685-07AD-4BD4-BCDF-9A10A6AB220E}"/>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a55915ddf8954e78">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6B50F2E-08E3-4CDC-A892-E70FD7B0741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0ed90fe320f749fb">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67888A7-F9CA-476E-B9C6-B171D5D75C57}"/>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검색 근거는 유지하고 용어와 설명 깊이만 사용자 선택에 맞춰 변경</a:t>
            </a:r>
          </a:p>
        </p:txBody>
      </p:sp>
      <p:sp>
        <p:nvSpPr>
          <p:cNvPr id="19" name="Freeform 19">
            <a:extLst xmlns:a="http://schemas.openxmlformats.org/drawingml/2006/main">
              <a:ext uri="{FF2B5EF4-FFF2-40B4-BE49-F238E27FC236}">
                <a16:creationId xmlns:a16="http://schemas.microsoft.com/office/drawing/2014/main" id="{808A8D83-C5CA-48BF-8FA6-0B775206CBF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3E5082ED-3738-4B6E-AD27-C25BC4B2D63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5F78E9A2-2EC2-4C6A-BAF4-FD26908C602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a55915ddf8954e78">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BE195CA-C62F-452C-975E-105856955AE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0ed90fe320f749fb">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BB6EC86D-407A-43F0-BDAC-C853DACAEAE5}"/>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28F94F0-8585-4229-A6C9-1F2F11C7A431}"/>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a55915ddf8954e78">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5857593E-95F8-4A11-BFAE-769ECB673EB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0ed90fe320f749fb">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9B44FA6-11FD-4C03-ADFF-19B1466884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21</a:t>
            </a:r>
          </a:p>
        </p:txBody>
      </p:sp>
      <p:sp>
        <p:nvSpPr>
          <p:cNvPr id="32" name="Freeform 32">
            <a:extLst xmlns:a="http://schemas.openxmlformats.org/drawingml/2006/main">
              <a:ext uri="{FF2B5EF4-FFF2-40B4-BE49-F238E27FC236}">
                <a16:creationId xmlns:a16="http://schemas.microsoft.com/office/drawing/2014/main" id="{15777089-BB2B-4F0C-9B30-459F4E6F016A}"/>
              </a:ext>
            </a:extLst>
          </p:cNvPr>
          <p:cNvSpPr>
            <a:spLocks xmlns:a="http://schemas.openxmlformats.org/drawingml/2006/main" noGrp="1"/>
          </p:cNvSpPr>
          <p:nvPr/>
        </p:nvSpPr>
        <p:spPr>
          <a:xfrm xmlns:a="http://schemas.openxmlformats.org/drawingml/2006/main">
            <a:off x="557212" y="2700338"/>
            <a:ext cx="10887075" cy="6029325"/>
          </a:xfrm>
          <a:custGeom xmlns:a="http://schemas.openxmlformats.org/drawingml/2006/main">
            <a:rect l="l" t="t" r="r" b="b"/>
            <a:pathLst>
              <a:path w="10887075" h="6029325">
                <a:moveTo>
                  <a:pt x="0" y="0"/>
                </a:moveTo>
                <a:lnTo>
                  <a:pt x="10887076" y="0"/>
                </a:lnTo>
                <a:lnTo>
                  <a:pt x="10887076" y="6029324"/>
                </a:lnTo>
                <a:lnTo>
                  <a:pt x="0" y="6029324"/>
                </a:lnTo>
                <a:lnTo>
                  <a:pt x="0" y="0"/>
                </a:lnTo>
                <a:close/>
              </a:path>
            </a:pathLst>
          </a:custGeom>
          <a:blipFill xmlns:a="http://schemas.openxmlformats.org/drawingml/2006/main">
            <a:blip xmlns:r="http://schemas.openxmlformats.org/officeDocument/2006/relationships" r:embed="Rd7c05f6fae384a54">
              <a:extLst>
                <a:ext uri="{96DAC541-7B7A-43D3-8B79-37D633B846F1}">
                  <asvg:svgBlip xmlns:asvg="http://schemas.microsoft.com/office/drawing/2016/SVG/main" r:embed="R2c3b48300b9842e8"/>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D5C5523-1FDB-466C-8F97-8912C6D0E558}"/>
              </a:ext>
            </a:extLst>
          </p:cNvPr>
          <p:cNvSpPr>
            <a:spLocks xmlns:a="http://schemas.openxmlformats.org/drawingml/2006/main" noGrp="1"/>
          </p:cNvSpPr>
          <p:nvPr/>
        </p:nvSpPr>
        <p:spPr>
          <a:xfrm xmlns:a="http://schemas.openxmlformats.org/drawingml/2006/main">
            <a:off x="885825" y="2914650"/>
            <a:ext cx="10229850" cy="428625"/>
          </a:xfrm>
          <a:custGeom xmlns:a="http://schemas.openxmlformats.org/drawingml/2006/main">
            <a:rect l="l" t="t" r="r" b="b"/>
            <a:pathLst>
              <a:path w="13639800" h="571500">
                <a:moveTo>
                  <a:pt x="0" y="0"/>
                </a:moveTo>
                <a:lnTo>
                  <a:pt x="13639800" y="0"/>
                </a:lnTo>
                <a:lnTo>
                  <a:pt x="13639800" y="571500"/>
                </a:lnTo>
                <a:lnTo>
                  <a:pt x="0" y="571500"/>
                </a:lnTo>
                <a:close/>
              </a:path>
            </a:pathLst>
          </a:custGeom>
          <a:blipFill xmlns:a="http://schemas.openxmlformats.org/drawingml/2006/main">
            <a:blip xmlns:r="http://schemas.openxmlformats.org/officeDocument/2006/relationships" r:embed="Ra55915ddf8954e78">
              <a:alphaModFix amt="0"/>
            </a:blip>
            <a:stretch>
              <a:fillRect l="0" t="-414720" r="0" b="-41472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5CAD0CD6-D6E3-4B1B-98F0-E0A9A8CBD356}"/>
              </a:ext>
            </a:extLst>
          </p:cNvPr>
          <p:cNvSpPr>
            <a:spLocks xmlns:a="http://schemas.openxmlformats.org/drawingml/2006/main" noGrp="1"/>
          </p:cNvSpPr>
          <p:nvPr/>
        </p:nvSpPr>
        <p:spPr>
          <a:xfrm xmlns:a="http://schemas.openxmlformats.org/drawingml/2006/main">
            <a:off x="885825" y="2886075"/>
            <a:ext cx="10229850" cy="457200"/>
          </a:xfrm>
          <a:custGeom xmlns:a="http://schemas.openxmlformats.org/drawingml/2006/main">
            <a:rect l="l" t="t" r="r" b="b"/>
            <a:pathLst>
              <a:path w="13639800" h="609600">
                <a:moveTo>
                  <a:pt x="0" y="0"/>
                </a:moveTo>
                <a:lnTo>
                  <a:pt x="13639800" y="0"/>
                </a:lnTo>
                <a:lnTo>
                  <a:pt x="13639800" y="609600"/>
                </a:lnTo>
                <a:lnTo>
                  <a:pt x="0" y="609600"/>
                </a:lnTo>
                <a:close/>
              </a:path>
            </a:pathLst>
          </a:custGeom>
          <a:blipFill xmlns:a="http://schemas.openxmlformats.org/drawingml/2006/main">
            <a:blip xmlns:r="http://schemas.openxmlformats.org/officeDocument/2006/relationships" r:embed="R0ed90fe320f749fb">
              <a:alphaModFix amt="0"/>
            </a:blip>
            <a:stretch>
              <a:fillRect l="0" t="-385977" r="0" b="-38597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1F689910-6B28-45F8-9E4F-EC619B5DEDDB}"/>
              </a:ext>
            </a:extLst>
          </p:cNvPr>
          <p:cNvSpPr>
            <a:spLocks xmlns:a="http://schemas.openxmlformats.org/drawingml/2006/main" noGrp="1"/>
          </p:cNvSpPr>
          <p:nvPr/>
        </p:nvSpPr>
        <p:spPr>
          <a:xfrm xmlns:a="http://schemas.openxmlformats.org/drawingml/2006/main">
            <a:off x="885825" y="2857500"/>
            <a:ext cx="10229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4B7BC9"/>
                </a:solidFill>
                <a:latin typeface="Calibri (MS) Bold"/>
                <a:ea typeface="Calibri (MS) Bold"/>
                <a:cs typeface="Calibri (MS) Bold"/>
              </a:rPr>
              <a:t>선택 화면 | 설명 수준 설정</a:t>
            </a:r>
          </a:p>
        </p:txBody>
      </p:sp>
      <p:sp>
        <p:nvSpPr>
          <p:cNvPr id="38" name="Freeform 38">
            <a:extLst xmlns:a="http://schemas.openxmlformats.org/drawingml/2006/main">
              <a:ext uri="{FF2B5EF4-FFF2-40B4-BE49-F238E27FC236}">
                <a16:creationId xmlns:a16="http://schemas.microsoft.com/office/drawing/2014/main" id="{2DB4FDE8-1DAF-45FD-926D-6E6AA0B7E7AA}"/>
              </a:ext>
            </a:extLst>
          </p:cNvPr>
          <p:cNvSpPr>
            <a:spLocks xmlns:a="http://schemas.openxmlformats.org/drawingml/2006/main" noGrp="1"/>
          </p:cNvSpPr>
          <p:nvPr/>
        </p:nvSpPr>
        <p:spPr>
          <a:xfrm xmlns:a="http://schemas.openxmlformats.org/drawingml/2006/main">
            <a:off x="11915775" y="2700338"/>
            <a:ext cx="5243512" cy="3743325"/>
          </a:xfrm>
          <a:custGeom xmlns:a="http://schemas.openxmlformats.org/drawingml/2006/main">
            <a:rect l="l" t="t" r="r" b="b"/>
            <a:pathLst>
              <a:path w="5243512" h="3743325">
                <a:moveTo>
                  <a:pt x="0" y="0"/>
                </a:moveTo>
                <a:lnTo>
                  <a:pt x="5243513" y="0"/>
                </a:lnTo>
                <a:lnTo>
                  <a:pt x="5243513" y="3743324"/>
                </a:lnTo>
                <a:lnTo>
                  <a:pt x="0" y="3743324"/>
                </a:lnTo>
                <a:lnTo>
                  <a:pt x="0" y="0"/>
                </a:lnTo>
                <a:close/>
              </a:path>
            </a:pathLst>
          </a:custGeom>
          <a:blipFill xmlns:a="http://schemas.openxmlformats.org/drawingml/2006/main">
            <a:blip xmlns:r="http://schemas.openxmlformats.org/officeDocument/2006/relationships" r:embed="Rd1fdf423e16b448e">
              <a:extLst>
                <a:ext uri="{96DAC541-7B7A-43D3-8B79-37D633B846F1}">
                  <asvg:svgBlip xmlns:asvg="http://schemas.microsoft.com/office/drawing/2016/SVG/main" r:embed="R97fab19f7b234fa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99D0F66F-DBE7-4BF6-8673-E91F4F58E17B}"/>
              </a:ext>
            </a:extLst>
          </p:cNvPr>
          <p:cNvSpPr>
            <a:spLocks xmlns:a="http://schemas.openxmlformats.org/drawingml/2006/main" noGrp="1"/>
          </p:cNvSpPr>
          <p:nvPr/>
        </p:nvSpPr>
        <p:spPr>
          <a:xfrm xmlns:a="http://schemas.openxmlformats.org/drawingml/2006/main">
            <a:off x="12244388" y="2914650"/>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a55915ddf8954e78">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DEFB33BA-44DB-4C0D-97F3-5BF5A39DE6F7}"/>
              </a:ext>
            </a:extLst>
          </p:cNvPr>
          <p:cNvSpPr>
            <a:spLocks xmlns:a="http://schemas.openxmlformats.org/drawingml/2006/main" noGrp="1"/>
          </p:cNvSpPr>
          <p:nvPr/>
        </p:nvSpPr>
        <p:spPr>
          <a:xfrm xmlns:a="http://schemas.openxmlformats.org/drawingml/2006/main">
            <a:off x="12244388" y="2886075"/>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0ed90fe320f749fb">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E33B14D3-5216-412D-9542-BAEAC02EB9EC}"/>
              </a:ext>
            </a:extLst>
          </p:cNvPr>
          <p:cNvSpPr>
            <a:spLocks xmlns:a="http://schemas.openxmlformats.org/drawingml/2006/main" noGrp="1"/>
          </p:cNvSpPr>
          <p:nvPr/>
        </p:nvSpPr>
        <p:spPr>
          <a:xfrm xmlns:a="http://schemas.openxmlformats.org/drawingml/2006/main">
            <a:off x="12244388" y="2857500"/>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쉬운 설명</a:t>
            </a:r>
          </a:p>
        </p:txBody>
      </p:sp>
      <p:sp>
        <p:nvSpPr>
          <p:cNvPr id="44" name="TextBox 44">
            <a:extLst xmlns:a="http://schemas.openxmlformats.org/drawingml/2006/main">
              <a:ext uri="{FF2B5EF4-FFF2-40B4-BE49-F238E27FC236}">
                <a16:creationId xmlns:a16="http://schemas.microsoft.com/office/drawing/2014/main" id="{3A6A3686-0AE2-406E-BC46-9260BA074CB8}"/>
              </a:ext>
            </a:extLst>
          </p:cNvPr>
          <p:cNvSpPr>
            <a:spLocks xmlns:a="http://schemas.openxmlformats.org/drawingml/2006/main" noGrp="1"/>
          </p:cNvSpPr>
          <p:nvPr/>
        </p:nvSpPr>
        <p:spPr>
          <a:xfrm xmlns:a="http://schemas.openxmlformats.org/drawingml/2006/main">
            <a:off x="12335828" y="3455670"/>
            <a:ext cx="4403408" cy="26708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전문 용어를 풀어서</a:t>
            </a:r>
          </a:p>
          <a:p xmlns:a="http://schemas.openxmlformats.org/drawingml/2006/main">
            <a:pPr algn="l">
              <a:lnSpc>
                <a:spcPts val="2160"/>
              </a:lnSpc>
              <a:buNone/>
            </a:pPr>
            <a:r>
              <a:rPr sz="1800">
                <a:solidFill>
                  <a:srgbClr val="9299A3"/>
                </a:solidFill>
                <a:latin typeface="Calibri (MS)"/>
                <a:ea typeface="Calibri (MS)"/>
                <a:cs typeface="Calibri (MS)"/>
              </a:rPr>
              <a:t>핵심 절차 중심으로 안내</a:t>
            </a:r>
          </a:p>
        </p:txBody>
      </p:sp>
      <p:sp>
        <p:nvSpPr>
          <p:cNvPr id="45" name="Freeform 45">
            <a:extLst xmlns:a="http://schemas.openxmlformats.org/drawingml/2006/main">
              <a:ext uri="{FF2B5EF4-FFF2-40B4-BE49-F238E27FC236}">
                <a16:creationId xmlns:a16="http://schemas.microsoft.com/office/drawing/2014/main" id="{2B7A22BB-438A-4F7C-8FA1-D802485FD954}"/>
              </a:ext>
            </a:extLst>
          </p:cNvPr>
          <p:cNvSpPr>
            <a:spLocks xmlns:a="http://schemas.openxmlformats.org/drawingml/2006/main" noGrp="1"/>
          </p:cNvSpPr>
          <p:nvPr/>
        </p:nvSpPr>
        <p:spPr>
          <a:xfrm xmlns:a="http://schemas.openxmlformats.org/drawingml/2006/main">
            <a:off x="11915775" y="6772275"/>
            <a:ext cx="5243512" cy="1957388"/>
          </a:xfrm>
          <a:custGeom xmlns:a="http://schemas.openxmlformats.org/drawingml/2006/main">
            <a:rect l="l" t="t" r="r" b="b"/>
            <a:pathLst>
              <a:path w="5243512" h="1957388">
                <a:moveTo>
                  <a:pt x="0" y="0"/>
                </a:moveTo>
                <a:lnTo>
                  <a:pt x="5243513" y="0"/>
                </a:lnTo>
                <a:lnTo>
                  <a:pt x="5243513" y="1957387"/>
                </a:lnTo>
                <a:lnTo>
                  <a:pt x="0" y="1957387"/>
                </a:lnTo>
                <a:lnTo>
                  <a:pt x="0" y="0"/>
                </a:lnTo>
                <a:close/>
              </a:path>
            </a:pathLst>
          </a:custGeom>
          <a:blipFill xmlns:a="http://schemas.openxmlformats.org/drawingml/2006/main">
            <a:blip xmlns:r="http://schemas.openxmlformats.org/officeDocument/2006/relationships" r:embed="Re4ad0e4216da4eb2">
              <a:extLst>
                <a:ext uri="{96DAC541-7B7A-43D3-8B79-37D633B846F1}">
                  <asvg:svgBlip xmlns:asvg="http://schemas.microsoft.com/office/drawing/2016/SVG/main" r:embed="Rff50181cff56485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86104CA-FB05-4826-AB3F-AB93BA594BE6}"/>
              </a:ext>
            </a:extLst>
          </p:cNvPr>
          <p:cNvSpPr>
            <a:spLocks xmlns:a="http://schemas.openxmlformats.org/drawingml/2006/main" noGrp="1"/>
          </p:cNvSpPr>
          <p:nvPr/>
        </p:nvSpPr>
        <p:spPr>
          <a:xfrm xmlns:a="http://schemas.openxmlformats.org/drawingml/2006/main">
            <a:off x="12244388" y="6986588"/>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a55915ddf8954e78">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35F8D72-E59B-4B7B-8738-298D6BFB4DBE}"/>
              </a:ext>
            </a:extLst>
          </p:cNvPr>
          <p:cNvSpPr>
            <a:spLocks xmlns:a="http://schemas.openxmlformats.org/drawingml/2006/main" noGrp="1"/>
          </p:cNvSpPr>
          <p:nvPr/>
        </p:nvSpPr>
        <p:spPr>
          <a:xfrm xmlns:a="http://schemas.openxmlformats.org/drawingml/2006/main">
            <a:off x="12244388" y="6958012"/>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0ed90fe320f749fb">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8813F380-ACC2-4F3B-A44B-6DAF31C8C07B}"/>
              </a:ext>
            </a:extLst>
          </p:cNvPr>
          <p:cNvSpPr>
            <a:spLocks xmlns:a="http://schemas.openxmlformats.org/drawingml/2006/main" noGrp="1"/>
          </p:cNvSpPr>
          <p:nvPr/>
        </p:nvSpPr>
        <p:spPr>
          <a:xfrm xmlns:a="http://schemas.openxmlformats.org/drawingml/2006/main">
            <a:off x="12244388" y="6929437"/>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전문가 설명</a:t>
            </a:r>
          </a:p>
        </p:txBody>
      </p:sp>
      <p:sp>
        <p:nvSpPr>
          <p:cNvPr id="51" name="TextBox 51">
            <a:extLst xmlns:a="http://schemas.openxmlformats.org/drawingml/2006/main">
              <a:ext uri="{FF2B5EF4-FFF2-40B4-BE49-F238E27FC236}">
                <a16:creationId xmlns:a16="http://schemas.microsoft.com/office/drawing/2014/main" id="{3B9000C8-2C27-43C5-BB3F-345E09AC0C71}"/>
              </a:ext>
            </a:extLst>
          </p:cNvPr>
          <p:cNvSpPr>
            <a:spLocks xmlns:a="http://schemas.openxmlformats.org/drawingml/2006/main" noGrp="1"/>
          </p:cNvSpPr>
          <p:nvPr/>
        </p:nvSpPr>
        <p:spPr>
          <a:xfrm xmlns:a="http://schemas.openxmlformats.org/drawingml/2006/main">
            <a:off x="12335828" y="7527607"/>
            <a:ext cx="4403408" cy="884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정확한 용어와 조건·예외를</a:t>
            </a:r>
          </a:p>
          <a:p xmlns:a="http://schemas.openxmlformats.org/drawingml/2006/main">
            <a:pPr algn="l">
              <a:lnSpc>
                <a:spcPts val="2160"/>
              </a:lnSpc>
              <a:buNone/>
            </a:pPr>
            <a:r>
              <a:rPr sz="1800">
                <a:solidFill>
                  <a:srgbClr val="9299A3"/>
                </a:solidFill>
                <a:latin typeface="Calibri (MS)"/>
                <a:ea typeface="Calibri (MS)"/>
                <a:cs typeface="Calibri (MS)"/>
              </a:rPr>
              <a:t>더 상세하게 제공</a:t>
            </a:r>
          </a:p>
        </p:txBody>
      </p:sp>
      <p:pic>
        <p:nvPicPr>
          <p:cNvPr id="88" name="그림 86"/>
          <p:cNvPicPr>
            <a:picLocks xmlns:a="http://schemas.openxmlformats.org/drawingml/2006/main" noChangeAspect="1"/>
          </p:cNvPicPr>
          <p:nvPr/>
        </p:nvPicPr>
        <p:blipFill>
          <a:blip xmlns:r="http://schemas.openxmlformats.org/officeDocument/2006/relationships" xmlns:a="http://schemas.openxmlformats.org/drawingml/2006/main" r:embed="Re4ad0e4216da4eb2"/>
          <a:stretch xmlns:a="http://schemas.openxmlformats.org/drawingml/2006/main"/>
        </p:blipFill>
        <p:spPr>
          <a:xfrm xmlns:a="http://schemas.openxmlformats.org/drawingml/2006/main">
            <a:off x="1606468" y="3429000"/>
            <a:ext cx="8788564" cy="5000625"/>
          </a:xfrm>
          <a:prstGeom xmlns:a="http://schemas.openxmlformats.org/drawingml/2006/main" prst="roundRect">
            <a:avLst>
              <a:gd name="adj" fmla="val 1905"/>
            </a:avLst>
          </a:prstGeom>
        </p:spPr>
      </p:pic>
      <p:sp>
        <p:nvSpPr>
          <p:cNvPr id="53" name="설명 연결 화살표 1">
            <a:extLst xmlns:a="http://schemas.openxmlformats.org/drawingml/2006/main">
              <a:ext uri="{FF2B5EF4-FFF2-40B4-BE49-F238E27FC236}">
                <a16:creationId xmlns:a16="http://schemas.microsoft.com/office/drawing/2014/main" id="{7669140E-136A-4E47-8A36-4302CEC67901}"/>
              </a:ext>
            </a:extLst>
          </p:cNvPr>
          <p:cNvSpPr>
            <a:spLocks xmlns:a="http://schemas.openxmlformats.org/drawingml/2006/main" noGrp="1"/>
          </p:cNvSpPr>
          <p:nvPr/>
        </p:nvSpPr>
        <p:spPr>
          <a:xfrm xmlns:a="http://schemas.openxmlformats.org/drawingml/2006/main">
            <a:off x="10972800" y="433387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
        <p:nvSpPr>
          <p:cNvPr id="54" name="설명 연결 화살표 2">
            <a:extLst xmlns:a="http://schemas.openxmlformats.org/drawingml/2006/main">
              <a:ext uri="{FF2B5EF4-FFF2-40B4-BE49-F238E27FC236}">
                <a16:creationId xmlns:a16="http://schemas.microsoft.com/office/drawing/2014/main" id="{4FBE38C3-5DD5-4E4C-8281-77A99AB85A2C}"/>
              </a:ext>
            </a:extLst>
          </p:cNvPr>
          <p:cNvSpPr>
            <a:spLocks xmlns:a="http://schemas.openxmlformats.org/drawingml/2006/main" noGrp="1"/>
          </p:cNvSpPr>
          <p:nvPr/>
        </p:nvSpPr>
        <p:spPr>
          <a:xfrm xmlns:a="http://schemas.openxmlformats.org/drawingml/2006/main">
            <a:off x="10972800" y="6667500"/>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246264648"/>
      </p:ext>
    </p:extLst>
  </p:cSld>
</p:sld>
</file>

<file path=ppt/slides/slide21.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4DC859-BD6E-420D-BBBF-A87BC1964D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b81c1f90fb7447ba">
              <a:extLst>
                <a:ext uri="{96DAC541-7B7A-43D3-8B79-37D633B846F1}">
                  <asvg:svgBlip xmlns:asvg="http://schemas.microsoft.com/office/drawing/2016/SVG/main" r:embed="Rad6ec90651ca4af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3D9A0A0-28C4-438B-81B6-AC72F925FC6B}"/>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267eed36da534bd2">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40090AB-AC78-488E-B1E3-86F6058F79B5}"/>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8a7facb5357c422b">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3F17D321-ADA2-419C-8E37-5DACC6CD04B0}"/>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업무를 고르면 해당 업무의 FAQ만 다시 보여 줍니다</a:t>
            </a:r>
          </a:p>
        </p:txBody>
      </p:sp>
      <p:sp>
        <p:nvSpPr>
          <p:cNvPr id="9" name="Freeform 9">
            <a:extLst xmlns:a="http://schemas.openxmlformats.org/drawingml/2006/main">
              <a:ext uri="{FF2B5EF4-FFF2-40B4-BE49-F238E27FC236}">
                <a16:creationId xmlns:a16="http://schemas.microsoft.com/office/drawing/2014/main" id="{4A16F292-BFD4-4C88-83CC-AC6DBECACD8B}"/>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267eed36da534bd2">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D8A70BB-DD68-47DA-BA49-3B1F8AA8F044}"/>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8a7facb5357c422b">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C15A384-B1F8-4D6A-9A4F-9D48A43D2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업무별 자주 묻는 질문 TOP 5로 빠른 탐색과 정확한 질문을 지원</a:t>
            </a:r>
          </a:p>
        </p:txBody>
      </p:sp>
      <p:sp>
        <p:nvSpPr>
          <p:cNvPr id="14" name="Freeform 14">
            <a:extLst xmlns:a="http://schemas.openxmlformats.org/drawingml/2006/main">
              <a:ext uri="{FF2B5EF4-FFF2-40B4-BE49-F238E27FC236}">
                <a16:creationId xmlns:a16="http://schemas.microsoft.com/office/drawing/2014/main" id="{524D5685-07AD-4BD4-BCDF-9A10A6AB220E}"/>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267eed36da534bd2">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6B50F2E-08E3-4CDC-A892-E70FD7B0741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8a7facb5357c422b">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67888A7-F9CA-476E-B9C6-B171D5D75C57}"/>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전체 FAQ와 업무별 FAQ를 구분해 사용자의 탐색 범위를 단계적으로 좁힘</a:t>
            </a:r>
          </a:p>
        </p:txBody>
      </p:sp>
      <p:sp>
        <p:nvSpPr>
          <p:cNvPr id="19" name="Freeform 19">
            <a:extLst xmlns:a="http://schemas.openxmlformats.org/drawingml/2006/main">
              <a:ext uri="{FF2B5EF4-FFF2-40B4-BE49-F238E27FC236}">
                <a16:creationId xmlns:a16="http://schemas.microsoft.com/office/drawing/2014/main" id="{808A8D83-C5CA-48BF-8FA6-0B775206CBF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3E5082ED-3738-4B6E-AD27-C25BC4B2D63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5F78E9A2-2EC2-4C6A-BAF4-FD26908C602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267eed36da534bd2">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BE195CA-C62F-452C-975E-105856955AE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8a7facb5357c422b">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BB6EC86D-407A-43F0-BDAC-C853DACAEAE5}"/>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28F94F0-8585-4229-A6C9-1F2F11C7A431}"/>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267eed36da534bd2">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5857593E-95F8-4A11-BFAE-769ECB673EB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8a7facb5357c422b">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9B44FA6-11FD-4C03-ADFF-19B1466884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22</a:t>
            </a:r>
          </a:p>
        </p:txBody>
      </p:sp>
      <p:sp>
        <p:nvSpPr>
          <p:cNvPr id="32" name="Freeform 32">
            <a:extLst xmlns:a="http://schemas.openxmlformats.org/drawingml/2006/main">
              <a:ext uri="{FF2B5EF4-FFF2-40B4-BE49-F238E27FC236}">
                <a16:creationId xmlns:a16="http://schemas.microsoft.com/office/drawing/2014/main" id="{15777089-BB2B-4F0C-9B30-459F4E6F016A}"/>
              </a:ext>
            </a:extLst>
          </p:cNvPr>
          <p:cNvSpPr>
            <a:spLocks xmlns:a="http://schemas.openxmlformats.org/drawingml/2006/main" noGrp="1"/>
          </p:cNvSpPr>
          <p:nvPr/>
        </p:nvSpPr>
        <p:spPr>
          <a:xfrm xmlns:a="http://schemas.openxmlformats.org/drawingml/2006/main">
            <a:off x="557212" y="2700338"/>
            <a:ext cx="10887075" cy="6029325"/>
          </a:xfrm>
          <a:custGeom xmlns:a="http://schemas.openxmlformats.org/drawingml/2006/main">
            <a:rect l="l" t="t" r="r" b="b"/>
            <a:pathLst>
              <a:path w="10887075" h="6029325">
                <a:moveTo>
                  <a:pt x="0" y="0"/>
                </a:moveTo>
                <a:lnTo>
                  <a:pt x="10887076" y="0"/>
                </a:lnTo>
                <a:lnTo>
                  <a:pt x="10887076" y="6029324"/>
                </a:lnTo>
                <a:lnTo>
                  <a:pt x="0" y="6029324"/>
                </a:lnTo>
                <a:lnTo>
                  <a:pt x="0" y="0"/>
                </a:lnTo>
                <a:close/>
              </a:path>
            </a:pathLst>
          </a:custGeom>
          <a:blipFill xmlns:a="http://schemas.openxmlformats.org/drawingml/2006/main">
            <a:blip xmlns:r="http://schemas.openxmlformats.org/officeDocument/2006/relationships" r:embed="R75e1e8dc4b3449b4">
              <a:extLst>
                <a:ext uri="{96DAC541-7B7A-43D3-8B79-37D633B846F1}">
                  <asvg:svgBlip xmlns:asvg="http://schemas.microsoft.com/office/drawing/2016/SVG/main" r:embed="Rc247967940ce45e0"/>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D5C5523-1FDB-466C-8F97-8912C6D0E558}"/>
              </a:ext>
            </a:extLst>
          </p:cNvPr>
          <p:cNvSpPr>
            <a:spLocks xmlns:a="http://schemas.openxmlformats.org/drawingml/2006/main" noGrp="1"/>
          </p:cNvSpPr>
          <p:nvPr/>
        </p:nvSpPr>
        <p:spPr>
          <a:xfrm xmlns:a="http://schemas.openxmlformats.org/drawingml/2006/main">
            <a:off x="885825" y="2914650"/>
            <a:ext cx="10229850" cy="428625"/>
          </a:xfrm>
          <a:custGeom xmlns:a="http://schemas.openxmlformats.org/drawingml/2006/main">
            <a:rect l="l" t="t" r="r" b="b"/>
            <a:pathLst>
              <a:path w="13639800" h="571500">
                <a:moveTo>
                  <a:pt x="0" y="0"/>
                </a:moveTo>
                <a:lnTo>
                  <a:pt x="13639800" y="0"/>
                </a:lnTo>
                <a:lnTo>
                  <a:pt x="13639800" y="571500"/>
                </a:lnTo>
                <a:lnTo>
                  <a:pt x="0" y="571500"/>
                </a:lnTo>
                <a:close/>
              </a:path>
            </a:pathLst>
          </a:custGeom>
          <a:blipFill xmlns:a="http://schemas.openxmlformats.org/drawingml/2006/main">
            <a:blip xmlns:r="http://schemas.openxmlformats.org/officeDocument/2006/relationships" r:embed="R267eed36da534bd2">
              <a:alphaModFix amt="0"/>
            </a:blip>
            <a:stretch>
              <a:fillRect l="0" t="-414720" r="0" b="-41472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5CAD0CD6-D6E3-4B1B-98F0-E0A9A8CBD356}"/>
              </a:ext>
            </a:extLst>
          </p:cNvPr>
          <p:cNvSpPr>
            <a:spLocks xmlns:a="http://schemas.openxmlformats.org/drawingml/2006/main" noGrp="1"/>
          </p:cNvSpPr>
          <p:nvPr/>
        </p:nvSpPr>
        <p:spPr>
          <a:xfrm xmlns:a="http://schemas.openxmlformats.org/drawingml/2006/main">
            <a:off x="885825" y="2886075"/>
            <a:ext cx="10229850" cy="457200"/>
          </a:xfrm>
          <a:custGeom xmlns:a="http://schemas.openxmlformats.org/drawingml/2006/main">
            <a:rect l="l" t="t" r="r" b="b"/>
            <a:pathLst>
              <a:path w="13639800" h="609600">
                <a:moveTo>
                  <a:pt x="0" y="0"/>
                </a:moveTo>
                <a:lnTo>
                  <a:pt x="13639800" y="0"/>
                </a:lnTo>
                <a:lnTo>
                  <a:pt x="13639800" y="609600"/>
                </a:lnTo>
                <a:lnTo>
                  <a:pt x="0" y="609600"/>
                </a:lnTo>
                <a:close/>
              </a:path>
            </a:pathLst>
          </a:custGeom>
          <a:blipFill xmlns:a="http://schemas.openxmlformats.org/drawingml/2006/main">
            <a:blip xmlns:r="http://schemas.openxmlformats.org/officeDocument/2006/relationships" r:embed="R8a7facb5357c422b">
              <a:alphaModFix amt="0"/>
            </a:blip>
            <a:stretch>
              <a:fillRect l="0" t="-385977" r="0" b="-38597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1F689910-6B28-45F8-9E4F-EC619B5DEDDB}"/>
              </a:ext>
            </a:extLst>
          </p:cNvPr>
          <p:cNvSpPr>
            <a:spLocks xmlns:a="http://schemas.openxmlformats.org/drawingml/2006/main" noGrp="1"/>
          </p:cNvSpPr>
          <p:nvPr/>
        </p:nvSpPr>
        <p:spPr>
          <a:xfrm xmlns:a="http://schemas.openxmlformats.org/drawingml/2006/main">
            <a:off x="885825" y="2857500"/>
            <a:ext cx="10229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4B7BC9"/>
                </a:solidFill>
                <a:latin typeface="Calibri (MS) Bold"/>
                <a:ea typeface="Calibri (MS) Bold"/>
                <a:cs typeface="Calibri (MS) Bold"/>
              </a:rPr>
              <a:t>선택 화면 | 업무별 자주 묻는 질문</a:t>
            </a:r>
          </a:p>
        </p:txBody>
      </p:sp>
      <p:sp>
        <p:nvSpPr>
          <p:cNvPr id="38" name="Freeform 38">
            <a:extLst xmlns:a="http://schemas.openxmlformats.org/drawingml/2006/main">
              <a:ext uri="{FF2B5EF4-FFF2-40B4-BE49-F238E27FC236}">
                <a16:creationId xmlns:a16="http://schemas.microsoft.com/office/drawing/2014/main" id="{2DB4FDE8-1DAF-45FD-926D-6E6AA0B7E7AA}"/>
              </a:ext>
            </a:extLst>
          </p:cNvPr>
          <p:cNvSpPr>
            <a:spLocks xmlns:a="http://schemas.openxmlformats.org/drawingml/2006/main" noGrp="1"/>
          </p:cNvSpPr>
          <p:nvPr/>
        </p:nvSpPr>
        <p:spPr>
          <a:xfrm xmlns:a="http://schemas.openxmlformats.org/drawingml/2006/main">
            <a:off x="11915775" y="2700338"/>
            <a:ext cx="5243512" cy="3743325"/>
          </a:xfrm>
          <a:custGeom xmlns:a="http://schemas.openxmlformats.org/drawingml/2006/main">
            <a:rect l="l" t="t" r="r" b="b"/>
            <a:pathLst>
              <a:path w="5243512" h="3743325">
                <a:moveTo>
                  <a:pt x="0" y="0"/>
                </a:moveTo>
                <a:lnTo>
                  <a:pt x="5243513" y="0"/>
                </a:lnTo>
                <a:lnTo>
                  <a:pt x="5243513" y="3743324"/>
                </a:lnTo>
                <a:lnTo>
                  <a:pt x="0" y="3743324"/>
                </a:lnTo>
                <a:lnTo>
                  <a:pt x="0" y="0"/>
                </a:lnTo>
                <a:close/>
              </a:path>
            </a:pathLst>
          </a:custGeom>
          <a:blipFill xmlns:a="http://schemas.openxmlformats.org/drawingml/2006/main">
            <a:blip xmlns:r="http://schemas.openxmlformats.org/officeDocument/2006/relationships" r:embed="R5ea8770edfe54fde">
              <a:extLst>
                <a:ext uri="{96DAC541-7B7A-43D3-8B79-37D633B846F1}">
                  <asvg:svgBlip xmlns:asvg="http://schemas.microsoft.com/office/drawing/2016/SVG/main" r:embed="R6b89e948766c423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99D0F66F-DBE7-4BF6-8673-E91F4F58E17B}"/>
              </a:ext>
            </a:extLst>
          </p:cNvPr>
          <p:cNvSpPr>
            <a:spLocks xmlns:a="http://schemas.openxmlformats.org/drawingml/2006/main" noGrp="1"/>
          </p:cNvSpPr>
          <p:nvPr/>
        </p:nvSpPr>
        <p:spPr>
          <a:xfrm xmlns:a="http://schemas.openxmlformats.org/drawingml/2006/main">
            <a:off x="12244388" y="2914650"/>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267eed36da534bd2">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DEFB33BA-44DB-4C0D-97F3-5BF5A39DE6F7}"/>
              </a:ext>
            </a:extLst>
          </p:cNvPr>
          <p:cNvSpPr>
            <a:spLocks xmlns:a="http://schemas.openxmlformats.org/drawingml/2006/main" noGrp="1"/>
          </p:cNvSpPr>
          <p:nvPr/>
        </p:nvSpPr>
        <p:spPr>
          <a:xfrm xmlns:a="http://schemas.openxmlformats.org/drawingml/2006/main">
            <a:off x="12244388" y="2886075"/>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8a7facb5357c422b">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E33B14D3-5216-412D-9542-BAEAC02EB9EC}"/>
              </a:ext>
            </a:extLst>
          </p:cNvPr>
          <p:cNvSpPr>
            <a:spLocks xmlns:a="http://schemas.openxmlformats.org/drawingml/2006/main" noGrp="1"/>
          </p:cNvSpPr>
          <p:nvPr/>
        </p:nvSpPr>
        <p:spPr>
          <a:xfrm xmlns:a="http://schemas.openxmlformats.org/drawingml/2006/main">
            <a:off x="12244388" y="2857500"/>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업무 탭</a:t>
            </a:r>
          </a:p>
        </p:txBody>
      </p:sp>
      <p:sp>
        <p:nvSpPr>
          <p:cNvPr id="44" name="TextBox 44">
            <a:extLst xmlns:a="http://schemas.openxmlformats.org/drawingml/2006/main">
              <a:ext uri="{FF2B5EF4-FFF2-40B4-BE49-F238E27FC236}">
                <a16:creationId xmlns:a16="http://schemas.microsoft.com/office/drawing/2014/main" id="{3A6A3686-0AE2-406E-BC46-9260BA074CB8}"/>
              </a:ext>
            </a:extLst>
          </p:cNvPr>
          <p:cNvSpPr>
            <a:spLocks xmlns:a="http://schemas.openxmlformats.org/drawingml/2006/main" noGrp="1"/>
          </p:cNvSpPr>
          <p:nvPr/>
        </p:nvSpPr>
        <p:spPr>
          <a:xfrm xmlns:a="http://schemas.openxmlformats.org/drawingml/2006/main">
            <a:off x="12335828" y="3455670"/>
            <a:ext cx="4403408" cy="26708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6개 업무 중 하나를 선택해</a:t>
            </a:r>
          </a:p>
          <a:p xmlns:a="http://schemas.openxmlformats.org/drawingml/2006/main">
            <a:pPr algn="l">
              <a:lnSpc>
                <a:spcPts val="2160"/>
              </a:lnSpc>
              <a:buNone/>
            </a:pPr>
            <a:r>
              <a:rPr sz="1800">
                <a:solidFill>
                  <a:srgbClr val="9299A3"/>
                </a:solidFill>
                <a:latin typeface="Calibri (MS)"/>
                <a:ea typeface="Calibri (MS)"/>
                <a:cs typeface="Calibri (MS)"/>
              </a:rPr>
              <a:t>관심 업무로 즉시 이동</a:t>
            </a:r>
          </a:p>
        </p:txBody>
      </p:sp>
      <p:sp>
        <p:nvSpPr>
          <p:cNvPr id="45" name="Freeform 45">
            <a:extLst xmlns:a="http://schemas.openxmlformats.org/drawingml/2006/main">
              <a:ext uri="{FF2B5EF4-FFF2-40B4-BE49-F238E27FC236}">
                <a16:creationId xmlns:a16="http://schemas.microsoft.com/office/drawing/2014/main" id="{2B7A22BB-438A-4F7C-8FA1-D802485FD954}"/>
              </a:ext>
            </a:extLst>
          </p:cNvPr>
          <p:cNvSpPr>
            <a:spLocks xmlns:a="http://schemas.openxmlformats.org/drawingml/2006/main" noGrp="1"/>
          </p:cNvSpPr>
          <p:nvPr/>
        </p:nvSpPr>
        <p:spPr>
          <a:xfrm xmlns:a="http://schemas.openxmlformats.org/drawingml/2006/main">
            <a:off x="11915775" y="6772275"/>
            <a:ext cx="5243512" cy="1957388"/>
          </a:xfrm>
          <a:custGeom xmlns:a="http://schemas.openxmlformats.org/drawingml/2006/main">
            <a:rect l="l" t="t" r="r" b="b"/>
            <a:pathLst>
              <a:path w="5243512" h="1957388">
                <a:moveTo>
                  <a:pt x="0" y="0"/>
                </a:moveTo>
                <a:lnTo>
                  <a:pt x="5243513" y="0"/>
                </a:lnTo>
                <a:lnTo>
                  <a:pt x="5243513" y="1957387"/>
                </a:lnTo>
                <a:lnTo>
                  <a:pt x="0" y="1957387"/>
                </a:lnTo>
                <a:lnTo>
                  <a:pt x="0" y="0"/>
                </a:lnTo>
                <a:close/>
              </a:path>
            </a:pathLst>
          </a:custGeom>
          <a:blipFill xmlns:a="http://schemas.openxmlformats.org/drawingml/2006/main">
            <a:blip xmlns:r="http://schemas.openxmlformats.org/officeDocument/2006/relationships" r:embed="R1507f81bff0b499c">
              <a:extLst>
                <a:ext uri="{96DAC541-7B7A-43D3-8B79-37D633B846F1}">
                  <asvg:svgBlip xmlns:asvg="http://schemas.microsoft.com/office/drawing/2016/SVG/main" r:embed="R9448c6d77de642b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86104CA-FB05-4826-AB3F-AB93BA594BE6}"/>
              </a:ext>
            </a:extLst>
          </p:cNvPr>
          <p:cNvSpPr>
            <a:spLocks xmlns:a="http://schemas.openxmlformats.org/drawingml/2006/main" noGrp="1"/>
          </p:cNvSpPr>
          <p:nvPr/>
        </p:nvSpPr>
        <p:spPr>
          <a:xfrm xmlns:a="http://schemas.openxmlformats.org/drawingml/2006/main">
            <a:off x="12244388" y="6986588"/>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267eed36da534bd2">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35F8D72-E59B-4B7B-8738-298D6BFB4DBE}"/>
              </a:ext>
            </a:extLst>
          </p:cNvPr>
          <p:cNvSpPr>
            <a:spLocks xmlns:a="http://schemas.openxmlformats.org/drawingml/2006/main" noGrp="1"/>
          </p:cNvSpPr>
          <p:nvPr/>
        </p:nvSpPr>
        <p:spPr>
          <a:xfrm xmlns:a="http://schemas.openxmlformats.org/drawingml/2006/main">
            <a:off x="12244388" y="6958012"/>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8a7facb5357c422b">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8813F380-ACC2-4F3B-A44B-6DAF31C8C07B}"/>
              </a:ext>
            </a:extLst>
          </p:cNvPr>
          <p:cNvSpPr>
            <a:spLocks xmlns:a="http://schemas.openxmlformats.org/drawingml/2006/main" noGrp="1"/>
          </p:cNvSpPr>
          <p:nvPr/>
        </p:nvSpPr>
        <p:spPr>
          <a:xfrm xmlns:a="http://schemas.openxmlformats.org/drawingml/2006/main">
            <a:off x="12244388" y="6929437"/>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업무별 TOP 5</a:t>
            </a:r>
          </a:p>
        </p:txBody>
      </p:sp>
      <p:sp>
        <p:nvSpPr>
          <p:cNvPr id="51" name="TextBox 51">
            <a:extLst xmlns:a="http://schemas.openxmlformats.org/drawingml/2006/main">
              <a:ext uri="{FF2B5EF4-FFF2-40B4-BE49-F238E27FC236}">
                <a16:creationId xmlns:a16="http://schemas.microsoft.com/office/drawing/2014/main" id="{3B9000C8-2C27-43C5-BB3F-345E09AC0C71}"/>
              </a:ext>
            </a:extLst>
          </p:cNvPr>
          <p:cNvSpPr>
            <a:spLocks xmlns:a="http://schemas.openxmlformats.org/drawingml/2006/main" noGrp="1"/>
          </p:cNvSpPr>
          <p:nvPr/>
        </p:nvSpPr>
        <p:spPr>
          <a:xfrm xmlns:a="http://schemas.openxmlformats.org/drawingml/2006/main">
            <a:off x="12335828" y="7527607"/>
            <a:ext cx="4403408" cy="884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선택한 업무 안에서</a:t>
            </a:r>
          </a:p>
          <a:p xmlns:a="http://schemas.openxmlformats.org/drawingml/2006/main">
            <a:pPr algn="l">
              <a:lnSpc>
                <a:spcPts val="2160"/>
              </a:lnSpc>
              <a:buNone/>
            </a:pPr>
            <a:r>
              <a:rPr sz="1800">
                <a:solidFill>
                  <a:srgbClr val="9299A3"/>
                </a:solidFill>
                <a:latin typeface="Calibri (MS)"/>
                <a:ea typeface="Calibri (MS)"/>
                <a:cs typeface="Calibri (MS)"/>
              </a:rPr>
              <a:t>대표 질문 5개를 바로 실행</a:t>
            </a:r>
          </a:p>
        </p:txBody>
      </p:sp>
      <p:pic>
        <p:nvPicPr>
          <p:cNvPr id="88" name="그림 86"/>
          <p:cNvPicPr>
            <a:picLocks xmlns:a="http://schemas.openxmlformats.org/drawingml/2006/main" noChangeAspect="1"/>
          </p:cNvPicPr>
          <p:nvPr/>
        </p:nvPicPr>
        <p:blipFill>
          <a:blip xmlns:r="http://schemas.openxmlformats.org/officeDocument/2006/relationships" xmlns:a="http://schemas.openxmlformats.org/drawingml/2006/main" r:embed="R2cfefd6a456b4952"/>
          <a:stretch xmlns:a="http://schemas.openxmlformats.org/drawingml/2006/main"/>
        </p:blipFill>
        <p:spPr>
          <a:xfrm xmlns:a="http://schemas.openxmlformats.org/drawingml/2006/main">
            <a:off x="3466921" y="3429000"/>
            <a:ext cx="5067658" cy="5000625"/>
          </a:xfrm>
          <a:prstGeom xmlns:a="http://schemas.openxmlformats.org/drawingml/2006/main" prst="roundRect">
            <a:avLst>
              <a:gd name="adj" fmla="val 1905"/>
            </a:avLst>
          </a:prstGeom>
        </p:spPr>
      </p:pic>
      <p:sp>
        <p:nvSpPr>
          <p:cNvPr id="53" name="설명 연결 화살표 1">
            <a:extLst xmlns:a="http://schemas.openxmlformats.org/drawingml/2006/main">
              <a:ext uri="{FF2B5EF4-FFF2-40B4-BE49-F238E27FC236}">
                <a16:creationId xmlns:a16="http://schemas.microsoft.com/office/drawing/2014/main" id="{A200D4C2-43BA-4B54-A341-29509782DA7C}"/>
              </a:ext>
            </a:extLst>
          </p:cNvPr>
          <p:cNvSpPr>
            <a:spLocks xmlns:a="http://schemas.openxmlformats.org/drawingml/2006/main" noGrp="1"/>
          </p:cNvSpPr>
          <p:nvPr/>
        </p:nvSpPr>
        <p:spPr>
          <a:xfrm xmlns:a="http://schemas.openxmlformats.org/drawingml/2006/main">
            <a:off x="10972800" y="395287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
        <p:nvSpPr>
          <p:cNvPr id="54" name="설명 연결 화살표 2">
            <a:extLst xmlns:a="http://schemas.openxmlformats.org/drawingml/2006/main">
              <a:ext uri="{FF2B5EF4-FFF2-40B4-BE49-F238E27FC236}">
                <a16:creationId xmlns:a16="http://schemas.microsoft.com/office/drawing/2014/main" id="{50391E73-5ACB-4ADE-9E9A-F32D238F889A}"/>
              </a:ext>
            </a:extLst>
          </p:cNvPr>
          <p:cNvSpPr>
            <a:spLocks xmlns:a="http://schemas.openxmlformats.org/drawingml/2006/main" noGrp="1"/>
          </p:cNvSpPr>
          <p:nvPr/>
        </p:nvSpPr>
        <p:spPr>
          <a:xfrm xmlns:a="http://schemas.openxmlformats.org/drawingml/2006/main">
            <a:off x="10972800" y="6762750"/>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246264648"/>
      </p:ext>
    </p:extLst>
  </p:cSld>
</p:sld>
</file>

<file path=ppt/slides/slide22.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4DC859-BD6E-420D-BBBF-A87BC1964D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214333209c6e4ae4">
              <a:extLst>
                <a:ext uri="{96DAC541-7B7A-43D3-8B79-37D633B846F1}">
                  <asvg:svgBlip xmlns:asvg="http://schemas.microsoft.com/office/drawing/2016/SVG/main" r:embed="R22dc3e3abf1e404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3D9A0A0-28C4-438B-81B6-AC72F925FC6B}"/>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d4bf6b2639174189">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40090AB-AC78-488E-B1E3-86F6058F79B5}"/>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63635cab08224a54">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3F17D321-ADA2-419C-8E37-5DACC6CD04B0}"/>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답변 뒤에는 근거와 다음 질문까지 연결합니다</a:t>
            </a:r>
          </a:p>
        </p:txBody>
      </p:sp>
      <p:sp>
        <p:nvSpPr>
          <p:cNvPr id="9" name="Freeform 9">
            <a:extLst xmlns:a="http://schemas.openxmlformats.org/drawingml/2006/main">
              <a:ext uri="{FF2B5EF4-FFF2-40B4-BE49-F238E27FC236}">
                <a16:creationId xmlns:a16="http://schemas.microsoft.com/office/drawing/2014/main" id="{4A16F292-BFD4-4C88-83CC-AC6DBECACD8B}"/>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d4bf6b2639174189">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D8A70BB-DD68-47DA-BA49-3B1F8AA8F044}"/>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63635cab08224a54">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C15A384-B1F8-4D6A-9A4F-9D48A43D2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공식 출처를 확인한 뒤 관련 질문으로 자연스럽게 이어지는 답변 구조</a:t>
            </a:r>
          </a:p>
        </p:txBody>
      </p:sp>
      <p:sp>
        <p:nvSpPr>
          <p:cNvPr id="14" name="Freeform 14">
            <a:extLst xmlns:a="http://schemas.openxmlformats.org/drawingml/2006/main">
              <a:ext uri="{FF2B5EF4-FFF2-40B4-BE49-F238E27FC236}">
                <a16:creationId xmlns:a16="http://schemas.microsoft.com/office/drawing/2014/main" id="{524D5685-07AD-4BD4-BCDF-9A10A6AB220E}"/>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d4bf6b2639174189">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6B50F2E-08E3-4CDC-A892-E70FD7B0741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63635cab08224a54">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67888A7-F9CA-476E-B9C6-B171D5D75C57}"/>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직접 답변 → 공식 근거·출처 → 이어서 많이 묻는 내용 → 다음 질문</a:t>
            </a:r>
          </a:p>
        </p:txBody>
      </p:sp>
      <p:sp>
        <p:nvSpPr>
          <p:cNvPr id="19" name="Freeform 19">
            <a:extLst xmlns:a="http://schemas.openxmlformats.org/drawingml/2006/main">
              <a:ext uri="{FF2B5EF4-FFF2-40B4-BE49-F238E27FC236}">
                <a16:creationId xmlns:a16="http://schemas.microsoft.com/office/drawing/2014/main" id="{808A8D83-C5CA-48BF-8FA6-0B775206CBF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3E5082ED-3738-4B6E-AD27-C25BC4B2D63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5F78E9A2-2EC2-4C6A-BAF4-FD26908C602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d4bf6b2639174189">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BE195CA-C62F-452C-975E-105856955AE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63635cab08224a54">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BB6EC86D-407A-43F0-BDAC-C853DACAEAE5}"/>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28F94F0-8585-4229-A6C9-1F2F11C7A431}"/>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d4bf6b2639174189">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5857593E-95F8-4A11-BFAE-769ECB673EB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63635cab08224a54">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9B44FA6-11FD-4C03-ADFF-19B1466884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23</a:t>
            </a:r>
          </a:p>
        </p:txBody>
      </p:sp>
      <p:sp>
        <p:nvSpPr>
          <p:cNvPr id="32" name="Freeform 32">
            <a:extLst xmlns:a="http://schemas.openxmlformats.org/drawingml/2006/main">
              <a:ext uri="{FF2B5EF4-FFF2-40B4-BE49-F238E27FC236}">
                <a16:creationId xmlns:a16="http://schemas.microsoft.com/office/drawing/2014/main" id="{15777089-BB2B-4F0C-9B30-459F4E6F016A}"/>
              </a:ext>
            </a:extLst>
          </p:cNvPr>
          <p:cNvSpPr>
            <a:spLocks xmlns:a="http://schemas.openxmlformats.org/drawingml/2006/main" noGrp="1"/>
          </p:cNvSpPr>
          <p:nvPr/>
        </p:nvSpPr>
        <p:spPr>
          <a:xfrm xmlns:a="http://schemas.openxmlformats.org/drawingml/2006/main">
            <a:off x="557212" y="2700338"/>
            <a:ext cx="10887075" cy="6029325"/>
          </a:xfrm>
          <a:custGeom xmlns:a="http://schemas.openxmlformats.org/drawingml/2006/main">
            <a:rect l="l" t="t" r="r" b="b"/>
            <a:pathLst>
              <a:path w="10887075" h="6029325">
                <a:moveTo>
                  <a:pt x="0" y="0"/>
                </a:moveTo>
                <a:lnTo>
                  <a:pt x="10887076" y="0"/>
                </a:lnTo>
                <a:lnTo>
                  <a:pt x="10887076" y="6029324"/>
                </a:lnTo>
                <a:lnTo>
                  <a:pt x="0" y="6029324"/>
                </a:lnTo>
                <a:lnTo>
                  <a:pt x="0" y="0"/>
                </a:lnTo>
                <a:close/>
              </a:path>
            </a:pathLst>
          </a:custGeom>
          <a:blipFill xmlns:a="http://schemas.openxmlformats.org/drawingml/2006/main">
            <a:blip xmlns:r="http://schemas.openxmlformats.org/officeDocument/2006/relationships" r:embed="R96193239c95c4381">
              <a:extLst>
                <a:ext uri="{96DAC541-7B7A-43D3-8B79-37D633B846F1}">
                  <asvg:svgBlip xmlns:asvg="http://schemas.microsoft.com/office/drawing/2016/SVG/main" r:embed="R5c0ed7e5195d45bb"/>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D5C5523-1FDB-466C-8F97-8912C6D0E558}"/>
              </a:ext>
            </a:extLst>
          </p:cNvPr>
          <p:cNvSpPr>
            <a:spLocks xmlns:a="http://schemas.openxmlformats.org/drawingml/2006/main" noGrp="1"/>
          </p:cNvSpPr>
          <p:nvPr/>
        </p:nvSpPr>
        <p:spPr>
          <a:xfrm xmlns:a="http://schemas.openxmlformats.org/drawingml/2006/main">
            <a:off x="885825" y="2914650"/>
            <a:ext cx="10229850" cy="428625"/>
          </a:xfrm>
          <a:custGeom xmlns:a="http://schemas.openxmlformats.org/drawingml/2006/main">
            <a:rect l="l" t="t" r="r" b="b"/>
            <a:pathLst>
              <a:path w="13639800" h="571500">
                <a:moveTo>
                  <a:pt x="0" y="0"/>
                </a:moveTo>
                <a:lnTo>
                  <a:pt x="13639800" y="0"/>
                </a:lnTo>
                <a:lnTo>
                  <a:pt x="13639800" y="571500"/>
                </a:lnTo>
                <a:lnTo>
                  <a:pt x="0" y="571500"/>
                </a:lnTo>
                <a:close/>
              </a:path>
            </a:pathLst>
          </a:custGeom>
          <a:blipFill xmlns:a="http://schemas.openxmlformats.org/drawingml/2006/main">
            <a:blip xmlns:r="http://schemas.openxmlformats.org/officeDocument/2006/relationships" r:embed="Rd4bf6b2639174189">
              <a:alphaModFix amt="0"/>
            </a:blip>
            <a:stretch>
              <a:fillRect l="0" t="-414720" r="0" b="-41472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5CAD0CD6-D6E3-4B1B-98F0-E0A9A8CBD356}"/>
              </a:ext>
            </a:extLst>
          </p:cNvPr>
          <p:cNvSpPr>
            <a:spLocks xmlns:a="http://schemas.openxmlformats.org/drawingml/2006/main" noGrp="1"/>
          </p:cNvSpPr>
          <p:nvPr/>
        </p:nvSpPr>
        <p:spPr>
          <a:xfrm xmlns:a="http://schemas.openxmlformats.org/drawingml/2006/main">
            <a:off x="885825" y="2886075"/>
            <a:ext cx="10229850" cy="457200"/>
          </a:xfrm>
          <a:custGeom xmlns:a="http://schemas.openxmlformats.org/drawingml/2006/main">
            <a:rect l="l" t="t" r="r" b="b"/>
            <a:pathLst>
              <a:path w="13639800" h="609600">
                <a:moveTo>
                  <a:pt x="0" y="0"/>
                </a:moveTo>
                <a:lnTo>
                  <a:pt x="13639800" y="0"/>
                </a:lnTo>
                <a:lnTo>
                  <a:pt x="13639800" y="609600"/>
                </a:lnTo>
                <a:lnTo>
                  <a:pt x="0" y="609600"/>
                </a:lnTo>
                <a:close/>
              </a:path>
            </a:pathLst>
          </a:custGeom>
          <a:blipFill xmlns:a="http://schemas.openxmlformats.org/drawingml/2006/main">
            <a:blip xmlns:r="http://schemas.openxmlformats.org/officeDocument/2006/relationships" r:embed="R63635cab08224a54">
              <a:alphaModFix amt="0"/>
            </a:blip>
            <a:stretch>
              <a:fillRect l="0" t="-385977" r="0" b="-38597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1F689910-6B28-45F8-9E4F-EC619B5DEDDB}"/>
              </a:ext>
            </a:extLst>
          </p:cNvPr>
          <p:cNvSpPr>
            <a:spLocks xmlns:a="http://schemas.openxmlformats.org/drawingml/2006/main" noGrp="1"/>
          </p:cNvSpPr>
          <p:nvPr/>
        </p:nvSpPr>
        <p:spPr>
          <a:xfrm xmlns:a="http://schemas.openxmlformats.org/drawingml/2006/main">
            <a:off x="885825" y="2857500"/>
            <a:ext cx="10229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4B7BC9"/>
                </a:solidFill>
                <a:latin typeface="Calibri (MS) Bold"/>
                <a:ea typeface="Calibri (MS) Bold"/>
                <a:cs typeface="Calibri (MS) Bold"/>
              </a:rPr>
              <a:t>답변 화면 | 근거·후속 질문</a:t>
            </a:r>
          </a:p>
        </p:txBody>
      </p:sp>
      <p:sp>
        <p:nvSpPr>
          <p:cNvPr id="38" name="Freeform 38">
            <a:extLst xmlns:a="http://schemas.openxmlformats.org/drawingml/2006/main">
              <a:ext uri="{FF2B5EF4-FFF2-40B4-BE49-F238E27FC236}">
                <a16:creationId xmlns:a16="http://schemas.microsoft.com/office/drawing/2014/main" id="{2DB4FDE8-1DAF-45FD-926D-6E6AA0B7E7AA}"/>
              </a:ext>
            </a:extLst>
          </p:cNvPr>
          <p:cNvSpPr>
            <a:spLocks xmlns:a="http://schemas.openxmlformats.org/drawingml/2006/main" noGrp="1"/>
          </p:cNvSpPr>
          <p:nvPr/>
        </p:nvSpPr>
        <p:spPr>
          <a:xfrm xmlns:a="http://schemas.openxmlformats.org/drawingml/2006/main">
            <a:off x="11915775" y="2700338"/>
            <a:ext cx="5243512" cy="3743325"/>
          </a:xfrm>
          <a:custGeom xmlns:a="http://schemas.openxmlformats.org/drawingml/2006/main">
            <a:rect l="l" t="t" r="r" b="b"/>
            <a:pathLst>
              <a:path w="5243512" h="3743325">
                <a:moveTo>
                  <a:pt x="0" y="0"/>
                </a:moveTo>
                <a:lnTo>
                  <a:pt x="5243513" y="0"/>
                </a:lnTo>
                <a:lnTo>
                  <a:pt x="5243513" y="3743324"/>
                </a:lnTo>
                <a:lnTo>
                  <a:pt x="0" y="3743324"/>
                </a:lnTo>
                <a:lnTo>
                  <a:pt x="0" y="0"/>
                </a:lnTo>
                <a:close/>
              </a:path>
            </a:pathLst>
          </a:custGeom>
          <a:blipFill xmlns:a="http://schemas.openxmlformats.org/drawingml/2006/main">
            <a:blip xmlns:r="http://schemas.openxmlformats.org/officeDocument/2006/relationships" r:embed="Rbb70d546108e44e0">
              <a:extLst>
                <a:ext uri="{96DAC541-7B7A-43D3-8B79-37D633B846F1}">
                  <asvg:svgBlip xmlns:asvg="http://schemas.microsoft.com/office/drawing/2016/SVG/main" r:embed="Rc928f4b2509f4ce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99D0F66F-DBE7-4BF6-8673-E91F4F58E17B}"/>
              </a:ext>
            </a:extLst>
          </p:cNvPr>
          <p:cNvSpPr>
            <a:spLocks xmlns:a="http://schemas.openxmlformats.org/drawingml/2006/main" noGrp="1"/>
          </p:cNvSpPr>
          <p:nvPr/>
        </p:nvSpPr>
        <p:spPr>
          <a:xfrm xmlns:a="http://schemas.openxmlformats.org/drawingml/2006/main">
            <a:off x="12244388" y="2914650"/>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d4bf6b2639174189">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DEFB33BA-44DB-4C0D-97F3-5BF5A39DE6F7}"/>
              </a:ext>
            </a:extLst>
          </p:cNvPr>
          <p:cNvSpPr>
            <a:spLocks xmlns:a="http://schemas.openxmlformats.org/drawingml/2006/main" noGrp="1"/>
          </p:cNvSpPr>
          <p:nvPr/>
        </p:nvSpPr>
        <p:spPr>
          <a:xfrm xmlns:a="http://schemas.openxmlformats.org/drawingml/2006/main">
            <a:off x="12244388" y="2886075"/>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63635cab08224a54">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E33B14D3-5216-412D-9542-BAEAC02EB9EC}"/>
              </a:ext>
            </a:extLst>
          </p:cNvPr>
          <p:cNvSpPr>
            <a:spLocks xmlns:a="http://schemas.openxmlformats.org/drawingml/2006/main" noGrp="1"/>
          </p:cNvSpPr>
          <p:nvPr/>
        </p:nvSpPr>
        <p:spPr>
          <a:xfrm xmlns:a="http://schemas.openxmlformats.org/drawingml/2006/main">
            <a:off x="12244388" y="2857500"/>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공식 근거·출처</a:t>
            </a:r>
          </a:p>
        </p:txBody>
      </p:sp>
      <p:sp>
        <p:nvSpPr>
          <p:cNvPr id="44" name="TextBox 44">
            <a:extLst xmlns:a="http://schemas.openxmlformats.org/drawingml/2006/main">
              <a:ext uri="{FF2B5EF4-FFF2-40B4-BE49-F238E27FC236}">
                <a16:creationId xmlns:a16="http://schemas.microsoft.com/office/drawing/2014/main" id="{3A6A3686-0AE2-406E-BC46-9260BA074CB8}"/>
              </a:ext>
            </a:extLst>
          </p:cNvPr>
          <p:cNvSpPr>
            <a:spLocks xmlns:a="http://schemas.openxmlformats.org/drawingml/2006/main" noGrp="1"/>
          </p:cNvSpPr>
          <p:nvPr/>
        </p:nvSpPr>
        <p:spPr>
          <a:xfrm xmlns:a="http://schemas.openxmlformats.org/drawingml/2006/main">
            <a:off x="12335828" y="3455670"/>
            <a:ext cx="4403408" cy="26708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근거 5건을 펼쳐 보고</a:t>
            </a:r>
          </a:p>
          <a:p xmlns:a="http://schemas.openxmlformats.org/drawingml/2006/main">
            <a:pPr algn="l">
              <a:lnSpc>
                <a:spcPts val="2160"/>
              </a:lnSpc>
              <a:buNone/>
            </a:pPr>
            <a:r>
              <a:rPr sz="1800">
                <a:solidFill>
                  <a:srgbClr val="9299A3"/>
                </a:solidFill>
                <a:latin typeface="Calibri (MS)"/>
                <a:ea typeface="Calibri (MS)"/>
                <a:cs typeface="Calibri (MS)"/>
              </a:rPr>
              <a:t>원문 페이지에서 재확인</a:t>
            </a:r>
          </a:p>
        </p:txBody>
      </p:sp>
      <p:sp>
        <p:nvSpPr>
          <p:cNvPr id="45" name="Freeform 45">
            <a:extLst xmlns:a="http://schemas.openxmlformats.org/drawingml/2006/main">
              <a:ext uri="{FF2B5EF4-FFF2-40B4-BE49-F238E27FC236}">
                <a16:creationId xmlns:a16="http://schemas.microsoft.com/office/drawing/2014/main" id="{2B7A22BB-438A-4F7C-8FA1-D802485FD954}"/>
              </a:ext>
            </a:extLst>
          </p:cNvPr>
          <p:cNvSpPr>
            <a:spLocks xmlns:a="http://schemas.openxmlformats.org/drawingml/2006/main" noGrp="1"/>
          </p:cNvSpPr>
          <p:nvPr/>
        </p:nvSpPr>
        <p:spPr>
          <a:xfrm xmlns:a="http://schemas.openxmlformats.org/drawingml/2006/main">
            <a:off x="11915775" y="6772275"/>
            <a:ext cx="5243512" cy="1957388"/>
          </a:xfrm>
          <a:custGeom xmlns:a="http://schemas.openxmlformats.org/drawingml/2006/main">
            <a:rect l="l" t="t" r="r" b="b"/>
            <a:pathLst>
              <a:path w="5243512" h="1957388">
                <a:moveTo>
                  <a:pt x="0" y="0"/>
                </a:moveTo>
                <a:lnTo>
                  <a:pt x="5243513" y="0"/>
                </a:lnTo>
                <a:lnTo>
                  <a:pt x="5243513" y="1957387"/>
                </a:lnTo>
                <a:lnTo>
                  <a:pt x="0" y="1957387"/>
                </a:lnTo>
                <a:lnTo>
                  <a:pt x="0" y="0"/>
                </a:lnTo>
                <a:close/>
              </a:path>
            </a:pathLst>
          </a:custGeom>
          <a:blipFill xmlns:a="http://schemas.openxmlformats.org/drawingml/2006/main">
            <a:blip xmlns:r="http://schemas.openxmlformats.org/officeDocument/2006/relationships" r:embed="R13c3ec314eed404d">
              <a:extLst>
                <a:ext uri="{96DAC541-7B7A-43D3-8B79-37D633B846F1}">
                  <asvg:svgBlip xmlns:asvg="http://schemas.microsoft.com/office/drawing/2016/SVG/main" r:embed="R46ea5e510db84447"/>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86104CA-FB05-4826-AB3F-AB93BA594BE6}"/>
              </a:ext>
            </a:extLst>
          </p:cNvPr>
          <p:cNvSpPr>
            <a:spLocks xmlns:a="http://schemas.openxmlformats.org/drawingml/2006/main" noGrp="1"/>
          </p:cNvSpPr>
          <p:nvPr/>
        </p:nvSpPr>
        <p:spPr>
          <a:xfrm xmlns:a="http://schemas.openxmlformats.org/drawingml/2006/main">
            <a:off x="12244388" y="6986588"/>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d4bf6b2639174189">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35F8D72-E59B-4B7B-8738-298D6BFB4DBE}"/>
              </a:ext>
            </a:extLst>
          </p:cNvPr>
          <p:cNvSpPr>
            <a:spLocks xmlns:a="http://schemas.openxmlformats.org/drawingml/2006/main" noGrp="1"/>
          </p:cNvSpPr>
          <p:nvPr/>
        </p:nvSpPr>
        <p:spPr>
          <a:xfrm xmlns:a="http://schemas.openxmlformats.org/drawingml/2006/main">
            <a:off x="12244388" y="6958012"/>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63635cab08224a54">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8813F380-ACC2-4F3B-A44B-6DAF31C8C07B}"/>
              </a:ext>
            </a:extLst>
          </p:cNvPr>
          <p:cNvSpPr>
            <a:spLocks xmlns:a="http://schemas.openxmlformats.org/drawingml/2006/main" noGrp="1"/>
          </p:cNvSpPr>
          <p:nvPr/>
        </p:nvSpPr>
        <p:spPr>
          <a:xfrm xmlns:a="http://schemas.openxmlformats.org/drawingml/2006/main">
            <a:off x="12244388" y="6929437"/>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후속 질문</a:t>
            </a:r>
          </a:p>
        </p:txBody>
      </p:sp>
      <p:sp>
        <p:nvSpPr>
          <p:cNvPr id="51" name="TextBox 51">
            <a:extLst xmlns:a="http://schemas.openxmlformats.org/drawingml/2006/main">
              <a:ext uri="{FF2B5EF4-FFF2-40B4-BE49-F238E27FC236}">
                <a16:creationId xmlns:a16="http://schemas.microsoft.com/office/drawing/2014/main" id="{3B9000C8-2C27-43C5-BB3F-345E09AC0C71}"/>
              </a:ext>
            </a:extLst>
          </p:cNvPr>
          <p:cNvSpPr>
            <a:spLocks xmlns:a="http://schemas.openxmlformats.org/drawingml/2006/main" noGrp="1"/>
          </p:cNvSpPr>
          <p:nvPr/>
        </p:nvSpPr>
        <p:spPr>
          <a:xfrm xmlns:a="http://schemas.openxmlformats.org/drawingml/2006/main">
            <a:off x="12335828" y="7527607"/>
            <a:ext cx="4403408" cy="884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답변 문맥과 관련된 질문을</a:t>
            </a:r>
          </a:p>
          <a:p xmlns:a="http://schemas.openxmlformats.org/drawingml/2006/main">
            <a:pPr algn="l">
              <a:lnSpc>
                <a:spcPts val="2160"/>
              </a:lnSpc>
              <a:buNone/>
            </a:pPr>
            <a:r>
              <a:rPr sz="1800">
                <a:solidFill>
                  <a:srgbClr val="9299A3"/>
                </a:solidFill>
                <a:latin typeface="Calibri (MS)"/>
                <a:ea typeface="Calibri (MS)"/>
                <a:cs typeface="Calibri (MS)"/>
              </a:rPr>
              <a:t>버튼으로 바로 이어서 탐색</a:t>
            </a:r>
          </a:p>
        </p:txBody>
      </p:sp>
      <p:pic>
        <p:nvPicPr>
          <p:cNvPr id="88" name="그림 86"/>
          <p:cNvPicPr>
            <a:picLocks xmlns:a="http://schemas.openxmlformats.org/drawingml/2006/main" noChangeAspect="1"/>
          </p:cNvPicPr>
          <p:nvPr/>
        </p:nvPicPr>
        <p:blipFill>
          <a:blip xmlns:r="http://schemas.openxmlformats.org/officeDocument/2006/relationships" xmlns:a="http://schemas.openxmlformats.org/drawingml/2006/main" r:embed="R3f6a47659fba420e"/>
          <a:stretch xmlns:a="http://schemas.openxmlformats.org/drawingml/2006/main"/>
        </p:blipFill>
        <p:spPr>
          <a:xfrm xmlns:a="http://schemas.openxmlformats.org/drawingml/2006/main">
            <a:off x="3178029" y="3429000"/>
            <a:ext cx="5645442" cy="5000625"/>
          </a:xfrm>
          <a:prstGeom xmlns:a="http://schemas.openxmlformats.org/drawingml/2006/main" prst="roundRect">
            <a:avLst>
              <a:gd name="adj" fmla="val 1905"/>
            </a:avLst>
          </a:prstGeom>
        </p:spPr>
      </p:pic>
      <p:sp>
        <p:nvSpPr>
          <p:cNvPr id="53" name="설명 연결 화살표 1">
            <a:extLst xmlns:a="http://schemas.openxmlformats.org/drawingml/2006/main">
              <a:ext uri="{FF2B5EF4-FFF2-40B4-BE49-F238E27FC236}">
                <a16:creationId xmlns:a16="http://schemas.microsoft.com/office/drawing/2014/main" id="{3FF44573-83EF-4069-AA9C-09307B0C0BE2}"/>
              </a:ext>
            </a:extLst>
          </p:cNvPr>
          <p:cNvSpPr>
            <a:spLocks xmlns:a="http://schemas.openxmlformats.org/drawingml/2006/main" noGrp="1"/>
          </p:cNvSpPr>
          <p:nvPr/>
        </p:nvSpPr>
        <p:spPr>
          <a:xfrm xmlns:a="http://schemas.openxmlformats.org/drawingml/2006/main">
            <a:off x="10924699" y="4381499"/>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
        <p:nvSpPr>
          <p:cNvPr id="54" name="설명 연결 화살표 2">
            <a:extLst xmlns:a="http://schemas.openxmlformats.org/drawingml/2006/main">
              <a:ext uri="{FF2B5EF4-FFF2-40B4-BE49-F238E27FC236}">
                <a16:creationId xmlns:a16="http://schemas.microsoft.com/office/drawing/2014/main" id="{DA9C1766-20B5-4646-982A-34B013C5D63F}"/>
              </a:ext>
            </a:extLst>
          </p:cNvPr>
          <p:cNvSpPr>
            <a:spLocks xmlns:a="http://schemas.openxmlformats.org/drawingml/2006/main" noGrp="1"/>
          </p:cNvSpPr>
          <p:nvPr/>
        </p:nvSpPr>
        <p:spPr>
          <a:xfrm xmlns:a="http://schemas.openxmlformats.org/drawingml/2006/main">
            <a:off x="10972800" y="700087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246264648"/>
      </p:ext>
    </p:extLst>
  </p:cSld>
</p:sld>
</file>

<file path=ppt/slides/slide23.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DFF5AA3D-DC97-483C-90CB-DFB0021D7F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0e33de5b39f247a9">
              <a:extLst>
                <a:ext uri="{96DAC541-7B7A-43D3-8B79-37D633B846F1}">
                  <asvg:svgBlip xmlns:asvg="http://schemas.microsoft.com/office/drawing/2016/SVG/main" r:embed="R237c84225418461f"/>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233137FF-5590-4FA0-84FF-7AD8A188E5F9}"/>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412aa8000bb748a3">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020E963-643C-4F42-BBF8-0CC62B45ABB0}"/>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3709bf48853a4a83">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DC73BFC3-5AB0-4860-891E-2B4613675751}"/>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평가 데이터셋 및 품질평가 결과</a:t>
            </a:r>
          </a:p>
        </p:txBody>
      </p:sp>
      <p:sp>
        <p:nvSpPr>
          <p:cNvPr id="9" name="Freeform 9">
            <a:extLst xmlns:a="http://schemas.openxmlformats.org/drawingml/2006/main">
              <a:ext uri="{FF2B5EF4-FFF2-40B4-BE49-F238E27FC236}">
                <a16:creationId xmlns:a16="http://schemas.microsoft.com/office/drawing/2014/main" id="{79F5BF79-8DB8-471B-8CBC-7C7B52756991}"/>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412aa8000bb748a3">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1FEF96D0-4B77-480A-8F94-7257C95DDCCF}"/>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3709bf48853a4a83">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F98815C2-B835-4788-82E1-1A064AE7A680}"/>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검색과 답변 품질을 정량·정성 지표로 제시합니다</a:t>
            </a:r>
          </a:p>
        </p:txBody>
      </p:sp>
      <p:sp>
        <p:nvSpPr>
          <p:cNvPr id="14" name="Freeform 14">
            <a:extLst xmlns:a="http://schemas.openxmlformats.org/drawingml/2006/main">
              <a:ext uri="{FF2B5EF4-FFF2-40B4-BE49-F238E27FC236}">
                <a16:creationId xmlns:a16="http://schemas.microsoft.com/office/drawing/2014/main" id="{8C361B3A-8FAE-4743-B3B4-2674E324DB35}"/>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412aa8000bb748a3">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B1DC6A4C-8BC9-49C4-A31D-C19C2F807DDA}"/>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3709bf48853a4a83">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CE5B1F4C-012F-4600-BE90-B5D53F0B047E}"/>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성능 측정 전에 필요한 질문·의도·Gold 근거·답변 기준을 우선 완성</a:t>
            </a:r>
          </a:p>
        </p:txBody>
      </p:sp>
      <p:sp>
        <p:nvSpPr>
          <p:cNvPr id="19" name="Freeform 19">
            <a:extLst xmlns:a="http://schemas.openxmlformats.org/drawingml/2006/main">
              <a:ext uri="{FF2B5EF4-FFF2-40B4-BE49-F238E27FC236}">
                <a16:creationId xmlns:a16="http://schemas.microsoft.com/office/drawing/2014/main" id="{F78EA819-BDA1-42C8-B73C-DF8FE0A1927B}"/>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55F0A353-71C0-4F15-8582-1DEDD60C3F18}"/>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7C9A12BF-D521-4732-9309-8C2A07EC0146}"/>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412aa8000bb748a3">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E359402-3D8D-4D21-AAB2-77FF3D83E13C}"/>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3709bf48853a4a83">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9CDD4271-C43F-4310-B7B4-23B3AE6F79E0}"/>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AEE137F4-078F-493D-ADDA-2E4886AD520A}"/>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412aa8000bb748a3">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6CDD28DF-EB7D-40FC-A0F8-894EB891973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3709bf48853a4a83">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07F92C0-5038-422C-A9D8-3A1868D1E254}"/>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24</a:t>
            </a:r>
          </a:p>
        </p:txBody>
      </p:sp>
      <p:sp>
        <p:nvSpPr>
          <p:cNvPr id="32" name="Freeform 32">
            <a:extLst xmlns:a="http://schemas.openxmlformats.org/drawingml/2006/main">
              <a:ext uri="{FF2B5EF4-FFF2-40B4-BE49-F238E27FC236}">
                <a16:creationId xmlns:a16="http://schemas.microsoft.com/office/drawing/2014/main" id="{33EFFB33-82DA-47FF-A809-549F1DDD092C}"/>
              </a:ext>
            </a:extLst>
          </p:cNvPr>
          <p:cNvSpPr>
            <a:spLocks xmlns:a="http://schemas.openxmlformats.org/drawingml/2006/main" noGrp="1"/>
          </p:cNvSpPr>
          <p:nvPr/>
        </p:nvSpPr>
        <p:spPr>
          <a:xfrm xmlns:a="http://schemas.openxmlformats.org/drawingml/2006/main">
            <a:off x="557212" y="2771775"/>
            <a:ext cx="5172075" cy="2386012"/>
          </a:xfrm>
          <a:custGeom xmlns:a="http://schemas.openxmlformats.org/drawingml/2006/main">
            <a:rect l="l" t="t" r="r" b="b"/>
            <a:pathLst>
              <a:path w="5172075" h="2386012">
                <a:moveTo>
                  <a:pt x="0" y="0"/>
                </a:moveTo>
                <a:lnTo>
                  <a:pt x="5172076" y="0"/>
                </a:lnTo>
                <a:lnTo>
                  <a:pt x="5172076" y="2386013"/>
                </a:lnTo>
                <a:lnTo>
                  <a:pt x="0" y="2386013"/>
                </a:lnTo>
                <a:lnTo>
                  <a:pt x="0" y="0"/>
                </a:lnTo>
                <a:close/>
              </a:path>
            </a:pathLst>
          </a:custGeom>
          <a:blipFill xmlns:a="http://schemas.openxmlformats.org/drawingml/2006/main">
            <a:blip xmlns:r="http://schemas.openxmlformats.org/officeDocument/2006/relationships" r:embed="R9816df36a269452d">
              <a:extLst>
                <a:ext uri="{96DAC541-7B7A-43D3-8B79-37D633B846F1}">
                  <asvg:svgBlip xmlns:asvg="http://schemas.microsoft.com/office/drawing/2016/SVG/main" r:embed="R6258c481137f47c2"/>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BD34EB61-100C-479A-A748-C36EAB05DD52}"/>
              </a:ext>
            </a:extLst>
          </p:cNvPr>
          <p:cNvSpPr>
            <a:spLocks xmlns:a="http://schemas.openxmlformats.org/drawingml/2006/main" noGrp="1"/>
          </p:cNvSpPr>
          <p:nvPr/>
        </p:nvSpPr>
        <p:spPr>
          <a:xfrm xmlns:a="http://schemas.openxmlformats.org/drawingml/2006/main">
            <a:off x="885825" y="2986088"/>
            <a:ext cx="4514850" cy="428625"/>
          </a:xfrm>
          <a:custGeom xmlns:a="http://schemas.openxmlformats.org/drawingml/2006/main">
            <a:rect l="l" t="t" r="r" b="b"/>
            <a:pathLst>
              <a:path w="6019800" h="571500">
                <a:moveTo>
                  <a:pt x="0" y="0"/>
                </a:moveTo>
                <a:lnTo>
                  <a:pt x="6019800" y="0"/>
                </a:lnTo>
                <a:lnTo>
                  <a:pt x="6019800" y="571500"/>
                </a:lnTo>
                <a:lnTo>
                  <a:pt x="0" y="571500"/>
                </a:lnTo>
                <a:close/>
              </a:path>
            </a:pathLst>
          </a:custGeom>
          <a:blipFill xmlns:a="http://schemas.openxmlformats.org/drawingml/2006/main">
            <a:blip xmlns:r="http://schemas.openxmlformats.org/officeDocument/2006/relationships" r:embed="R412aa8000bb748a3">
              <a:alphaModFix amt="0"/>
            </a:blip>
            <a:stretch>
              <a:fillRect l="0" t="-155100" r="0" b="-15510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1ED4670E-64F7-4864-ABE9-7095779F96BD}"/>
              </a:ext>
            </a:extLst>
          </p:cNvPr>
          <p:cNvSpPr>
            <a:spLocks xmlns:a="http://schemas.openxmlformats.org/drawingml/2006/main" noGrp="1"/>
          </p:cNvSpPr>
          <p:nvPr/>
        </p:nvSpPr>
        <p:spPr>
          <a:xfrm xmlns:a="http://schemas.openxmlformats.org/drawingml/2006/main">
            <a:off x="885825" y="2957512"/>
            <a:ext cx="4514850" cy="457200"/>
          </a:xfrm>
          <a:custGeom xmlns:a="http://schemas.openxmlformats.org/drawingml/2006/main">
            <a:rect l="l" t="t" r="r" b="b"/>
            <a:pathLst>
              <a:path w="6019800" h="609600">
                <a:moveTo>
                  <a:pt x="0" y="0"/>
                </a:moveTo>
                <a:lnTo>
                  <a:pt x="6019800" y="0"/>
                </a:lnTo>
                <a:lnTo>
                  <a:pt x="6019800" y="609600"/>
                </a:lnTo>
                <a:lnTo>
                  <a:pt x="0" y="609600"/>
                </a:lnTo>
                <a:close/>
              </a:path>
            </a:pathLst>
          </a:custGeom>
          <a:blipFill xmlns:a="http://schemas.openxmlformats.org/drawingml/2006/main">
            <a:blip xmlns:r="http://schemas.openxmlformats.org/officeDocument/2006/relationships" r:embed="R3709bf48853a4a83">
              <a:alphaModFix amt="0"/>
            </a:blip>
            <a:stretch>
              <a:fillRect l="0" t="-142414" r="0" b="-142414"/>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B45B4336-CF2C-42A5-A9DF-E8C7FBD3DE80}"/>
              </a:ext>
            </a:extLst>
          </p:cNvPr>
          <p:cNvSpPr>
            <a:spLocks xmlns:a="http://schemas.openxmlformats.org/drawingml/2006/main" noGrp="1"/>
          </p:cNvSpPr>
          <p:nvPr/>
        </p:nvSpPr>
        <p:spPr>
          <a:xfrm xmlns:a="http://schemas.openxmlformats.org/drawingml/2006/main">
            <a:off x="885825" y="2928937"/>
            <a:ext cx="4514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데이터셋 규모</a:t>
            </a:r>
          </a:p>
        </p:txBody>
      </p:sp>
      <p:sp>
        <p:nvSpPr>
          <p:cNvPr id="38" name="TextBox 38">
            <a:extLst xmlns:a="http://schemas.openxmlformats.org/drawingml/2006/main">
              <a:ext uri="{FF2B5EF4-FFF2-40B4-BE49-F238E27FC236}">
                <a16:creationId xmlns:a16="http://schemas.microsoft.com/office/drawing/2014/main" id="{EF5834DB-F1CE-4FC5-80FA-070E2B8590D2}"/>
              </a:ext>
            </a:extLst>
          </p:cNvPr>
          <p:cNvSpPr>
            <a:spLocks xmlns:a="http://schemas.openxmlformats.org/drawingml/2006/main" noGrp="1"/>
          </p:cNvSpPr>
          <p:nvPr/>
        </p:nvSpPr>
        <p:spPr>
          <a:xfrm xmlns:a="http://schemas.openxmlformats.org/drawingml/2006/main">
            <a:off x="977265" y="3527108"/>
            <a:ext cx="4331970" cy="131349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203행 · 38개 필드</a:t>
            </a:r>
          </a:p>
          <a:p xmlns:a="http://schemas.openxmlformats.org/drawingml/2006/main">
            <a:pPr algn="l">
              <a:lnSpc>
                <a:spcPts val="2160"/>
              </a:lnSpc>
              <a:buNone/>
            </a:pPr>
            <a:r>
              <a:rPr sz="1800">
                <a:solidFill>
                  <a:srgbClr val="9299A3"/>
                </a:solidFill>
                <a:latin typeface="Calibri (MS)"/>
                <a:ea typeface="Calibri (MS)"/>
                <a:cs typeface="Calibri (MS)"/>
              </a:rPr>
              <a:t>143개 질문 ID</a:t>
            </a:r>
          </a:p>
        </p:txBody>
      </p:sp>
      <p:sp>
        <p:nvSpPr>
          <p:cNvPr id="39" name="Freeform 39">
            <a:extLst xmlns:a="http://schemas.openxmlformats.org/drawingml/2006/main">
              <a:ext uri="{FF2B5EF4-FFF2-40B4-BE49-F238E27FC236}">
                <a16:creationId xmlns:a16="http://schemas.microsoft.com/office/drawing/2014/main" id="{AF1ADBC8-00CF-4530-82DE-39C522F5F28E}"/>
              </a:ext>
            </a:extLst>
          </p:cNvPr>
          <p:cNvSpPr>
            <a:spLocks xmlns:a="http://schemas.openxmlformats.org/drawingml/2006/main" noGrp="1"/>
          </p:cNvSpPr>
          <p:nvPr/>
        </p:nvSpPr>
        <p:spPr>
          <a:xfrm xmlns:a="http://schemas.openxmlformats.org/drawingml/2006/main">
            <a:off x="6057900" y="2771775"/>
            <a:ext cx="5314950" cy="4314825"/>
          </a:xfrm>
          <a:custGeom xmlns:a="http://schemas.openxmlformats.org/drawingml/2006/main">
            <a:rect l="l" t="t" r="r" b="b"/>
            <a:pathLst>
              <a:path w="5314950" h="4314825">
                <a:moveTo>
                  <a:pt x="0" y="0"/>
                </a:moveTo>
                <a:lnTo>
                  <a:pt x="5314950" y="0"/>
                </a:lnTo>
                <a:lnTo>
                  <a:pt x="5314950" y="4314825"/>
                </a:lnTo>
                <a:lnTo>
                  <a:pt x="0" y="4314825"/>
                </a:lnTo>
                <a:lnTo>
                  <a:pt x="0" y="0"/>
                </a:lnTo>
                <a:close/>
              </a:path>
            </a:pathLst>
          </a:custGeom>
          <a:blipFill xmlns:a="http://schemas.openxmlformats.org/drawingml/2006/main">
            <a:blip xmlns:r="http://schemas.openxmlformats.org/officeDocument/2006/relationships" r:embed="R67ce5996e9c64bc8">
              <a:extLst>
                <a:ext uri="{96DAC541-7B7A-43D3-8B79-37D633B846F1}">
                  <asvg:svgBlip xmlns:asvg="http://schemas.microsoft.com/office/drawing/2016/SVG/main" r:embed="R1d71600f06be4d78"/>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6B59962E-DC78-4652-89BD-3142FBD874AF}"/>
              </a:ext>
            </a:extLst>
          </p:cNvPr>
          <p:cNvSpPr>
            <a:spLocks xmlns:a="http://schemas.openxmlformats.org/drawingml/2006/main" noGrp="1"/>
          </p:cNvSpPr>
          <p:nvPr/>
        </p:nvSpPr>
        <p:spPr>
          <a:xfrm xmlns:a="http://schemas.openxmlformats.org/drawingml/2006/main">
            <a:off x="6386512" y="2986088"/>
            <a:ext cx="4657725" cy="428625"/>
          </a:xfrm>
          <a:custGeom xmlns:a="http://schemas.openxmlformats.org/drawingml/2006/main">
            <a:rect l="l" t="t" r="r" b="b"/>
            <a:pathLst>
              <a:path w="6210300" h="571500">
                <a:moveTo>
                  <a:pt x="0" y="0"/>
                </a:moveTo>
                <a:lnTo>
                  <a:pt x="6210300" y="0"/>
                </a:lnTo>
                <a:lnTo>
                  <a:pt x="6210300" y="571500"/>
                </a:lnTo>
                <a:lnTo>
                  <a:pt x="0" y="571500"/>
                </a:lnTo>
                <a:close/>
              </a:path>
            </a:pathLst>
          </a:custGeom>
          <a:blipFill xmlns:a="http://schemas.openxmlformats.org/drawingml/2006/main">
            <a:blip xmlns:r="http://schemas.openxmlformats.org/officeDocument/2006/relationships" r:embed="R412aa8000bb748a3">
              <a:alphaModFix amt="0"/>
            </a:blip>
            <a:stretch>
              <a:fillRect l="0" t="-161591" r="0" b="-161588"/>
            </a:stretch>
          </a:blipFill>
        </p:spPr>
        <p:txBody>
          <a:bodyPr xmlns:a="http://schemas.openxmlformats.org/drawingml/2006/main"/>
          <a:lstStyle xmlns:a="http://schemas.openxmlformats.org/drawingml/2006/main"/>
          <a:p xmlns:a="http://schemas.openxmlformats.org/drawingml/2006/main"/>
        </p:txBody>
      </p:sp>
      <p:sp>
        <p:nvSpPr>
          <p:cNvPr id="43" name="Freeform 43">
            <a:extLst xmlns:a="http://schemas.openxmlformats.org/drawingml/2006/main">
              <a:ext uri="{FF2B5EF4-FFF2-40B4-BE49-F238E27FC236}">
                <a16:creationId xmlns:a16="http://schemas.microsoft.com/office/drawing/2014/main" id="{1E99354E-B97B-4A90-83AA-2E346EFBE2C4}"/>
              </a:ext>
            </a:extLst>
          </p:cNvPr>
          <p:cNvSpPr>
            <a:spLocks xmlns:a="http://schemas.openxmlformats.org/drawingml/2006/main" noGrp="1"/>
          </p:cNvSpPr>
          <p:nvPr/>
        </p:nvSpPr>
        <p:spPr>
          <a:xfrm xmlns:a="http://schemas.openxmlformats.org/drawingml/2006/main">
            <a:off x="6386512" y="2957512"/>
            <a:ext cx="4657725" cy="457200"/>
          </a:xfrm>
          <a:custGeom xmlns:a="http://schemas.openxmlformats.org/drawingml/2006/main">
            <a:rect l="l" t="t" r="r" b="b"/>
            <a:pathLst>
              <a:path w="6210300" h="609600">
                <a:moveTo>
                  <a:pt x="0" y="0"/>
                </a:moveTo>
                <a:lnTo>
                  <a:pt x="6210300" y="0"/>
                </a:lnTo>
                <a:lnTo>
                  <a:pt x="6210300" y="609600"/>
                </a:lnTo>
                <a:lnTo>
                  <a:pt x="0" y="609600"/>
                </a:lnTo>
                <a:close/>
              </a:path>
            </a:pathLst>
          </a:custGeom>
          <a:blipFill xmlns:a="http://schemas.openxmlformats.org/drawingml/2006/main">
            <a:blip xmlns:r="http://schemas.openxmlformats.org/officeDocument/2006/relationships" r:embed="R3709bf48853a4a83">
              <a:alphaModFix amt="0"/>
            </a:blip>
            <a:stretch>
              <a:fillRect l="0" t="-148503" r="0" b="-148503"/>
            </a:stretch>
          </a:blipFill>
        </p:spPr>
        <p:txBody>
          <a:bodyPr xmlns:a="http://schemas.openxmlformats.org/drawingml/2006/main"/>
          <a:lstStyle xmlns:a="http://schemas.openxmlformats.org/drawingml/2006/main"/>
          <a:p xmlns:a="http://schemas.openxmlformats.org/drawingml/2006/main"/>
        </p:txBody>
      </p:sp>
      <p:sp>
        <p:nvSpPr>
          <p:cNvPr id="44" name="TextBox 44">
            <a:extLst xmlns:a="http://schemas.openxmlformats.org/drawingml/2006/main">
              <a:ext uri="{FF2B5EF4-FFF2-40B4-BE49-F238E27FC236}">
                <a16:creationId xmlns:a16="http://schemas.microsoft.com/office/drawing/2014/main" id="{79501805-8306-4E7B-84D0-399783906AE8}"/>
              </a:ext>
            </a:extLst>
          </p:cNvPr>
          <p:cNvSpPr>
            <a:spLocks xmlns:a="http://schemas.openxmlformats.org/drawingml/2006/main" noGrp="1"/>
          </p:cNvSpPr>
          <p:nvPr/>
        </p:nvSpPr>
        <p:spPr>
          <a:xfrm xmlns:a="http://schemas.openxmlformats.org/drawingml/2006/main">
            <a:off x="6386512" y="2928937"/>
            <a:ext cx="4657725"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평가 범위</a:t>
            </a:r>
          </a:p>
        </p:txBody>
      </p:sp>
      <p:sp>
        <p:nvSpPr>
          <p:cNvPr id="45" name="TextBox 45">
            <a:extLst xmlns:a="http://schemas.openxmlformats.org/drawingml/2006/main">
              <a:ext uri="{FF2B5EF4-FFF2-40B4-BE49-F238E27FC236}">
                <a16:creationId xmlns:a16="http://schemas.microsoft.com/office/drawing/2014/main" id="{41F288A1-EE34-4C5A-8E3B-DCB044B5F699}"/>
              </a:ext>
            </a:extLst>
          </p:cNvPr>
          <p:cNvSpPr>
            <a:spLocks xmlns:a="http://schemas.openxmlformats.org/drawingml/2006/main" noGrp="1"/>
          </p:cNvSpPr>
          <p:nvPr/>
        </p:nvSpPr>
        <p:spPr>
          <a:xfrm xmlns:a="http://schemas.openxmlformats.org/drawingml/2006/main">
            <a:off x="6477953" y="3527108"/>
            <a:ext cx="4474845" cy="32423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6개 업무 + 범위외</a:t>
            </a:r>
          </a:p>
          <a:p xmlns:a="http://schemas.openxmlformats.org/drawingml/2006/main">
            <a:pPr algn="l">
              <a:lnSpc>
                <a:spcPts val="2160"/>
              </a:lnSpc>
              <a:buNone/>
            </a:pPr>
            <a:r>
              <a:rPr sz="1800">
                <a:solidFill>
                  <a:srgbClr val="9299A3"/>
                </a:solidFill>
                <a:latin typeface="Calibri (MS)"/>
                <a:ea typeface="Calibri (MS)"/>
                <a:cs typeface="Calibri (MS)"/>
              </a:rPr>
              <a:t>모호·조건부·복합 질문</a:t>
            </a:r>
          </a:p>
        </p:txBody>
      </p:sp>
      <p:sp>
        <p:nvSpPr>
          <p:cNvPr id="46" name="Freeform 46">
            <a:extLst xmlns:a="http://schemas.openxmlformats.org/drawingml/2006/main">
              <a:ext uri="{FF2B5EF4-FFF2-40B4-BE49-F238E27FC236}">
                <a16:creationId xmlns:a16="http://schemas.microsoft.com/office/drawing/2014/main" id="{D55D6320-B469-4F0A-A8A1-29695FFC0DE2}"/>
              </a:ext>
            </a:extLst>
          </p:cNvPr>
          <p:cNvSpPr>
            <a:spLocks xmlns:a="http://schemas.openxmlformats.org/drawingml/2006/main" noGrp="1"/>
          </p:cNvSpPr>
          <p:nvPr/>
        </p:nvSpPr>
        <p:spPr>
          <a:xfrm xmlns:a="http://schemas.openxmlformats.org/drawingml/2006/main">
            <a:off x="11701462" y="2771775"/>
            <a:ext cx="5457825" cy="4314825"/>
          </a:xfrm>
          <a:custGeom xmlns:a="http://schemas.openxmlformats.org/drawingml/2006/main">
            <a:rect l="l" t="t" r="r" b="b"/>
            <a:pathLst>
              <a:path w="5457825" h="4314825">
                <a:moveTo>
                  <a:pt x="0" y="0"/>
                </a:moveTo>
                <a:lnTo>
                  <a:pt x="5457826" y="0"/>
                </a:lnTo>
                <a:lnTo>
                  <a:pt x="5457826" y="4314825"/>
                </a:lnTo>
                <a:lnTo>
                  <a:pt x="0" y="4314825"/>
                </a:lnTo>
                <a:lnTo>
                  <a:pt x="0" y="0"/>
                </a:lnTo>
                <a:close/>
              </a:path>
            </a:pathLst>
          </a:custGeom>
          <a:blipFill xmlns:a="http://schemas.openxmlformats.org/drawingml/2006/main">
            <a:blip xmlns:r="http://schemas.openxmlformats.org/officeDocument/2006/relationships" r:embed="Rb30fcf0ee4604f1f">
              <a:extLst>
                <a:ext uri="{96DAC541-7B7A-43D3-8B79-37D633B846F1}">
                  <asvg:svgBlip xmlns:asvg="http://schemas.microsoft.com/office/drawing/2016/SVG/main" r:embed="R5f01655755f14bb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8" name="Freeform 48">
            <a:extLst xmlns:a="http://schemas.openxmlformats.org/drawingml/2006/main">
              <a:ext uri="{FF2B5EF4-FFF2-40B4-BE49-F238E27FC236}">
                <a16:creationId xmlns:a16="http://schemas.microsoft.com/office/drawing/2014/main" id="{8EF8C397-9486-4611-AD04-AC0B53B40669}"/>
              </a:ext>
            </a:extLst>
          </p:cNvPr>
          <p:cNvSpPr>
            <a:spLocks xmlns:a="http://schemas.openxmlformats.org/drawingml/2006/main" noGrp="1"/>
          </p:cNvSpPr>
          <p:nvPr/>
        </p:nvSpPr>
        <p:spPr>
          <a:xfrm xmlns:a="http://schemas.openxmlformats.org/drawingml/2006/main">
            <a:off x="12030075" y="2986088"/>
            <a:ext cx="4800600" cy="428625"/>
          </a:xfrm>
          <a:custGeom xmlns:a="http://schemas.openxmlformats.org/drawingml/2006/main">
            <a:rect l="l" t="t" r="r" b="b"/>
            <a:pathLst>
              <a:path w="6400800" h="571500">
                <a:moveTo>
                  <a:pt x="0" y="0"/>
                </a:moveTo>
                <a:lnTo>
                  <a:pt x="6400800" y="0"/>
                </a:lnTo>
                <a:lnTo>
                  <a:pt x="6400800" y="571500"/>
                </a:lnTo>
                <a:lnTo>
                  <a:pt x="0" y="571500"/>
                </a:lnTo>
                <a:close/>
              </a:path>
            </a:pathLst>
          </a:custGeom>
          <a:blipFill xmlns:a="http://schemas.openxmlformats.org/drawingml/2006/main">
            <a:blip xmlns:r="http://schemas.openxmlformats.org/officeDocument/2006/relationships" r:embed="R412aa8000bb748a3">
              <a:alphaModFix amt="0"/>
            </a:blip>
            <a:stretch>
              <a:fillRect l="0" t="-168079" r="0" b="-168082"/>
            </a:stretch>
          </a:blipFill>
        </p:spPr>
        <p:txBody>
          <a:bodyPr xmlns:a="http://schemas.openxmlformats.org/drawingml/2006/main"/>
          <a:lstStyle xmlns:a="http://schemas.openxmlformats.org/drawingml/2006/main"/>
          <a:p xmlns:a="http://schemas.openxmlformats.org/drawingml/2006/main"/>
        </p:txBody>
      </p:sp>
      <p:sp>
        <p:nvSpPr>
          <p:cNvPr id="50" name="Freeform 50">
            <a:extLst xmlns:a="http://schemas.openxmlformats.org/drawingml/2006/main">
              <a:ext uri="{FF2B5EF4-FFF2-40B4-BE49-F238E27FC236}">
                <a16:creationId xmlns:a16="http://schemas.microsoft.com/office/drawing/2014/main" id="{2367BC41-7DA8-47BE-8D00-0C1ABAAE4E8A}"/>
              </a:ext>
            </a:extLst>
          </p:cNvPr>
          <p:cNvSpPr>
            <a:spLocks xmlns:a="http://schemas.openxmlformats.org/drawingml/2006/main" noGrp="1"/>
          </p:cNvSpPr>
          <p:nvPr/>
        </p:nvSpPr>
        <p:spPr>
          <a:xfrm xmlns:a="http://schemas.openxmlformats.org/drawingml/2006/main">
            <a:off x="12030075" y="2957512"/>
            <a:ext cx="4800600" cy="457200"/>
          </a:xfrm>
          <a:custGeom xmlns:a="http://schemas.openxmlformats.org/drawingml/2006/main">
            <a:rect l="l" t="t" r="r" b="b"/>
            <a:pathLst>
              <a:path w="6400800" h="609600">
                <a:moveTo>
                  <a:pt x="0" y="0"/>
                </a:moveTo>
                <a:lnTo>
                  <a:pt x="6400800" y="0"/>
                </a:lnTo>
                <a:lnTo>
                  <a:pt x="6400800" y="609600"/>
                </a:lnTo>
                <a:lnTo>
                  <a:pt x="0" y="609600"/>
                </a:lnTo>
                <a:close/>
              </a:path>
            </a:pathLst>
          </a:custGeom>
          <a:blipFill xmlns:a="http://schemas.openxmlformats.org/drawingml/2006/main">
            <a:blip xmlns:r="http://schemas.openxmlformats.org/officeDocument/2006/relationships" r:embed="R3709bf48853a4a83">
              <a:alphaModFix amt="0"/>
            </a:blip>
            <a:stretch>
              <a:fillRect l="0" t="-154592" r="0" b="-154592"/>
            </a:stretch>
          </a:blipFill>
        </p:spPr>
        <p:txBody>
          <a:bodyPr xmlns:a="http://schemas.openxmlformats.org/drawingml/2006/main"/>
          <a:lstStyle xmlns:a="http://schemas.openxmlformats.org/drawingml/2006/main"/>
          <a:p xmlns:a="http://schemas.openxmlformats.org/drawingml/2006/main"/>
        </p:txBody>
      </p:sp>
      <p:sp>
        <p:nvSpPr>
          <p:cNvPr id="51" name="TextBox 51">
            <a:extLst xmlns:a="http://schemas.openxmlformats.org/drawingml/2006/main">
              <a:ext uri="{FF2B5EF4-FFF2-40B4-BE49-F238E27FC236}">
                <a16:creationId xmlns:a16="http://schemas.microsoft.com/office/drawing/2014/main" id="{A019EF18-45DC-4640-94D9-5B7EBC0DCB6D}"/>
              </a:ext>
            </a:extLst>
          </p:cNvPr>
          <p:cNvSpPr>
            <a:spLocks xmlns:a="http://schemas.openxmlformats.org/drawingml/2006/main" noGrp="1"/>
          </p:cNvSpPr>
          <p:nvPr/>
        </p:nvSpPr>
        <p:spPr>
          <a:xfrm xmlns:a="http://schemas.openxmlformats.org/drawingml/2006/main">
            <a:off x="12030075" y="2928937"/>
            <a:ext cx="480060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정답 구조</a:t>
            </a:r>
          </a:p>
        </p:txBody>
      </p:sp>
      <p:sp>
        <p:nvSpPr>
          <p:cNvPr id="52" name="TextBox 52">
            <a:extLst xmlns:a="http://schemas.openxmlformats.org/drawingml/2006/main">
              <a:ext uri="{FF2B5EF4-FFF2-40B4-BE49-F238E27FC236}">
                <a16:creationId xmlns:a16="http://schemas.microsoft.com/office/drawing/2014/main" id="{B6368077-951B-4968-9908-E66531A50F02}"/>
              </a:ext>
            </a:extLst>
          </p:cNvPr>
          <p:cNvSpPr>
            <a:spLocks xmlns:a="http://schemas.openxmlformats.org/drawingml/2006/main" noGrp="1"/>
          </p:cNvSpPr>
          <p:nvPr/>
        </p:nvSpPr>
        <p:spPr>
          <a:xfrm xmlns:a="http://schemas.openxmlformats.org/drawingml/2006/main">
            <a:off x="12121515" y="3527108"/>
            <a:ext cx="4617720" cy="32423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문서·섹션·청크 Gold</a:t>
            </a:r>
          </a:p>
          <a:p xmlns:a="http://schemas.openxmlformats.org/drawingml/2006/main">
            <a:pPr algn="l">
              <a:lnSpc>
                <a:spcPts val="2160"/>
              </a:lnSpc>
              <a:buNone/>
            </a:pPr>
            <a:r>
              <a:rPr sz="1800">
                <a:solidFill>
                  <a:srgbClr val="9299A3"/>
                </a:solidFill>
                <a:latin typeface="Calibri (MS)"/>
                <a:ea typeface="Calibri (MS)"/>
                <a:cs typeface="Calibri (MS)"/>
              </a:rPr>
              <a:t>필수응답요소·정책</a:t>
            </a:r>
          </a:p>
        </p:txBody>
      </p:sp>
      <p:sp>
        <p:nvSpPr>
          <p:cNvPr id="53" name="Freeform 53">
            <a:extLst xmlns:a="http://schemas.openxmlformats.org/drawingml/2006/main">
              <a:ext uri="{FF2B5EF4-FFF2-40B4-BE49-F238E27FC236}">
                <a16:creationId xmlns:a16="http://schemas.microsoft.com/office/drawing/2014/main" id="{545B77CD-8B00-4971-B1DA-467A8B1D9A96}"/>
              </a:ext>
            </a:extLst>
          </p:cNvPr>
          <p:cNvSpPr>
            <a:spLocks xmlns:a="http://schemas.openxmlformats.org/drawingml/2006/main" noGrp="1"/>
          </p:cNvSpPr>
          <p:nvPr/>
        </p:nvSpPr>
        <p:spPr>
          <a:xfrm xmlns:a="http://schemas.openxmlformats.org/drawingml/2006/main">
            <a:off x="557212" y="7558088"/>
            <a:ext cx="8029575" cy="1671638"/>
          </a:xfrm>
          <a:custGeom xmlns:a="http://schemas.openxmlformats.org/drawingml/2006/main">
            <a:rect l="l" t="t" r="r" b="b"/>
            <a:pathLst>
              <a:path w="8029575" h="1671638">
                <a:moveTo>
                  <a:pt x="0" y="0"/>
                </a:moveTo>
                <a:lnTo>
                  <a:pt x="8029576" y="0"/>
                </a:lnTo>
                <a:lnTo>
                  <a:pt x="8029576" y="1671637"/>
                </a:lnTo>
                <a:lnTo>
                  <a:pt x="0" y="1671637"/>
                </a:lnTo>
                <a:lnTo>
                  <a:pt x="0" y="0"/>
                </a:lnTo>
                <a:close/>
              </a:path>
            </a:pathLst>
          </a:custGeom>
          <a:blipFill xmlns:a="http://schemas.openxmlformats.org/drawingml/2006/main">
            <a:blip xmlns:r="http://schemas.openxmlformats.org/officeDocument/2006/relationships" r:embed="R42503f6521514ba2">
              <a:extLst>
                <a:ext uri="{96DAC541-7B7A-43D3-8B79-37D633B846F1}">
                  <asvg:svgBlip xmlns:asvg="http://schemas.microsoft.com/office/drawing/2016/SVG/main" r:embed="Raff2ad66b5a94a0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5" name="Freeform 55">
            <a:extLst xmlns:a="http://schemas.openxmlformats.org/drawingml/2006/main">
              <a:ext uri="{FF2B5EF4-FFF2-40B4-BE49-F238E27FC236}">
                <a16:creationId xmlns:a16="http://schemas.microsoft.com/office/drawing/2014/main" id="{87C2F289-7DF9-4B90-A560-8A68DE9AEDD7}"/>
              </a:ext>
            </a:extLst>
          </p:cNvPr>
          <p:cNvSpPr>
            <a:spLocks xmlns:a="http://schemas.openxmlformats.org/drawingml/2006/main" noGrp="1"/>
          </p:cNvSpPr>
          <p:nvPr/>
        </p:nvSpPr>
        <p:spPr>
          <a:xfrm xmlns:a="http://schemas.openxmlformats.org/drawingml/2006/main">
            <a:off x="885825" y="7772400"/>
            <a:ext cx="7372350" cy="428625"/>
          </a:xfrm>
          <a:custGeom xmlns:a="http://schemas.openxmlformats.org/drawingml/2006/main">
            <a:rect l="l" t="t" r="r" b="b"/>
            <a:pathLst>
              <a:path w="9829800" h="571500">
                <a:moveTo>
                  <a:pt x="0" y="0"/>
                </a:moveTo>
                <a:lnTo>
                  <a:pt x="9829800" y="0"/>
                </a:lnTo>
                <a:lnTo>
                  <a:pt x="9829800" y="571500"/>
                </a:lnTo>
                <a:lnTo>
                  <a:pt x="0" y="571500"/>
                </a:lnTo>
                <a:close/>
              </a:path>
            </a:pathLst>
          </a:custGeom>
          <a:blipFill xmlns:a="http://schemas.openxmlformats.org/drawingml/2006/main">
            <a:blip xmlns:r="http://schemas.openxmlformats.org/officeDocument/2006/relationships" r:embed="R412aa8000bb748a3">
              <a:alphaModFix amt="0"/>
            </a:blip>
            <a:stretch>
              <a:fillRect l="0" t="-284908" r="0" b="-284911"/>
            </a:stretch>
          </a:blipFill>
        </p:spPr>
        <p:txBody>
          <a:bodyPr xmlns:a="http://schemas.openxmlformats.org/drawingml/2006/main"/>
          <a:lstStyle xmlns:a="http://schemas.openxmlformats.org/drawingml/2006/main"/>
          <a:p xmlns:a="http://schemas.openxmlformats.org/drawingml/2006/main"/>
        </p:txBody>
      </p:sp>
      <p:sp>
        <p:nvSpPr>
          <p:cNvPr id="57" name="Freeform 57">
            <a:extLst xmlns:a="http://schemas.openxmlformats.org/drawingml/2006/main">
              <a:ext uri="{FF2B5EF4-FFF2-40B4-BE49-F238E27FC236}">
                <a16:creationId xmlns:a16="http://schemas.microsoft.com/office/drawing/2014/main" id="{95260115-CA59-49A8-9BF5-90C35119B504}"/>
              </a:ext>
            </a:extLst>
          </p:cNvPr>
          <p:cNvSpPr>
            <a:spLocks xmlns:a="http://schemas.openxmlformats.org/drawingml/2006/main" noGrp="1"/>
          </p:cNvSpPr>
          <p:nvPr/>
        </p:nvSpPr>
        <p:spPr>
          <a:xfrm xmlns:a="http://schemas.openxmlformats.org/drawingml/2006/main">
            <a:off x="885825" y="7743825"/>
            <a:ext cx="7372350" cy="457200"/>
          </a:xfrm>
          <a:custGeom xmlns:a="http://schemas.openxmlformats.org/drawingml/2006/main">
            <a:rect l="l" t="t" r="r" b="b"/>
            <a:pathLst>
              <a:path w="9829800" h="609600">
                <a:moveTo>
                  <a:pt x="0" y="0"/>
                </a:moveTo>
                <a:lnTo>
                  <a:pt x="9829800" y="0"/>
                </a:lnTo>
                <a:lnTo>
                  <a:pt x="9829800" y="609600"/>
                </a:lnTo>
                <a:lnTo>
                  <a:pt x="0" y="609600"/>
                </a:lnTo>
                <a:close/>
              </a:path>
            </a:pathLst>
          </a:custGeom>
          <a:blipFill xmlns:a="http://schemas.openxmlformats.org/drawingml/2006/main">
            <a:blip xmlns:r="http://schemas.openxmlformats.org/officeDocument/2006/relationships" r:embed="R3709bf48853a4a83">
              <a:alphaModFix amt="0"/>
            </a:blip>
            <a:stretch>
              <a:fillRect l="0" t="-264196" r="0" b="-264196"/>
            </a:stretch>
          </a:blipFill>
        </p:spPr>
        <p:txBody>
          <a:bodyPr xmlns:a="http://schemas.openxmlformats.org/drawingml/2006/main"/>
          <a:lstStyle xmlns:a="http://schemas.openxmlformats.org/drawingml/2006/main"/>
          <a:p xmlns:a="http://schemas.openxmlformats.org/drawingml/2006/main"/>
        </p:txBody>
      </p:sp>
      <p:sp>
        <p:nvSpPr>
          <p:cNvPr id="58" name="TextBox 58">
            <a:extLst xmlns:a="http://schemas.openxmlformats.org/drawingml/2006/main">
              <a:ext uri="{FF2B5EF4-FFF2-40B4-BE49-F238E27FC236}">
                <a16:creationId xmlns:a16="http://schemas.microsoft.com/office/drawing/2014/main" id="{C50C418E-AF81-4086-BC42-8BFB31366CCC}"/>
              </a:ext>
            </a:extLst>
          </p:cNvPr>
          <p:cNvSpPr>
            <a:spLocks xmlns:a="http://schemas.openxmlformats.org/drawingml/2006/main" noGrp="1"/>
          </p:cNvSpPr>
          <p:nvPr/>
        </p:nvSpPr>
        <p:spPr>
          <a:xfrm xmlns:a="http://schemas.openxmlformats.org/drawingml/2006/main">
            <a:off x="885825" y="7715250"/>
            <a:ext cx="73723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검수 상태</a:t>
            </a:r>
          </a:p>
        </p:txBody>
      </p:sp>
      <p:sp>
        <p:nvSpPr>
          <p:cNvPr id="59" name="TextBox 59">
            <a:extLst xmlns:a="http://schemas.openxmlformats.org/drawingml/2006/main">
              <a:ext uri="{FF2B5EF4-FFF2-40B4-BE49-F238E27FC236}">
                <a16:creationId xmlns:a16="http://schemas.microsoft.com/office/drawing/2014/main" id="{54E16008-DE92-41EA-90C8-1D365945663F}"/>
              </a:ext>
            </a:extLst>
          </p:cNvPr>
          <p:cNvSpPr>
            <a:spLocks xmlns:a="http://schemas.openxmlformats.org/drawingml/2006/main" noGrp="1"/>
          </p:cNvSpPr>
          <p:nvPr/>
        </p:nvSpPr>
        <p:spPr>
          <a:xfrm xmlns:a="http://schemas.openxmlformats.org/drawingml/2006/main">
            <a:off x="977265" y="8313420"/>
            <a:ext cx="7189470" cy="59912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자동승인·검토대기</a:t>
            </a:r>
          </a:p>
          <a:p xmlns:a="http://schemas.openxmlformats.org/drawingml/2006/main">
            <a:pPr algn="l">
              <a:lnSpc>
                <a:spcPts val="2160"/>
              </a:lnSpc>
              <a:buNone/>
            </a:pPr>
            <a:r>
              <a:rPr sz="1800">
                <a:solidFill>
                  <a:srgbClr val="9299A3"/>
                </a:solidFill>
                <a:latin typeface="Calibri (MS)"/>
                <a:ea typeface="Calibri (MS)"/>
                <a:cs typeface="Calibri (MS)"/>
              </a:rPr>
              <a:t>매핑 상태 구분</a:t>
            </a:r>
          </a:p>
        </p:txBody>
      </p:sp>
      <p:sp>
        <p:nvSpPr>
          <p:cNvPr id="60" name="Freeform 60">
            <a:extLst xmlns:a="http://schemas.openxmlformats.org/drawingml/2006/main">
              <a:ext uri="{FF2B5EF4-FFF2-40B4-BE49-F238E27FC236}">
                <a16:creationId xmlns:a16="http://schemas.microsoft.com/office/drawing/2014/main" id="{62B4AF03-24ED-4E66-A1E2-CB268BE9963F}"/>
              </a:ext>
            </a:extLst>
          </p:cNvPr>
          <p:cNvSpPr>
            <a:spLocks xmlns:a="http://schemas.openxmlformats.org/drawingml/2006/main" noGrp="1"/>
          </p:cNvSpPr>
          <p:nvPr/>
        </p:nvSpPr>
        <p:spPr>
          <a:xfrm xmlns:a="http://schemas.openxmlformats.org/drawingml/2006/main">
            <a:off x="8915400" y="7558088"/>
            <a:ext cx="8243888" cy="1671638"/>
          </a:xfrm>
          <a:custGeom xmlns:a="http://schemas.openxmlformats.org/drawingml/2006/main">
            <a:rect l="l" t="t" r="r" b="b"/>
            <a:pathLst>
              <a:path w="8243888" h="1671638">
                <a:moveTo>
                  <a:pt x="0" y="0"/>
                </a:moveTo>
                <a:lnTo>
                  <a:pt x="8243888" y="0"/>
                </a:lnTo>
                <a:lnTo>
                  <a:pt x="8243888" y="1671637"/>
                </a:lnTo>
                <a:lnTo>
                  <a:pt x="0" y="1671637"/>
                </a:lnTo>
                <a:lnTo>
                  <a:pt x="0" y="0"/>
                </a:lnTo>
                <a:close/>
              </a:path>
            </a:pathLst>
          </a:custGeom>
          <a:blipFill xmlns:a="http://schemas.openxmlformats.org/drawingml/2006/main">
            <a:blip xmlns:r="http://schemas.openxmlformats.org/officeDocument/2006/relationships" r:embed="R902932d3b8884a91">
              <a:extLst>
                <a:ext uri="{96DAC541-7B7A-43D3-8B79-37D633B846F1}">
                  <asvg:svgBlip xmlns:asvg="http://schemas.microsoft.com/office/drawing/2016/SVG/main" r:embed="R296833b3c8df4167"/>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62" name="Freeform 62">
            <a:extLst xmlns:a="http://schemas.openxmlformats.org/drawingml/2006/main">
              <a:ext uri="{FF2B5EF4-FFF2-40B4-BE49-F238E27FC236}">
                <a16:creationId xmlns:a16="http://schemas.microsoft.com/office/drawing/2014/main" id="{43D5267A-F1E1-4F55-8BE4-9EB0FAFA8566}"/>
              </a:ext>
            </a:extLst>
          </p:cNvPr>
          <p:cNvSpPr>
            <a:spLocks xmlns:a="http://schemas.openxmlformats.org/drawingml/2006/main" noGrp="1"/>
          </p:cNvSpPr>
          <p:nvPr/>
        </p:nvSpPr>
        <p:spPr>
          <a:xfrm xmlns:a="http://schemas.openxmlformats.org/drawingml/2006/main">
            <a:off x="9244012" y="7772400"/>
            <a:ext cx="7586662" cy="428625"/>
          </a:xfrm>
          <a:custGeom xmlns:a="http://schemas.openxmlformats.org/drawingml/2006/main">
            <a:rect l="l" t="t" r="r" b="b"/>
            <a:pathLst>
              <a:path w="10115550" h="571500">
                <a:moveTo>
                  <a:pt x="0" y="0"/>
                </a:moveTo>
                <a:lnTo>
                  <a:pt x="10115550" y="0"/>
                </a:lnTo>
                <a:lnTo>
                  <a:pt x="10115550" y="571500"/>
                </a:lnTo>
                <a:lnTo>
                  <a:pt x="0" y="571500"/>
                </a:lnTo>
                <a:close/>
              </a:path>
            </a:pathLst>
          </a:custGeom>
          <a:blipFill xmlns:a="http://schemas.openxmlformats.org/drawingml/2006/main">
            <a:blip xmlns:r="http://schemas.openxmlformats.org/officeDocument/2006/relationships" r:embed="R412aa8000bb748a3">
              <a:alphaModFix amt="0"/>
            </a:blip>
            <a:stretch>
              <a:fillRect l="0" t="-294644" r="0" b="-294646"/>
            </a:stretch>
          </a:blipFill>
        </p:spPr>
        <p:txBody>
          <a:bodyPr xmlns:a="http://schemas.openxmlformats.org/drawingml/2006/main"/>
          <a:lstStyle xmlns:a="http://schemas.openxmlformats.org/drawingml/2006/main"/>
          <a:p xmlns:a="http://schemas.openxmlformats.org/drawingml/2006/main"/>
        </p:txBody>
      </p:sp>
      <p:sp>
        <p:nvSpPr>
          <p:cNvPr id="64" name="Freeform 64">
            <a:extLst xmlns:a="http://schemas.openxmlformats.org/drawingml/2006/main">
              <a:ext uri="{FF2B5EF4-FFF2-40B4-BE49-F238E27FC236}">
                <a16:creationId xmlns:a16="http://schemas.microsoft.com/office/drawing/2014/main" id="{1C486416-4946-4F7A-BEB2-549B81CE3FF9}"/>
              </a:ext>
            </a:extLst>
          </p:cNvPr>
          <p:cNvSpPr>
            <a:spLocks xmlns:a="http://schemas.openxmlformats.org/drawingml/2006/main" noGrp="1"/>
          </p:cNvSpPr>
          <p:nvPr/>
        </p:nvSpPr>
        <p:spPr>
          <a:xfrm xmlns:a="http://schemas.openxmlformats.org/drawingml/2006/main">
            <a:off x="9244012" y="7743825"/>
            <a:ext cx="7586661" cy="457200"/>
          </a:xfrm>
          <a:custGeom xmlns:a="http://schemas.openxmlformats.org/drawingml/2006/main">
            <a:rect l="l" t="t" r="r" b="b"/>
            <a:pathLst>
              <a:path w="10115549" h="609600">
                <a:moveTo>
                  <a:pt x="0" y="0"/>
                </a:moveTo>
                <a:lnTo>
                  <a:pt x="10115549" y="0"/>
                </a:lnTo>
                <a:lnTo>
                  <a:pt x="10115549" y="609600"/>
                </a:lnTo>
                <a:lnTo>
                  <a:pt x="0" y="609600"/>
                </a:lnTo>
                <a:close/>
              </a:path>
            </a:pathLst>
          </a:custGeom>
          <a:blipFill xmlns:a="http://schemas.openxmlformats.org/drawingml/2006/main">
            <a:blip xmlns:r="http://schemas.openxmlformats.org/officeDocument/2006/relationships" r:embed="R3709bf48853a4a83">
              <a:alphaModFix amt="0"/>
            </a:blip>
            <a:stretch>
              <a:fillRect l="0" t="-273329" r="0" b="-273329"/>
            </a:stretch>
          </a:blipFill>
        </p:spPr>
        <p:txBody>
          <a:bodyPr xmlns:a="http://schemas.openxmlformats.org/drawingml/2006/main"/>
          <a:lstStyle xmlns:a="http://schemas.openxmlformats.org/drawingml/2006/main"/>
          <a:p xmlns:a="http://schemas.openxmlformats.org/drawingml/2006/main"/>
        </p:txBody>
      </p:sp>
      <p:sp>
        <p:nvSpPr>
          <p:cNvPr id="65" name="TextBox 65">
            <a:extLst xmlns:a="http://schemas.openxmlformats.org/drawingml/2006/main">
              <a:ext uri="{FF2B5EF4-FFF2-40B4-BE49-F238E27FC236}">
                <a16:creationId xmlns:a16="http://schemas.microsoft.com/office/drawing/2014/main" id="{105B4E7C-1545-491D-A1F6-231BFECD24F9}"/>
              </a:ext>
            </a:extLst>
          </p:cNvPr>
          <p:cNvSpPr>
            <a:spLocks xmlns:a="http://schemas.openxmlformats.org/drawingml/2006/main" noGrp="1"/>
          </p:cNvSpPr>
          <p:nvPr/>
        </p:nvSpPr>
        <p:spPr>
          <a:xfrm xmlns:a="http://schemas.openxmlformats.org/drawingml/2006/main">
            <a:off x="9244012" y="7715250"/>
            <a:ext cx="7586662"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다음 측정</a:t>
            </a:r>
          </a:p>
        </p:txBody>
      </p:sp>
      <p:sp>
        <p:nvSpPr>
          <p:cNvPr id="66" name="TextBox 66">
            <a:extLst xmlns:a="http://schemas.openxmlformats.org/drawingml/2006/main">
              <a:ext uri="{FF2B5EF4-FFF2-40B4-BE49-F238E27FC236}">
                <a16:creationId xmlns:a16="http://schemas.microsoft.com/office/drawing/2014/main" id="{29C0ACDE-E882-4EDA-8085-4073F7D68770}"/>
              </a:ext>
            </a:extLst>
          </p:cNvPr>
          <p:cNvSpPr>
            <a:spLocks xmlns:a="http://schemas.openxmlformats.org/drawingml/2006/main" noGrp="1"/>
          </p:cNvSpPr>
          <p:nvPr/>
        </p:nvSpPr>
        <p:spPr>
          <a:xfrm xmlns:a="http://schemas.openxmlformats.org/drawingml/2006/main">
            <a:off x="9335452" y="8313420"/>
            <a:ext cx="7403782" cy="59912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Hit@K·MRR·근거성</a:t>
            </a:r>
          </a:p>
          <a:p xmlns:a="http://schemas.openxmlformats.org/drawingml/2006/main">
            <a:pPr algn="l">
              <a:lnSpc>
                <a:spcPts val="2160"/>
              </a:lnSpc>
              <a:buNone/>
            </a:pPr>
            <a:r>
              <a:rPr sz="1800">
                <a:solidFill>
                  <a:srgbClr val="9299A3"/>
                </a:solidFill>
                <a:latin typeface="Calibri (MS)"/>
                <a:ea typeface="Calibri (MS)"/>
                <a:cs typeface="Calibri (MS)"/>
              </a:rPr>
              <a:t>업무 혼입률 비교</a:t>
            </a:r>
          </a:p>
        </p:txBody>
      </p:sp>
    </p:spTree>
    <p:extLst>
      <p:ext uri="{BB962C8B-B14F-4D97-AF65-F5344CB8AC3E}">
        <p14:creationId xmlns:p14="http://schemas.microsoft.com/office/powerpoint/2010/main" val="613493049"/>
      </p:ext>
    </p:extLst>
  </p:cSld>
</p:sld>
</file>

<file path=ppt/slides/slide24.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4DC859-BD6E-420D-BBBF-A87BC1964D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622ca21b25684380">
              <a:extLst>
                <a:ext uri="{96DAC541-7B7A-43D3-8B79-37D633B846F1}">
                  <asvg:svgBlip xmlns:asvg="http://schemas.microsoft.com/office/drawing/2016/SVG/main" r:embed="R2d2ee0d986774378"/>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3D9A0A0-28C4-438B-81B6-AC72F925FC6B}"/>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1f8da6e4e38c40e2">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40090AB-AC78-488E-B1E3-86F6058F79B5}"/>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395c0eaeb80440a8">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3F17D321-ADA2-419C-8E37-5DACC6CD04B0}"/>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평가 데이터셋 검수의 문제</a:t>
            </a:r>
          </a:p>
        </p:txBody>
      </p:sp>
      <p:sp>
        <p:nvSpPr>
          <p:cNvPr id="9" name="Freeform 9">
            <a:extLst xmlns:a="http://schemas.openxmlformats.org/drawingml/2006/main">
              <a:ext uri="{FF2B5EF4-FFF2-40B4-BE49-F238E27FC236}">
                <a16:creationId xmlns:a16="http://schemas.microsoft.com/office/drawing/2014/main" id="{4A16F292-BFD4-4C88-83CC-AC6DBECACD8B}"/>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1f8da6e4e38c40e2">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D8A70BB-DD68-47DA-BA49-3B1F8AA8F044}"/>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395c0eaeb80440a8">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C15A384-B1F8-4D6A-9A4F-9D48A43D2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가로로 긴 CSV는 질문과 Gold 근거를 한눈에 보기 어려웠습니다</a:t>
            </a:r>
          </a:p>
        </p:txBody>
      </p:sp>
      <p:sp>
        <p:nvSpPr>
          <p:cNvPr id="14" name="Freeform 14">
            <a:extLst xmlns:a="http://schemas.openxmlformats.org/drawingml/2006/main">
              <a:ext uri="{FF2B5EF4-FFF2-40B4-BE49-F238E27FC236}">
                <a16:creationId xmlns:a16="http://schemas.microsoft.com/office/drawing/2014/main" id="{524D5685-07AD-4BD4-BCDF-9A10A6AB220E}"/>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1f8da6e4e38c40e2">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6B50F2E-08E3-4CDC-A892-E70FD7B0741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395c0eaeb80440a8">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67888A7-F9CA-476E-B9C6-B171D5D75C57}"/>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질문 정보와 Gold 문서·섹션·청크가 여러 열에 분산되어 행 단위 대조에 시간이 소요</a:t>
            </a:r>
          </a:p>
        </p:txBody>
      </p:sp>
      <p:sp>
        <p:nvSpPr>
          <p:cNvPr id="19" name="Freeform 19">
            <a:extLst xmlns:a="http://schemas.openxmlformats.org/drawingml/2006/main">
              <a:ext uri="{FF2B5EF4-FFF2-40B4-BE49-F238E27FC236}">
                <a16:creationId xmlns:a16="http://schemas.microsoft.com/office/drawing/2014/main" id="{808A8D83-C5CA-48BF-8FA6-0B775206CBF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3E5082ED-3738-4B6E-AD27-C25BC4B2D63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5F78E9A2-2EC2-4C6A-BAF4-FD26908C602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1f8da6e4e38c40e2">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BE195CA-C62F-452C-975E-105856955AE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395c0eaeb80440a8">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BB6EC86D-407A-43F0-BDAC-C853DACAEAE5}"/>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28F94F0-8585-4229-A6C9-1F2F11C7A431}"/>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1f8da6e4e38c40e2">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5857593E-95F8-4A11-BFAE-769ECB673EB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395c0eaeb80440a8">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9B44FA6-11FD-4C03-ADFF-19B1466884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25</a:t>
            </a:r>
          </a:p>
        </p:txBody>
      </p:sp>
      <p:sp>
        <p:nvSpPr>
          <p:cNvPr id="32" name="Freeform 32">
            <a:extLst xmlns:a="http://schemas.openxmlformats.org/drawingml/2006/main">
              <a:ext uri="{FF2B5EF4-FFF2-40B4-BE49-F238E27FC236}">
                <a16:creationId xmlns:a16="http://schemas.microsoft.com/office/drawing/2014/main" id="{15777089-BB2B-4F0C-9B30-459F4E6F016A}"/>
              </a:ext>
            </a:extLst>
          </p:cNvPr>
          <p:cNvSpPr>
            <a:spLocks xmlns:a="http://schemas.openxmlformats.org/drawingml/2006/main" noGrp="1"/>
          </p:cNvSpPr>
          <p:nvPr/>
        </p:nvSpPr>
        <p:spPr>
          <a:xfrm xmlns:a="http://schemas.openxmlformats.org/drawingml/2006/main">
            <a:off x="557212" y="2700338"/>
            <a:ext cx="10887075" cy="6029325"/>
          </a:xfrm>
          <a:custGeom xmlns:a="http://schemas.openxmlformats.org/drawingml/2006/main">
            <a:rect l="l" t="t" r="r" b="b"/>
            <a:pathLst>
              <a:path w="10887075" h="6029325">
                <a:moveTo>
                  <a:pt x="0" y="0"/>
                </a:moveTo>
                <a:lnTo>
                  <a:pt x="10887076" y="0"/>
                </a:lnTo>
                <a:lnTo>
                  <a:pt x="10887076" y="6029324"/>
                </a:lnTo>
                <a:lnTo>
                  <a:pt x="0" y="6029324"/>
                </a:lnTo>
                <a:lnTo>
                  <a:pt x="0" y="0"/>
                </a:lnTo>
                <a:close/>
              </a:path>
            </a:pathLst>
          </a:custGeom>
          <a:blipFill xmlns:a="http://schemas.openxmlformats.org/drawingml/2006/main">
            <a:blip xmlns:r="http://schemas.openxmlformats.org/officeDocument/2006/relationships" r:embed="Ra1f00d32493b48f9">
              <a:extLst>
                <a:ext uri="{96DAC541-7B7A-43D3-8B79-37D633B846F1}">
                  <asvg:svgBlip xmlns:asvg="http://schemas.microsoft.com/office/drawing/2016/SVG/main" r:embed="R204df38306304ed8"/>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D5C5523-1FDB-466C-8F97-8912C6D0E558}"/>
              </a:ext>
            </a:extLst>
          </p:cNvPr>
          <p:cNvSpPr>
            <a:spLocks xmlns:a="http://schemas.openxmlformats.org/drawingml/2006/main" noGrp="1"/>
          </p:cNvSpPr>
          <p:nvPr/>
        </p:nvSpPr>
        <p:spPr>
          <a:xfrm xmlns:a="http://schemas.openxmlformats.org/drawingml/2006/main">
            <a:off x="885825" y="2914650"/>
            <a:ext cx="10229850" cy="428625"/>
          </a:xfrm>
          <a:custGeom xmlns:a="http://schemas.openxmlformats.org/drawingml/2006/main">
            <a:rect l="l" t="t" r="r" b="b"/>
            <a:pathLst>
              <a:path w="13639800" h="571500">
                <a:moveTo>
                  <a:pt x="0" y="0"/>
                </a:moveTo>
                <a:lnTo>
                  <a:pt x="13639800" y="0"/>
                </a:lnTo>
                <a:lnTo>
                  <a:pt x="13639800" y="571500"/>
                </a:lnTo>
                <a:lnTo>
                  <a:pt x="0" y="571500"/>
                </a:lnTo>
                <a:close/>
              </a:path>
            </a:pathLst>
          </a:custGeom>
          <a:blipFill xmlns:a="http://schemas.openxmlformats.org/drawingml/2006/main">
            <a:blip xmlns:r="http://schemas.openxmlformats.org/officeDocument/2006/relationships" r:embed="R1f8da6e4e38c40e2">
              <a:alphaModFix amt="0"/>
            </a:blip>
            <a:stretch>
              <a:fillRect l="0" t="-414720" r="0" b="-41472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5CAD0CD6-D6E3-4B1B-98F0-E0A9A8CBD356}"/>
              </a:ext>
            </a:extLst>
          </p:cNvPr>
          <p:cNvSpPr>
            <a:spLocks xmlns:a="http://schemas.openxmlformats.org/drawingml/2006/main" noGrp="1"/>
          </p:cNvSpPr>
          <p:nvPr/>
        </p:nvSpPr>
        <p:spPr>
          <a:xfrm xmlns:a="http://schemas.openxmlformats.org/drawingml/2006/main">
            <a:off x="885825" y="2886075"/>
            <a:ext cx="10229850" cy="457200"/>
          </a:xfrm>
          <a:custGeom xmlns:a="http://schemas.openxmlformats.org/drawingml/2006/main">
            <a:rect l="l" t="t" r="r" b="b"/>
            <a:pathLst>
              <a:path w="13639800" h="609600">
                <a:moveTo>
                  <a:pt x="0" y="0"/>
                </a:moveTo>
                <a:lnTo>
                  <a:pt x="13639800" y="0"/>
                </a:lnTo>
                <a:lnTo>
                  <a:pt x="13639800" y="609600"/>
                </a:lnTo>
                <a:lnTo>
                  <a:pt x="0" y="609600"/>
                </a:lnTo>
                <a:close/>
              </a:path>
            </a:pathLst>
          </a:custGeom>
          <a:blipFill xmlns:a="http://schemas.openxmlformats.org/drawingml/2006/main">
            <a:blip xmlns:r="http://schemas.openxmlformats.org/officeDocument/2006/relationships" r:embed="R395c0eaeb80440a8">
              <a:alphaModFix amt="0"/>
            </a:blip>
            <a:stretch>
              <a:fillRect l="0" t="-385977" r="0" b="-38597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1F689910-6B28-45F8-9E4F-EC619B5DEDDB}"/>
              </a:ext>
            </a:extLst>
          </p:cNvPr>
          <p:cNvSpPr>
            <a:spLocks xmlns:a="http://schemas.openxmlformats.org/drawingml/2006/main" noGrp="1"/>
          </p:cNvSpPr>
          <p:nvPr/>
        </p:nvSpPr>
        <p:spPr>
          <a:xfrm xmlns:a="http://schemas.openxmlformats.org/drawingml/2006/main">
            <a:off x="885825" y="2857500"/>
            <a:ext cx="10229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4B7BC9"/>
                </a:solidFill>
                <a:latin typeface="Calibri (MS) Bold"/>
                <a:ea typeface="Calibri (MS) Bold"/>
                <a:cs typeface="Calibri (MS) Bold"/>
              </a:rPr>
              <a:t>원본 평가 데이터셋 | 가로형 CSV</a:t>
            </a:r>
          </a:p>
        </p:txBody>
      </p:sp>
      <p:sp>
        <p:nvSpPr>
          <p:cNvPr id="38" name="Freeform 38">
            <a:extLst xmlns:a="http://schemas.openxmlformats.org/drawingml/2006/main">
              <a:ext uri="{FF2B5EF4-FFF2-40B4-BE49-F238E27FC236}">
                <a16:creationId xmlns:a16="http://schemas.microsoft.com/office/drawing/2014/main" id="{2DB4FDE8-1DAF-45FD-926D-6E6AA0B7E7AA}"/>
              </a:ext>
            </a:extLst>
          </p:cNvPr>
          <p:cNvSpPr>
            <a:spLocks xmlns:a="http://schemas.openxmlformats.org/drawingml/2006/main" noGrp="1"/>
          </p:cNvSpPr>
          <p:nvPr/>
        </p:nvSpPr>
        <p:spPr>
          <a:xfrm xmlns:a="http://schemas.openxmlformats.org/drawingml/2006/main">
            <a:off x="11915775" y="2700338"/>
            <a:ext cx="5243512" cy="3743325"/>
          </a:xfrm>
          <a:custGeom xmlns:a="http://schemas.openxmlformats.org/drawingml/2006/main">
            <a:rect l="l" t="t" r="r" b="b"/>
            <a:pathLst>
              <a:path w="5243512" h="3743325">
                <a:moveTo>
                  <a:pt x="0" y="0"/>
                </a:moveTo>
                <a:lnTo>
                  <a:pt x="5243513" y="0"/>
                </a:lnTo>
                <a:lnTo>
                  <a:pt x="5243513" y="3743324"/>
                </a:lnTo>
                <a:lnTo>
                  <a:pt x="0" y="3743324"/>
                </a:lnTo>
                <a:lnTo>
                  <a:pt x="0" y="0"/>
                </a:lnTo>
                <a:close/>
              </a:path>
            </a:pathLst>
          </a:custGeom>
          <a:blipFill xmlns:a="http://schemas.openxmlformats.org/drawingml/2006/main">
            <a:blip xmlns:r="http://schemas.openxmlformats.org/officeDocument/2006/relationships" r:embed="R9f2a225d14f449b7">
              <a:extLst>
                <a:ext uri="{96DAC541-7B7A-43D3-8B79-37D633B846F1}">
                  <asvg:svgBlip xmlns:asvg="http://schemas.microsoft.com/office/drawing/2016/SVG/main" r:embed="Rc32d95ea695c44f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99D0F66F-DBE7-4BF6-8673-E91F4F58E17B}"/>
              </a:ext>
            </a:extLst>
          </p:cNvPr>
          <p:cNvSpPr>
            <a:spLocks xmlns:a="http://schemas.openxmlformats.org/drawingml/2006/main" noGrp="1"/>
          </p:cNvSpPr>
          <p:nvPr/>
        </p:nvSpPr>
        <p:spPr>
          <a:xfrm xmlns:a="http://schemas.openxmlformats.org/drawingml/2006/main">
            <a:off x="12244388" y="2914650"/>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1f8da6e4e38c40e2">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DEFB33BA-44DB-4C0D-97F3-5BF5A39DE6F7}"/>
              </a:ext>
            </a:extLst>
          </p:cNvPr>
          <p:cNvSpPr>
            <a:spLocks xmlns:a="http://schemas.openxmlformats.org/drawingml/2006/main" noGrp="1"/>
          </p:cNvSpPr>
          <p:nvPr/>
        </p:nvSpPr>
        <p:spPr>
          <a:xfrm xmlns:a="http://schemas.openxmlformats.org/drawingml/2006/main">
            <a:off x="12244388" y="2886075"/>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395c0eaeb80440a8">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E33B14D3-5216-412D-9542-BAEAC02EB9EC}"/>
              </a:ext>
            </a:extLst>
          </p:cNvPr>
          <p:cNvSpPr>
            <a:spLocks xmlns:a="http://schemas.openxmlformats.org/drawingml/2006/main" noGrp="1"/>
          </p:cNvSpPr>
          <p:nvPr/>
        </p:nvSpPr>
        <p:spPr>
          <a:xfrm xmlns:a="http://schemas.openxmlformats.org/drawingml/2006/main">
            <a:off x="12244388" y="2857500"/>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질문 정보 분산</a:t>
            </a:r>
          </a:p>
        </p:txBody>
      </p:sp>
      <p:sp>
        <p:nvSpPr>
          <p:cNvPr id="44" name="TextBox 44">
            <a:extLst xmlns:a="http://schemas.openxmlformats.org/drawingml/2006/main">
              <a:ext uri="{FF2B5EF4-FFF2-40B4-BE49-F238E27FC236}">
                <a16:creationId xmlns:a16="http://schemas.microsoft.com/office/drawing/2014/main" id="{3A6A3686-0AE2-406E-BC46-9260BA074CB8}"/>
              </a:ext>
            </a:extLst>
          </p:cNvPr>
          <p:cNvSpPr>
            <a:spLocks xmlns:a="http://schemas.openxmlformats.org/drawingml/2006/main" noGrp="1"/>
          </p:cNvSpPr>
          <p:nvPr/>
        </p:nvSpPr>
        <p:spPr>
          <a:xfrm xmlns:a="http://schemas.openxmlformats.org/drawingml/2006/main">
            <a:off x="12335828" y="3455670"/>
            <a:ext cx="4403408" cy="26708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질문ID·업무·URL·질문유형이</a:t>
            </a:r>
          </a:p>
          <a:p xmlns:a="http://schemas.openxmlformats.org/drawingml/2006/main">
            <a:pPr algn="l">
              <a:lnSpc>
                <a:spcPts val="2160"/>
              </a:lnSpc>
              <a:buNone/>
            </a:pPr>
            <a:r>
              <a:rPr sz="1800">
                <a:solidFill>
                  <a:srgbClr val="9299A3"/>
                </a:solidFill>
                <a:latin typeface="Calibri (MS)"/>
                <a:ea typeface="Calibri (MS)"/>
                <a:cs typeface="Calibri (MS)"/>
              </a:rPr>
              <a:t>가로로 길게 나열</a:t>
            </a:r>
          </a:p>
        </p:txBody>
      </p:sp>
      <p:sp>
        <p:nvSpPr>
          <p:cNvPr id="45" name="Freeform 45">
            <a:extLst xmlns:a="http://schemas.openxmlformats.org/drawingml/2006/main">
              <a:ext uri="{FF2B5EF4-FFF2-40B4-BE49-F238E27FC236}">
                <a16:creationId xmlns:a16="http://schemas.microsoft.com/office/drawing/2014/main" id="{2B7A22BB-438A-4F7C-8FA1-D802485FD954}"/>
              </a:ext>
            </a:extLst>
          </p:cNvPr>
          <p:cNvSpPr>
            <a:spLocks xmlns:a="http://schemas.openxmlformats.org/drawingml/2006/main" noGrp="1"/>
          </p:cNvSpPr>
          <p:nvPr/>
        </p:nvSpPr>
        <p:spPr>
          <a:xfrm xmlns:a="http://schemas.openxmlformats.org/drawingml/2006/main">
            <a:off x="11915775" y="6772275"/>
            <a:ext cx="5243512" cy="1957388"/>
          </a:xfrm>
          <a:custGeom xmlns:a="http://schemas.openxmlformats.org/drawingml/2006/main">
            <a:rect l="l" t="t" r="r" b="b"/>
            <a:pathLst>
              <a:path w="5243512" h="1957388">
                <a:moveTo>
                  <a:pt x="0" y="0"/>
                </a:moveTo>
                <a:lnTo>
                  <a:pt x="5243513" y="0"/>
                </a:lnTo>
                <a:lnTo>
                  <a:pt x="5243513" y="1957387"/>
                </a:lnTo>
                <a:lnTo>
                  <a:pt x="0" y="1957387"/>
                </a:lnTo>
                <a:lnTo>
                  <a:pt x="0" y="0"/>
                </a:lnTo>
                <a:close/>
              </a:path>
            </a:pathLst>
          </a:custGeom>
          <a:blipFill xmlns:a="http://schemas.openxmlformats.org/drawingml/2006/main">
            <a:blip xmlns:r="http://schemas.openxmlformats.org/officeDocument/2006/relationships" r:embed="R94225522d1c44ca2">
              <a:extLst>
                <a:ext uri="{96DAC541-7B7A-43D3-8B79-37D633B846F1}">
                  <asvg:svgBlip xmlns:asvg="http://schemas.microsoft.com/office/drawing/2016/SVG/main" r:embed="R25f55dac03ba414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86104CA-FB05-4826-AB3F-AB93BA594BE6}"/>
              </a:ext>
            </a:extLst>
          </p:cNvPr>
          <p:cNvSpPr>
            <a:spLocks xmlns:a="http://schemas.openxmlformats.org/drawingml/2006/main" noGrp="1"/>
          </p:cNvSpPr>
          <p:nvPr/>
        </p:nvSpPr>
        <p:spPr>
          <a:xfrm xmlns:a="http://schemas.openxmlformats.org/drawingml/2006/main">
            <a:off x="12244388" y="6986588"/>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1f8da6e4e38c40e2">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35F8D72-E59B-4B7B-8738-298D6BFB4DBE}"/>
              </a:ext>
            </a:extLst>
          </p:cNvPr>
          <p:cNvSpPr>
            <a:spLocks xmlns:a="http://schemas.openxmlformats.org/drawingml/2006/main" noGrp="1"/>
          </p:cNvSpPr>
          <p:nvPr/>
        </p:nvSpPr>
        <p:spPr>
          <a:xfrm xmlns:a="http://schemas.openxmlformats.org/drawingml/2006/main">
            <a:off x="12244388" y="6958012"/>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395c0eaeb80440a8">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8813F380-ACC2-4F3B-A44B-6DAF31C8C07B}"/>
              </a:ext>
            </a:extLst>
          </p:cNvPr>
          <p:cNvSpPr>
            <a:spLocks xmlns:a="http://schemas.openxmlformats.org/drawingml/2006/main" noGrp="1"/>
          </p:cNvSpPr>
          <p:nvPr/>
        </p:nvSpPr>
        <p:spPr>
          <a:xfrm xmlns:a="http://schemas.openxmlformats.org/drawingml/2006/main">
            <a:off x="12244388" y="6929437"/>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Gold 근거 분산</a:t>
            </a:r>
          </a:p>
        </p:txBody>
      </p:sp>
      <p:sp>
        <p:nvSpPr>
          <p:cNvPr id="51" name="TextBox 51">
            <a:extLst xmlns:a="http://schemas.openxmlformats.org/drawingml/2006/main">
              <a:ext uri="{FF2B5EF4-FFF2-40B4-BE49-F238E27FC236}">
                <a16:creationId xmlns:a16="http://schemas.microsoft.com/office/drawing/2014/main" id="{3B9000C8-2C27-43C5-BB3F-345E09AC0C71}"/>
              </a:ext>
            </a:extLst>
          </p:cNvPr>
          <p:cNvSpPr>
            <a:spLocks xmlns:a="http://schemas.openxmlformats.org/drawingml/2006/main" noGrp="1"/>
          </p:cNvSpPr>
          <p:nvPr/>
        </p:nvSpPr>
        <p:spPr>
          <a:xfrm xmlns:a="http://schemas.openxmlformats.org/drawingml/2006/main">
            <a:off x="12335828" y="7527607"/>
            <a:ext cx="4403408" cy="884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문서·섹션·청크를</a:t>
            </a:r>
          </a:p>
          <a:p xmlns:a="http://schemas.openxmlformats.org/drawingml/2006/main">
            <a:pPr algn="l">
              <a:lnSpc>
                <a:spcPts val="2160"/>
              </a:lnSpc>
              <a:buNone/>
            </a:pPr>
            <a:r>
              <a:rPr sz="1800">
                <a:solidFill>
                  <a:srgbClr val="9299A3"/>
                </a:solidFill>
                <a:latin typeface="Calibri (MS)"/>
                <a:ea typeface="Calibri (MS)"/>
                <a:cs typeface="Calibri (MS)"/>
              </a:rPr>
              <a:t>다른 열에서 번갈아 대조</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a8a77028945c49aa"/>
          <a:stretch xmlns:a="http://schemas.openxmlformats.org/drawingml/2006/main"/>
        </p:blipFill>
        <p:spPr>
          <a:xfrm xmlns:a="http://schemas.openxmlformats.org/drawingml/2006/main">
            <a:off x="1778078" y="3524250"/>
            <a:ext cx="8445344" cy="1952625"/>
          </a:xfrm>
          <a:prstGeom xmlns:a="http://schemas.openxmlformats.org/drawingml/2006/main" prst="roundRect">
            <a:avLst>
              <a:gd name="adj" fmla="val 2927"/>
            </a:avLst>
          </a:prstGeom>
        </p:spPr>
      </p:pic>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215ddd078c4d46e2"/>
          <a:stretch xmlns:a="http://schemas.openxmlformats.org/drawingml/2006/main"/>
        </p:blipFill>
        <p:spPr>
          <a:xfrm xmlns:a="http://schemas.openxmlformats.org/drawingml/2006/main">
            <a:off x="1783205" y="6048375"/>
            <a:ext cx="8435090" cy="1762125"/>
          </a:xfrm>
          <a:prstGeom xmlns:a="http://schemas.openxmlformats.org/drawingml/2006/main" prst="roundRect">
            <a:avLst>
              <a:gd name="adj" fmla="val 3243"/>
            </a:avLst>
          </a:prstGeom>
        </p:spPr>
      </p:pic>
      <p:sp>
        <p:nvSpPr>
          <p:cNvPr id="54" name="평가 데이터셋 설명 화살표 1">
            <a:extLst xmlns:a="http://schemas.openxmlformats.org/drawingml/2006/main">
              <a:ext uri="{FF2B5EF4-FFF2-40B4-BE49-F238E27FC236}">
                <a16:creationId xmlns:a16="http://schemas.microsoft.com/office/drawing/2014/main" id="{4D98B475-D9F7-423A-A15A-BC380EC7840C}"/>
              </a:ext>
            </a:extLst>
          </p:cNvPr>
          <p:cNvSpPr>
            <a:spLocks xmlns:a="http://schemas.openxmlformats.org/drawingml/2006/main" noGrp="1"/>
          </p:cNvSpPr>
          <p:nvPr/>
        </p:nvSpPr>
        <p:spPr>
          <a:xfrm xmlns:a="http://schemas.openxmlformats.org/drawingml/2006/main">
            <a:off x="10972800" y="414337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sp>
      <p:sp>
        <p:nvSpPr>
          <p:cNvPr id="55" name="평가 데이터셋 설명 화살표 2">
            <a:extLst xmlns:a="http://schemas.openxmlformats.org/drawingml/2006/main">
              <a:ext uri="{FF2B5EF4-FFF2-40B4-BE49-F238E27FC236}">
                <a16:creationId xmlns:a16="http://schemas.microsoft.com/office/drawing/2014/main" id="{48F42DF7-D20D-48C5-8255-B38E5B359AE8}"/>
              </a:ext>
            </a:extLst>
          </p:cNvPr>
          <p:cNvSpPr>
            <a:spLocks xmlns:a="http://schemas.openxmlformats.org/drawingml/2006/main" noGrp="1"/>
          </p:cNvSpPr>
          <p:nvPr/>
        </p:nvSpPr>
        <p:spPr>
          <a:xfrm xmlns:a="http://schemas.openxmlformats.org/drawingml/2006/main">
            <a:off x="10972800" y="6667500"/>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sp>
    </p:spTree>
    <p:extLst>
      <p:ext uri="{BB962C8B-B14F-4D97-AF65-F5344CB8AC3E}">
        <p14:creationId xmlns:p14="http://schemas.microsoft.com/office/powerpoint/2010/main" val="1246264648"/>
      </p:ext>
    </p:extLst>
  </p:cSld>
</p:sld>
</file>

<file path=ppt/slides/slide25.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4DC859-BD6E-420D-BBBF-A87BC1964DD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560083ffd17e4fc0">
              <a:extLst>
                <a:ext uri="{96DAC541-7B7A-43D3-8B79-37D633B846F1}">
                  <asvg:svgBlip xmlns:asvg="http://schemas.microsoft.com/office/drawing/2016/SVG/main" r:embed="Rc45c78b09dc140d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53D9A0A0-28C4-438B-81B6-AC72F925FC6B}"/>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3717f8361a2e4d37">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F40090AB-AC78-488E-B1E3-86F6058F79B5}"/>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06fcc21255394ef8">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3F17D321-ADA2-419C-8E37-5DACC6CD04B0}"/>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Gold 검수 도구</a:t>
            </a:r>
          </a:p>
        </p:txBody>
      </p:sp>
      <p:sp>
        <p:nvSpPr>
          <p:cNvPr id="9" name="Freeform 9">
            <a:extLst xmlns:a="http://schemas.openxmlformats.org/drawingml/2006/main">
              <a:ext uri="{FF2B5EF4-FFF2-40B4-BE49-F238E27FC236}">
                <a16:creationId xmlns:a16="http://schemas.microsoft.com/office/drawing/2014/main" id="{4A16F292-BFD4-4C88-83CC-AC6DBECACD8B}"/>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3717f8361a2e4d37">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D8A70BB-DD68-47DA-BA49-3B1F8AA8F044}"/>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06fcc21255394ef8">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4C15A384-B1F8-4D6A-9A4F-9D48A43D2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질문과 정답 청크를 한 화면에서 직접 비교했습니다</a:t>
            </a:r>
          </a:p>
        </p:txBody>
      </p:sp>
      <p:sp>
        <p:nvSpPr>
          <p:cNvPr id="14" name="Freeform 14">
            <a:extLst xmlns:a="http://schemas.openxmlformats.org/drawingml/2006/main">
              <a:ext uri="{FF2B5EF4-FFF2-40B4-BE49-F238E27FC236}">
                <a16:creationId xmlns:a16="http://schemas.microsoft.com/office/drawing/2014/main" id="{524D5685-07AD-4BD4-BCDF-9A10A6AB220E}"/>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3717f8361a2e4d37">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96B50F2E-08E3-4CDC-A892-E70FD7B0741E}"/>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06fcc21255394ef8">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467888A7-F9CA-476E-B9C6-B171D5D75C57}"/>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현재 Gold 확인 → 원문 청크 펼치기 → 전체 427개 청크 검색 → 추가·제거</a:t>
            </a:r>
          </a:p>
        </p:txBody>
      </p:sp>
      <p:sp>
        <p:nvSpPr>
          <p:cNvPr id="19" name="Freeform 19">
            <a:extLst xmlns:a="http://schemas.openxmlformats.org/drawingml/2006/main">
              <a:ext uri="{FF2B5EF4-FFF2-40B4-BE49-F238E27FC236}">
                <a16:creationId xmlns:a16="http://schemas.microsoft.com/office/drawing/2014/main" id="{808A8D83-C5CA-48BF-8FA6-0B775206CBF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3E5082ED-3738-4B6E-AD27-C25BC4B2D633}"/>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5F78E9A2-2EC2-4C6A-BAF4-FD26908C6023}"/>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3717f8361a2e4d37">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BE195CA-C62F-452C-975E-105856955AE7}"/>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06fcc21255394ef8">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BB6EC86D-407A-43F0-BDAC-C853DACAEAE5}"/>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B28F94F0-8585-4229-A6C9-1F2F11C7A431}"/>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3717f8361a2e4d37">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5857593E-95F8-4A11-BFAE-769ECB673EB5}"/>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06fcc21255394ef8">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A9B44FA6-11FD-4C03-ADFF-19B146688456}"/>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26</a:t>
            </a:r>
          </a:p>
        </p:txBody>
      </p:sp>
      <p:sp>
        <p:nvSpPr>
          <p:cNvPr id="32" name="Freeform 32">
            <a:extLst xmlns:a="http://schemas.openxmlformats.org/drawingml/2006/main">
              <a:ext uri="{FF2B5EF4-FFF2-40B4-BE49-F238E27FC236}">
                <a16:creationId xmlns:a16="http://schemas.microsoft.com/office/drawing/2014/main" id="{15777089-BB2B-4F0C-9B30-459F4E6F016A}"/>
              </a:ext>
            </a:extLst>
          </p:cNvPr>
          <p:cNvSpPr>
            <a:spLocks xmlns:a="http://schemas.openxmlformats.org/drawingml/2006/main" noGrp="1"/>
          </p:cNvSpPr>
          <p:nvPr/>
        </p:nvSpPr>
        <p:spPr>
          <a:xfrm xmlns:a="http://schemas.openxmlformats.org/drawingml/2006/main">
            <a:off x="557212" y="2700338"/>
            <a:ext cx="10887075" cy="6029325"/>
          </a:xfrm>
          <a:custGeom xmlns:a="http://schemas.openxmlformats.org/drawingml/2006/main">
            <a:rect l="l" t="t" r="r" b="b"/>
            <a:pathLst>
              <a:path w="10887075" h="6029325">
                <a:moveTo>
                  <a:pt x="0" y="0"/>
                </a:moveTo>
                <a:lnTo>
                  <a:pt x="10887076" y="0"/>
                </a:lnTo>
                <a:lnTo>
                  <a:pt x="10887076" y="6029324"/>
                </a:lnTo>
                <a:lnTo>
                  <a:pt x="0" y="6029324"/>
                </a:lnTo>
                <a:lnTo>
                  <a:pt x="0" y="0"/>
                </a:lnTo>
                <a:close/>
              </a:path>
            </a:pathLst>
          </a:custGeom>
          <a:blipFill xmlns:a="http://schemas.openxmlformats.org/drawingml/2006/main">
            <a:blip xmlns:r="http://schemas.openxmlformats.org/officeDocument/2006/relationships" r:embed="Rf49dccf8b4104698">
              <a:extLst>
                <a:ext uri="{96DAC541-7B7A-43D3-8B79-37D633B846F1}">
                  <asvg:svgBlip xmlns:asvg="http://schemas.microsoft.com/office/drawing/2016/SVG/main" r:embed="R9a1347cc48be4684"/>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5D5C5523-1FDB-466C-8F97-8912C6D0E558}"/>
              </a:ext>
            </a:extLst>
          </p:cNvPr>
          <p:cNvSpPr>
            <a:spLocks xmlns:a="http://schemas.openxmlformats.org/drawingml/2006/main" noGrp="1"/>
          </p:cNvSpPr>
          <p:nvPr/>
        </p:nvSpPr>
        <p:spPr>
          <a:xfrm xmlns:a="http://schemas.openxmlformats.org/drawingml/2006/main">
            <a:off x="885825" y="2914650"/>
            <a:ext cx="10229850" cy="428625"/>
          </a:xfrm>
          <a:custGeom xmlns:a="http://schemas.openxmlformats.org/drawingml/2006/main">
            <a:rect l="l" t="t" r="r" b="b"/>
            <a:pathLst>
              <a:path w="13639800" h="571500">
                <a:moveTo>
                  <a:pt x="0" y="0"/>
                </a:moveTo>
                <a:lnTo>
                  <a:pt x="13639800" y="0"/>
                </a:lnTo>
                <a:lnTo>
                  <a:pt x="13639800" y="571500"/>
                </a:lnTo>
                <a:lnTo>
                  <a:pt x="0" y="571500"/>
                </a:lnTo>
                <a:close/>
              </a:path>
            </a:pathLst>
          </a:custGeom>
          <a:blipFill xmlns:a="http://schemas.openxmlformats.org/drawingml/2006/main">
            <a:blip xmlns:r="http://schemas.openxmlformats.org/officeDocument/2006/relationships" r:embed="R3717f8361a2e4d37">
              <a:alphaModFix amt="0"/>
            </a:blip>
            <a:stretch>
              <a:fillRect l="0" t="-414720" r="0" b="-41472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5CAD0CD6-D6E3-4B1B-98F0-E0A9A8CBD356}"/>
              </a:ext>
            </a:extLst>
          </p:cNvPr>
          <p:cNvSpPr>
            <a:spLocks xmlns:a="http://schemas.openxmlformats.org/drawingml/2006/main" noGrp="1"/>
          </p:cNvSpPr>
          <p:nvPr/>
        </p:nvSpPr>
        <p:spPr>
          <a:xfrm xmlns:a="http://schemas.openxmlformats.org/drawingml/2006/main">
            <a:off x="885825" y="2886075"/>
            <a:ext cx="10229850" cy="457200"/>
          </a:xfrm>
          <a:custGeom xmlns:a="http://schemas.openxmlformats.org/drawingml/2006/main">
            <a:rect l="l" t="t" r="r" b="b"/>
            <a:pathLst>
              <a:path w="13639800" h="609600">
                <a:moveTo>
                  <a:pt x="0" y="0"/>
                </a:moveTo>
                <a:lnTo>
                  <a:pt x="13639800" y="0"/>
                </a:lnTo>
                <a:lnTo>
                  <a:pt x="13639800" y="609600"/>
                </a:lnTo>
                <a:lnTo>
                  <a:pt x="0" y="609600"/>
                </a:lnTo>
                <a:close/>
              </a:path>
            </a:pathLst>
          </a:custGeom>
          <a:blipFill xmlns:a="http://schemas.openxmlformats.org/drawingml/2006/main">
            <a:blip xmlns:r="http://schemas.openxmlformats.org/officeDocument/2006/relationships" r:embed="R06fcc21255394ef8">
              <a:alphaModFix amt="0"/>
            </a:blip>
            <a:stretch>
              <a:fillRect l="0" t="-385977" r="0" b="-385977"/>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1F689910-6B28-45F8-9E4F-EC619B5DEDDB}"/>
              </a:ext>
            </a:extLst>
          </p:cNvPr>
          <p:cNvSpPr>
            <a:spLocks xmlns:a="http://schemas.openxmlformats.org/drawingml/2006/main" noGrp="1"/>
          </p:cNvSpPr>
          <p:nvPr/>
        </p:nvSpPr>
        <p:spPr>
          <a:xfrm xmlns:a="http://schemas.openxmlformats.org/drawingml/2006/main">
            <a:off x="885825" y="2857500"/>
            <a:ext cx="10229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4B7BC9"/>
                </a:solidFill>
                <a:latin typeface="Calibri (MS) Bold"/>
                <a:ea typeface="Calibri (MS) Bold"/>
                <a:cs typeface="Calibri (MS) Bold"/>
              </a:rPr>
              <a:t>Gold 청크 검수 도구</a:t>
            </a:r>
          </a:p>
        </p:txBody>
      </p:sp>
      <p:sp>
        <p:nvSpPr>
          <p:cNvPr id="38" name="Freeform 38">
            <a:extLst xmlns:a="http://schemas.openxmlformats.org/drawingml/2006/main">
              <a:ext uri="{FF2B5EF4-FFF2-40B4-BE49-F238E27FC236}">
                <a16:creationId xmlns:a16="http://schemas.microsoft.com/office/drawing/2014/main" id="{2DB4FDE8-1DAF-45FD-926D-6E6AA0B7E7AA}"/>
              </a:ext>
            </a:extLst>
          </p:cNvPr>
          <p:cNvSpPr>
            <a:spLocks xmlns:a="http://schemas.openxmlformats.org/drawingml/2006/main" noGrp="1"/>
          </p:cNvSpPr>
          <p:nvPr/>
        </p:nvSpPr>
        <p:spPr>
          <a:xfrm xmlns:a="http://schemas.openxmlformats.org/drawingml/2006/main">
            <a:off x="11915775" y="2700338"/>
            <a:ext cx="5243512" cy="3743325"/>
          </a:xfrm>
          <a:custGeom xmlns:a="http://schemas.openxmlformats.org/drawingml/2006/main">
            <a:rect l="l" t="t" r="r" b="b"/>
            <a:pathLst>
              <a:path w="5243512" h="3743325">
                <a:moveTo>
                  <a:pt x="0" y="0"/>
                </a:moveTo>
                <a:lnTo>
                  <a:pt x="5243513" y="0"/>
                </a:lnTo>
                <a:lnTo>
                  <a:pt x="5243513" y="3743324"/>
                </a:lnTo>
                <a:lnTo>
                  <a:pt x="0" y="3743324"/>
                </a:lnTo>
                <a:lnTo>
                  <a:pt x="0" y="0"/>
                </a:lnTo>
                <a:close/>
              </a:path>
            </a:pathLst>
          </a:custGeom>
          <a:blipFill xmlns:a="http://schemas.openxmlformats.org/drawingml/2006/main">
            <a:blip xmlns:r="http://schemas.openxmlformats.org/officeDocument/2006/relationships" r:embed="R246724d39ee84083">
              <a:extLst>
                <a:ext uri="{96DAC541-7B7A-43D3-8B79-37D633B846F1}">
                  <asvg:svgBlip xmlns:asvg="http://schemas.microsoft.com/office/drawing/2016/SVG/main" r:embed="R92f20df17d1f4bc6"/>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99D0F66F-DBE7-4BF6-8673-E91F4F58E17B}"/>
              </a:ext>
            </a:extLst>
          </p:cNvPr>
          <p:cNvSpPr>
            <a:spLocks xmlns:a="http://schemas.openxmlformats.org/drawingml/2006/main" noGrp="1"/>
          </p:cNvSpPr>
          <p:nvPr/>
        </p:nvSpPr>
        <p:spPr>
          <a:xfrm xmlns:a="http://schemas.openxmlformats.org/drawingml/2006/main">
            <a:off x="12244388" y="2914650"/>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3717f8361a2e4d37">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DEFB33BA-44DB-4C0D-97F3-5BF5A39DE6F7}"/>
              </a:ext>
            </a:extLst>
          </p:cNvPr>
          <p:cNvSpPr>
            <a:spLocks xmlns:a="http://schemas.openxmlformats.org/drawingml/2006/main" noGrp="1"/>
          </p:cNvSpPr>
          <p:nvPr/>
        </p:nvSpPr>
        <p:spPr>
          <a:xfrm xmlns:a="http://schemas.openxmlformats.org/drawingml/2006/main">
            <a:off x="12244388" y="2886075"/>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06fcc21255394ef8">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E33B14D3-5216-412D-9542-BAEAC02EB9EC}"/>
              </a:ext>
            </a:extLst>
          </p:cNvPr>
          <p:cNvSpPr>
            <a:spLocks xmlns:a="http://schemas.openxmlformats.org/drawingml/2006/main" noGrp="1"/>
          </p:cNvSpPr>
          <p:nvPr/>
        </p:nvSpPr>
        <p:spPr>
          <a:xfrm xmlns:a="http://schemas.openxmlformats.org/drawingml/2006/main">
            <a:off x="12244388" y="2857500"/>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한 화면 검수</a:t>
            </a:r>
          </a:p>
        </p:txBody>
      </p:sp>
      <p:sp>
        <p:nvSpPr>
          <p:cNvPr id="44" name="TextBox 44">
            <a:extLst xmlns:a="http://schemas.openxmlformats.org/drawingml/2006/main">
              <a:ext uri="{FF2B5EF4-FFF2-40B4-BE49-F238E27FC236}">
                <a16:creationId xmlns:a16="http://schemas.microsoft.com/office/drawing/2014/main" id="{3A6A3686-0AE2-406E-BC46-9260BA074CB8}"/>
              </a:ext>
            </a:extLst>
          </p:cNvPr>
          <p:cNvSpPr>
            <a:spLocks xmlns:a="http://schemas.openxmlformats.org/drawingml/2006/main" noGrp="1"/>
          </p:cNvSpPr>
          <p:nvPr/>
        </p:nvSpPr>
        <p:spPr>
          <a:xfrm xmlns:a="http://schemas.openxmlformats.org/drawingml/2006/main">
            <a:off x="12335828" y="3455670"/>
            <a:ext cx="4403408" cy="26708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질문·라벨·현재 Gold와</a:t>
            </a:r>
          </a:p>
          <a:p xmlns:a="http://schemas.openxmlformats.org/drawingml/2006/main">
            <a:pPr algn="l">
              <a:lnSpc>
                <a:spcPts val="2160"/>
              </a:lnSpc>
              <a:buNone/>
            </a:pPr>
            <a:r>
              <a:rPr sz="1800">
                <a:solidFill>
                  <a:srgbClr val="9299A3"/>
                </a:solidFill>
                <a:latin typeface="Calibri (MS)"/>
                <a:ea typeface="Calibri (MS)"/>
                <a:cs typeface="Calibri (MS)"/>
              </a:rPr>
              <a:t>청크 원문을 함께 확인</a:t>
            </a:r>
          </a:p>
        </p:txBody>
      </p:sp>
      <p:sp>
        <p:nvSpPr>
          <p:cNvPr id="45" name="Freeform 45">
            <a:extLst xmlns:a="http://schemas.openxmlformats.org/drawingml/2006/main">
              <a:ext uri="{FF2B5EF4-FFF2-40B4-BE49-F238E27FC236}">
                <a16:creationId xmlns:a16="http://schemas.microsoft.com/office/drawing/2014/main" id="{2B7A22BB-438A-4F7C-8FA1-D802485FD954}"/>
              </a:ext>
            </a:extLst>
          </p:cNvPr>
          <p:cNvSpPr>
            <a:spLocks xmlns:a="http://schemas.openxmlformats.org/drawingml/2006/main" noGrp="1"/>
          </p:cNvSpPr>
          <p:nvPr/>
        </p:nvSpPr>
        <p:spPr>
          <a:xfrm xmlns:a="http://schemas.openxmlformats.org/drawingml/2006/main">
            <a:off x="11915775" y="6772275"/>
            <a:ext cx="5243512" cy="1957388"/>
          </a:xfrm>
          <a:custGeom xmlns:a="http://schemas.openxmlformats.org/drawingml/2006/main">
            <a:rect l="l" t="t" r="r" b="b"/>
            <a:pathLst>
              <a:path w="5243512" h="1957388">
                <a:moveTo>
                  <a:pt x="0" y="0"/>
                </a:moveTo>
                <a:lnTo>
                  <a:pt x="5243513" y="0"/>
                </a:lnTo>
                <a:lnTo>
                  <a:pt x="5243513" y="1957387"/>
                </a:lnTo>
                <a:lnTo>
                  <a:pt x="0" y="1957387"/>
                </a:lnTo>
                <a:lnTo>
                  <a:pt x="0" y="0"/>
                </a:lnTo>
                <a:close/>
              </a:path>
            </a:pathLst>
          </a:custGeom>
          <a:blipFill xmlns:a="http://schemas.openxmlformats.org/drawingml/2006/main">
            <a:blip xmlns:r="http://schemas.openxmlformats.org/officeDocument/2006/relationships" r:embed="R3ff5297636ee46f4">
              <a:extLst>
                <a:ext uri="{96DAC541-7B7A-43D3-8B79-37D633B846F1}">
                  <asvg:svgBlip xmlns:asvg="http://schemas.microsoft.com/office/drawing/2016/SVG/main" r:embed="R8c2110ad9c624ad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7" name="Freeform 47">
            <a:extLst xmlns:a="http://schemas.openxmlformats.org/drawingml/2006/main">
              <a:ext uri="{FF2B5EF4-FFF2-40B4-BE49-F238E27FC236}">
                <a16:creationId xmlns:a16="http://schemas.microsoft.com/office/drawing/2014/main" id="{D86104CA-FB05-4826-AB3F-AB93BA594BE6}"/>
              </a:ext>
            </a:extLst>
          </p:cNvPr>
          <p:cNvSpPr>
            <a:spLocks xmlns:a="http://schemas.openxmlformats.org/drawingml/2006/main" noGrp="1"/>
          </p:cNvSpPr>
          <p:nvPr/>
        </p:nvSpPr>
        <p:spPr>
          <a:xfrm xmlns:a="http://schemas.openxmlformats.org/drawingml/2006/main">
            <a:off x="12244388" y="6986588"/>
            <a:ext cx="4586288" cy="428625"/>
          </a:xfrm>
          <a:custGeom xmlns:a="http://schemas.openxmlformats.org/drawingml/2006/main">
            <a:rect l="l" t="t" r="r" b="b"/>
            <a:pathLst>
              <a:path w="6115050" h="571500">
                <a:moveTo>
                  <a:pt x="0" y="0"/>
                </a:moveTo>
                <a:lnTo>
                  <a:pt x="6115050" y="0"/>
                </a:lnTo>
                <a:lnTo>
                  <a:pt x="6115050" y="571500"/>
                </a:lnTo>
                <a:lnTo>
                  <a:pt x="0" y="571500"/>
                </a:lnTo>
                <a:close/>
              </a:path>
            </a:pathLst>
          </a:custGeom>
          <a:blipFill xmlns:a="http://schemas.openxmlformats.org/drawingml/2006/main">
            <a:blip xmlns:r="http://schemas.openxmlformats.org/officeDocument/2006/relationships" r:embed="R3717f8361a2e4d37">
              <a:alphaModFix amt="0"/>
            </a:blip>
            <a:stretch>
              <a:fillRect l="0" t="-158344" r="0" b="-158344"/>
            </a:stretch>
          </a:blipFill>
        </p:spPr>
        <p:txBody>
          <a:bodyPr xmlns:a="http://schemas.openxmlformats.org/drawingml/2006/main"/>
          <a:lstStyle xmlns:a="http://schemas.openxmlformats.org/drawingml/2006/main"/>
          <a:p xmlns:a="http://schemas.openxmlformats.org/drawingml/2006/main"/>
        </p:txBody>
      </p:sp>
      <p:sp>
        <p:nvSpPr>
          <p:cNvPr id="49" name="Freeform 49">
            <a:extLst xmlns:a="http://schemas.openxmlformats.org/drawingml/2006/main">
              <a:ext uri="{FF2B5EF4-FFF2-40B4-BE49-F238E27FC236}">
                <a16:creationId xmlns:a16="http://schemas.microsoft.com/office/drawing/2014/main" id="{D35F8D72-E59B-4B7B-8738-298D6BFB4DBE}"/>
              </a:ext>
            </a:extLst>
          </p:cNvPr>
          <p:cNvSpPr>
            <a:spLocks xmlns:a="http://schemas.openxmlformats.org/drawingml/2006/main" noGrp="1"/>
          </p:cNvSpPr>
          <p:nvPr/>
        </p:nvSpPr>
        <p:spPr>
          <a:xfrm xmlns:a="http://schemas.openxmlformats.org/drawingml/2006/main">
            <a:off x="12244388" y="6958012"/>
            <a:ext cx="4586288" cy="457200"/>
          </a:xfrm>
          <a:custGeom xmlns:a="http://schemas.openxmlformats.org/drawingml/2006/main">
            <a:rect l="l" t="t" r="r" b="b"/>
            <a:pathLst>
              <a:path w="6115051" h="609600">
                <a:moveTo>
                  <a:pt x="0" y="0"/>
                </a:moveTo>
                <a:lnTo>
                  <a:pt x="6115051" y="0"/>
                </a:lnTo>
                <a:lnTo>
                  <a:pt x="6115051" y="609600"/>
                </a:lnTo>
                <a:lnTo>
                  <a:pt x="0" y="609600"/>
                </a:lnTo>
                <a:close/>
              </a:path>
            </a:pathLst>
          </a:custGeom>
          <a:blipFill xmlns:a="http://schemas.openxmlformats.org/drawingml/2006/main">
            <a:blip xmlns:r="http://schemas.openxmlformats.org/officeDocument/2006/relationships" r:embed="R06fcc21255394ef8">
              <a:alphaModFix amt="0"/>
            </a:blip>
            <a:stretch>
              <a:fillRect l="0" t="-145459" r="0" b="-145459"/>
            </a:stretch>
          </a:blipFill>
        </p:spPr>
        <p:txBody>
          <a:bodyPr xmlns:a="http://schemas.openxmlformats.org/drawingml/2006/main"/>
          <a:lstStyle xmlns:a="http://schemas.openxmlformats.org/drawingml/2006/main"/>
          <a:p xmlns:a="http://schemas.openxmlformats.org/drawingml/2006/main"/>
        </p:txBody>
      </p:sp>
      <p:sp>
        <p:nvSpPr>
          <p:cNvPr id="50" name="TextBox 50">
            <a:extLst xmlns:a="http://schemas.openxmlformats.org/drawingml/2006/main">
              <a:ext uri="{FF2B5EF4-FFF2-40B4-BE49-F238E27FC236}">
                <a16:creationId xmlns:a16="http://schemas.microsoft.com/office/drawing/2014/main" id="{8813F380-ACC2-4F3B-A44B-6DAF31C8C07B}"/>
              </a:ext>
            </a:extLst>
          </p:cNvPr>
          <p:cNvSpPr>
            <a:spLocks xmlns:a="http://schemas.openxmlformats.org/drawingml/2006/main" noGrp="1"/>
          </p:cNvSpPr>
          <p:nvPr/>
        </p:nvSpPr>
        <p:spPr>
          <a:xfrm xmlns:a="http://schemas.openxmlformats.org/drawingml/2006/main">
            <a:off x="12244388" y="6929437"/>
            <a:ext cx="4586288"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전체 청크 검색</a:t>
            </a:r>
          </a:p>
        </p:txBody>
      </p:sp>
      <p:sp>
        <p:nvSpPr>
          <p:cNvPr id="51" name="TextBox 51">
            <a:extLst xmlns:a="http://schemas.openxmlformats.org/drawingml/2006/main">
              <a:ext uri="{FF2B5EF4-FFF2-40B4-BE49-F238E27FC236}">
                <a16:creationId xmlns:a16="http://schemas.microsoft.com/office/drawing/2014/main" id="{3B9000C8-2C27-43C5-BB3F-345E09AC0C71}"/>
              </a:ext>
            </a:extLst>
          </p:cNvPr>
          <p:cNvSpPr>
            <a:spLocks xmlns:a="http://schemas.openxmlformats.org/drawingml/2006/main" noGrp="1"/>
          </p:cNvSpPr>
          <p:nvPr/>
        </p:nvSpPr>
        <p:spPr>
          <a:xfrm xmlns:a="http://schemas.openxmlformats.org/drawingml/2006/main">
            <a:off x="12335828" y="7527607"/>
            <a:ext cx="4403408" cy="8848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같은 문서뿐 아니라 전체 청크에서</a:t>
            </a:r>
          </a:p>
          <a:p xmlns:a="http://schemas.openxmlformats.org/drawingml/2006/main">
            <a:pPr algn="l">
              <a:lnSpc>
                <a:spcPts val="2160"/>
              </a:lnSpc>
              <a:buNone/>
            </a:pPr>
            <a:r>
              <a:rPr sz="1800">
                <a:solidFill>
                  <a:srgbClr val="9299A3"/>
                </a:solidFill>
                <a:latin typeface="Calibri (MS)"/>
                <a:ea typeface="Calibri (MS)"/>
                <a:cs typeface="Calibri (MS)"/>
              </a:rPr>
              <a:t>정답 근거를 추가·제거</a:t>
            </a:r>
          </a:p>
        </p:txBody>
      </p:sp>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3482f5c75f7649ff"/>
          <a:stretch xmlns:a="http://schemas.openxmlformats.org/drawingml/2006/main"/>
        </p:blipFill>
        <p:spPr>
          <a:xfrm xmlns:a="http://schemas.openxmlformats.org/drawingml/2006/main">
            <a:off x="4046328" y="3429000"/>
            <a:ext cx="3908844" cy="5000625"/>
          </a:xfrm>
          <a:prstGeom xmlns:a="http://schemas.openxmlformats.org/drawingml/2006/main" prst="roundRect">
            <a:avLst>
              <a:gd name="adj" fmla="val 1905"/>
            </a:avLst>
          </a:prstGeom>
        </p:spPr>
      </p:pic>
      <p:sp>
        <p:nvSpPr>
          <p:cNvPr id="53" name="평가 데이터셋 설명 화살표 1">
            <a:extLst xmlns:a="http://schemas.openxmlformats.org/drawingml/2006/main">
              <a:ext uri="{FF2B5EF4-FFF2-40B4-BE49-F238E27FC236}">
                <a16:creationId xmlns:a16="http://schemas.microsoft.com/office/drawing/2014/main" id="{E5A343B9-6359-45DA-BE72-6BE3EE37284B}"/>
              </a:ext>
            </a:extLst>
          </p:cNvPr>
          <p:cNvSpPr>
            <a:spLocks xmlns:a="http://schemas.openxmlformats.org/drawingml/2006/main" noGrp="1"/>
          </p:cNvSpPr>
          <p:nvPr/>
        </p:nvSpPr>
        <p:spPr>
          <a:xfrm xmlns:a="http://schemas.openxmlformats.org/drawingml/2006/main">
            <a:off x="10972800" y="433387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sp>
      <p:sp>
        <p:nvSpPr>
          <p:cNvPr id="54" name="평가 데이터셋 설명 화살표 2">
            <a:extLst xmlns:a="http://schemas.openxmlformats.org/drawingml/2006/main">
              <a:ext uri="{FF2B5EF4-FFF2-40B4-BE49-F238E27FC236}">
                <a16:creationId xmlns:a16="http://schemas.microsoft.com/office/drawing/2014/main" id="{1056B787-0AB3-498E-A5F1-EB73730AD3C3}"/>
              </a:ext>
            </a:extLst>
          </p:cNvPr>
          <p:cNvSpPr>
            <a:spLocks xmlns:a="http://schemas.openxmlformats.org/drawingml/2006/main" noGrp="1"/>
          </p:cNvSpPr>
          <p:nvPr/>
        </p:nvSpPr>
        <p:spPr>
          <a:xfrm xmlns:a="http://schemas.openxmlformats.org/drawingml/2006/main">
            <a:off x="10972800" y="7096125"/>
            <a:ext cx="781050" cy="361950"/>
          </a:xfrm>
          <a:prstGeom xmlns:a="http://schemas.openxmlformats.org/drawingml/2006/main" prst="leftArrow">
            <a:avLst/>
          </a:prstGeom>
          <a:solidFill xmlns:a="http://schemas.openxmlformats.org/drawingml/2006/main">
            <a:srgbClr val="FFFFFF"/>
          </a:solidFill>
          <a:ln xmlns:a="http://schemas.openxmlformats.org/drawingml/2006/main" w="19050">
            <a:solidFill>
              <a:srgbClr val="1467D9"/>
            </a:solidFill>
            <a:prstDash val="solid"/>
          </a:ln>
        </p:spPr>
      </p:sp>
    </p:spTree>
    <p:extLst>
      <p:ext uri="{BB962C8B-B14F-4D97-AF65-F5344CB8AC3E}">
        <p14:creationId xmlns:p14="http://schemas.microsoft.com/office/powerpoint/2010/main" val="1246264648"/>
      </p:ext>
    </p:extLst>
  </p:cSld>
</p:sld>
</file>

<file path=ppt/slides/slide26.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797695A-F1E8-463A-8CB1-8583513F6830}"/>
              </a:ext>
            </a:extLst>
          </p:cNvPr>
          <p:cNvSpPr>
            <a:spLocks xmlns:a="http://schemas.openxmlformats.org/drawingml/2006/main" noGrp="1"/>
          </p:cNvSpPr>
          <p:nvPr/>
        </p:nvSpPr>
        <p:spPr>
          <a:xfrm xmlns:a="http://schemas.openxmlformats.org/drawingml/2006/main">
            <a:off x="2671762" y="2185988"/>
            <a:ext cx="12944475" cy="5372100"/>
          </a:xfrm>
          <a:custGeom xmlns:a="http://schemas.openxmlformats.org/drawingml/2006/main">
            <a:rect l="l" t="t" r="r" b="b"/>
            <a:pathLst>
              <a:path w="12944475" h="5372100">
                <a:moveTo>
                  <a:pt x="0" y="0"/>
                </a:moveTo>
                <a:lnTo>
                  <a:pt x="12944476" y="0"/>
                </a:lnTo>
                <a:lnTo>
                  <a:pt x="12944476" y="5372100"/>
                </a:lnTo>
                <a:lnTo>
                  <a:pt x="0" y="5372100"/>
                </a:lnTo>
                <a:lnTo>
                  <a:pt x="0" y="0"/>
                </a:lnTo>
                <a:close/>
              </a:path>
            </a:pathLst>
          </a:custGeom>
          <a:blipFill xmlns:a="http://schemas.openxmlformats.org/drawingml/2006/main">
            <a:blip xmlns:r="http://schemas.openxmlformats.org/officeDocument/2006/relationships" r:embed="R2fa0cf4a2efc4fda">
              <a:extLst>
                <a:ext uri="{96DAC541-7B7A-43D3-8B79-37D633B846F1}">
                  <asvg:svgBlip xmlns:asvg="http://schemas.microsoft.com/office/drawing/2016/SVG/main" r:embed="Rabeac6cf779c4682"/>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971C9D66-83DF-42FC-B0CD-41D7A4E573FF}"/>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228600"/>
                </a:moveTo>
                <a:cubicBezTo>
                  <a:pt x="0" y="102362"/>
                  <a:pt x="102362" y="0"/>
                  <a:pt x="228600" y="0"/>
                </a:cubicBezTo>
                <a:lnTo>
                  <a:pt x="2819400" y="0"/>
                </a:lnTo>
                <a:cubicBezTo>
                  <a:pt x="2945638" y="0"/>
                  <a:pt x="3048000" y="102362"/>
                  <a:pt x="3048000" y="228600"/>
                </a:cubicBezTo>
                <a:lnTo>
                  <a:pt x="3048000" y="800100"/>
                </a:lnTo>
                <a:cubicBezTo>
                  <a:pt x="3048000" y="926338"/>
                  <a:pt x="2945638" y="1028700"/>
                  <a:pt x="2819400" y="1028700"/>
                </a:cubicBezTo>
                <a:lnTo>
                  <a:pt x="228600" y="1028700"/>
                </a:lnTo>
                <a:cubicBezTo>
                  <a:pt x="102362" y="1028700"/>
                  <a:pt x="0" y="926338"/>
                  <a:pt x="0" y="800100"/>
                </a:cubicBezTo>
                <a:close/>
              </a:path>
            </a:pathLst>
          </a:custGeom>
          <a:solidFill xmlns:a="http://schemas.openxmlformats.org/drawingml/2006/main">
            <a:srgbClr val="2E63B7"/>
          </a:solid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12C2F110-64FD-44A8-912D-5B33786D2498}"/>
              </a:ext>
            </a:extLst>
          </p:cNvPr>
          <p:cNvSpPr>
            <a:spLocks xmlns:a="http://schemas.openxmlformats.org/drawingml/2006/main" noGrp="1"/>
          </p:cNvSpPr>
          <p:nvPr/>
        </p:nvSpPr>
        <p:spPr>
          <a:xfrm xmlns:a="http://schemas.openxmlformats.org/drawingml/2006/main">
            <a:off x="8001000" y="2686050"/>
            <a:ext cx="2286000" cy="771525"/>
          </a:xfrm>
          <a:custGeom xmlns:a="http://schemas.openxmlformats.org/drawingml/2006/main">
            <a:rect l="l" t="t" r="r" b="b"/>
            <a:pathLst>
              <a:path w="3048000" h="1028700">
                <a:moveTo>
                  <a:pt x="0" y="0"/>
                </a:moveTo>
                <a:lnTo>
                  <a:pt x="3048000" y="0"/>
                </a:lnTo>
                <a:lnTo>
                  <a:pt x="3048000" y="1028700"/>
                </a:lnTo>
                <a:lnTo>
                  <a:pt x="0" y="1028700"/>
                </a:lnTo>
                <a:close/>
              </a:path>
            </a:pathLst>
          </a:custGeom>
          <a:blipFill xmlns:a="http://schemas.openxmlformats.org/drawingml/2006/main">
            <a:blip xmlns:r="http://schemas.openxmlformats.org/officeDocument/2006/relationships" r:embed="R620db4f5a17046af">
              <a:alphaModFix amt="0"/>
            </a:blip>
            <a:stretch>
              <a:fillRect l="0" t="-7693" r="0" b="-7692"/>
            </a:stretch>
          </a:blipFill>
        </p:spPr>
        <p:txBody>
          <a:bodyPr xmlns:a="http://schemas.openxmlformats.org/drawingml/2006/main"/>
          <a:lstStyle xmlns:a="http://schemas.openxmlformats.org/drawingml/2006/main"/>
          <a:p xmlns:a="http://schemas.openxmlformats.org/drawingml/2006/main"/>
        </p:txBody>
      </p:sp>
      <p:sp>
        <p:nvSpPr>
          <p:cNvPr id="8" name="Freeform 8">
            <a:extLst xmlns:a="http://schemas.openxmlformats.org/drawingml/2006/main">
              <a:ext uri="{FF2B5EF4-FFF2-40B4-BE49-F238E27FC236}">
                <a16:creationId xmlns:a16="http://schemas.microsoft.com/office/drawing/2014/main" id="{5DA57A86-8C1A-458E-B8CC-5A9ADD366AD5}"/>
              </a:ext>
            </a:extLst>
          </p:cNvPr>
          <p:cNvSpPr>
            <a:spLocks xmlns:a="http://schemas.openxmlformats.org/drawingml/2006/main" noGrp="1"/>
          </p:cNvSpPr>
          <p:nvPr/>
        </p:nvSpPr>
        <p:spPr>
          <a:xfrm xmlns:a="http://schemas.openxmlformats.org/drawingml/2006/main">
            <a:off x="8001000" y="2657475"/>
            <a:ext cx="2286000" cy="800100"/>
          </a:xfrm>
          <a:custGeom xmlns:a="http://schemas.openxmlformats.org/drawingml/2006/main">
            <a:rect l="l" t="t" r="r" b="b"/>
            <a:pathLst>
              <a:path w="3048000" h="1066800">
                <a:moveTo>
                  <a:pt x="0" y="0"/>
                </a:moveTo>
                <a:lnTo>
                  <a:pt x="3048000" y="0"/>
                </a:lnTo>
                <a:lnTo>
                  <a:pt x="3048000" y="1066800"/>
                </a:lnTo>
                <a:lnTo>
                  <a:pt x="0" y="1066800"/>
                </a:lnTo>
                <a:close/>
              </a:path>
            </a:pathLst>
          </a:custGeom>
          <a:blipFill xmlns:a="http://schemas.openxmlformats.org/drawingml/2006/main">
            <a:blip xmlns:r="http://schemas.openxmlformats.org/officeDocument/2006/relationships" r:embed="R2fa0cf4a2efc4fda">
              <a:alphaModFix amt="0"/>
            </a:blip>
            <a:stretch>
              <a:fillRect l="0" t="-5671" r="0" b="-5671"/>
            </a:stretch>
          </a:blipFill>
        </p:spPr>
        <p:txBody>
          <a:bodyPr xmlns:a="http://schemas.openxmlformats.org/drawingml/2006/main"/>
          <a:lstStyle xmlns:a="http://schemas.openxmlformats.org/drawingml/2006/main"/>
          <a:p xmlns:a="http://schemas.openxmlformats.org/drawingml/2006/main"/>
        </p:txBody>
      </p:sp>
      <p:sp>
        <p:nvSpPr>
          <p:cNvPr id="9" name="TextBox 9">
            <a:extLst xmlns:a="http://schemas.openxmlformats.org/drawingml/2006/main">
              <a:ext uri="{FF2B5EF4-FFF2-40B4-BE49-F238E27FC236}">
                <a16:creationId xmlns:a16="http://schemas.microsoft.com/office/drawing/2014/main" id="{B2E368E8-41D7-4E10-B09D-7F7145AF48F9}"/>
              </a:ext>
            </a:extLst>
          </p:cNvPr>
          <p:cNvSpPr>
            <a:spLocks xmlns:a="http://schemas.openxmlformats.org/drawingml/2006/main" noGrp="1"/>
          </p:cNvSpPr>
          <p:nvPr/>
        </p:nvSpPr>
        <p:spPr>
          <a:xfrm xmlns:a="http://schemas.openxmlformats.org/drawingml/2006/main">
            <a:off x="8001000" y="2628900"/>
            <a:ext cx="2286000" cy="8286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160"/>
              </a:lnSpc>
              <a:buNone/>
            </a:pPr>
            <a:r>
              <a:rPr sz="1800" b="1">
                <a:solidFill>
                  <a:srgbClr val="FFFFFF"/>
                </a:solidFill>
                <a:latin typeface="Calibri (MS) Bold"/>
                <a:ea typeface="Calibri (MS) Bold"/>
                <a:cs typeface="Calibri (MS) Bold"/>
              </a:rPr>
              <a:t>SECTION 05</a:t>
            </a:r>
          </a:p>
        </p:txBody>
      </p:sp>
      <p:sp>
        <p:nvSpPr>
          <p:cNvPr id="11" name="Freeform 11">
            <a:extLst xmlns:a="http://schemas.openxmlformats.org/drawingml/2006/main">
              <a:ext uri="{FF2B5EF4-FFF2-40B4-BE49-F238E27FC236}">
                <a16:creationId xmlns:a16="http://schemas.microsoft.com/office/drawing/2014/main" id="{3645CD41-8BC8-4C1C-A246-C53C44BB41BB}"/>
              </a:ext>
            </a:extLst>
          </p:cNvPr>
          <p:cNvSpPr>
            <a:spLocks xmlns:a="http://schemas.openxmlformats.org/drawingml/2006/main" noGrp="1"/>
          </p:cNvSpPr>
          <p:nvPr/>
        </p:nvSpPr>
        <p:spPr>
          <a:xfrm xmlns:a="http://schemas.openxmlformats.org/drawingml/2006/main">
            <a:off x="3714750" y="3971925"/>
            <a:ext cx="10858500" cy="942975"/>
          </a:xfrm>
          <a:custGeom xmlns:a="http://schemas.openxmlformats.org/drawingml/2006/main">
            <a:rect l="l" t="t" r="r" b="b"/>
            <a:pathLst>
              <a:path w="14478000" h="1257300">
                <a:moveTo>
                  <a:pt x="0" y="0"/>
                </a:moveTo>
                <a:lnTo>
                  <a:pt x="14478000" y="0"/>
                </a:lnTo>
                <a:lnTo>
                  <a:pt x="14478000" y="1257300"/>
                </a:lnTo>
                <a:lnTo>
                  <a:pt x="0" y="1257300"/>
                </a:lnTo>
                <a:close/>
              </a:path>
            </a:pathLst>
          </a:custGeom>
          <a:blipFill xmlns:a="http://schemas.openxmlformats.org/drawingml/2006/main">
            <a:blip xmlns:r="http://schemas.openxmlformats.org/officeDocument/2006/relationships" r:embed="R620db4f5a17046af">
              <a:alphaModFix amt="0"/>
            </a:blip>
            <a:stretch>
              <a:fillRect l="0" t="-174217" r="0" b="-174217"/>
            </a:stretch>
          </a:blipFill>
        </p:spPr>
        <p:txBody>
          <a:bodyPr xmlns:a="http://schemas.openxmlformats.org/drawingml/2006/main"/>
          <a:lstStyle xmlns:a="http://schemas.openxmlformats.org/drawingml/2006/main"/>
          <a:p xmlns:a="http://schemas.openxmlformats.org/drawingml/2006/main"/>
        </p:txBody>
      </p:sp>
      <p:sp>
        <p:nvSpPr>
          <p:cNvPr id="13" name="Freeform 13">
            <a:extLst xmlns:a="http://schemas.openxmlformats.org/drawingml/2006/main">
              <a:ext uri="{FF2B5EF4-FFF2-40B4-BE49-F238E27FC236}">
                <a16:creationId xmlns:a16="http://schemas.microsoft.com/office/drawing/2014/main" id="{D77F2790-0C89-485A-A86F-E357A6A0E775}"/>
              </a:ext>
            </a:extLst>
          </p:cNvPr>
          <p:cNvSpPr>
            <a:spLocks xmlns:a="http://schemas.openxmlformats.org/drawingml/2006/main" noGrp="1"/>
          </p:cNvSpPr>
          <p:nvPr/>
        </p:nvSpPr>
        <p:spPr>
          <a:xfrm xmlns:a="http://schemas.openxmlformats.org/drawingml/2006/main">
            <a:off x="3714750" y="3907631"/>
            <a:ext cx="10858500" cy="1007268"/>
          </a:xfrm>
          <a:custGeom xmlns:a="http://schemas.openxmlformats.org/drawingml/2006/main">
            <a:rect l="l" t="t" r="r" b="b"/>
            <a:pathLst>
              <a:path w="14478000" h="1343024">
                <a:moveTo>
                  <a:pt x="0" y="0"/>
                </a:moveTo>
                <a:lnTo>
                  <a:pt x="14478000" y="0"/>
                </a:lnTo>
                <a:lnTo>
                  <a:pt x="14478000" y="1343024"/>
                </a:lnTo>
                <a:lnTo>
                  <a:pt x="0" y="1343024"/>
                </a:lnTo>
                <a:close/>
              </a:path>
            </a:pathLst>
          </a:custGeom>
          <a:blipFill xmlns:a="http://schemas.openxmlformats.org/drawingml/2006/main">
            <a:blip xmlns:r="http://schemas.openxmlformats.org/officeDocument/2006/relationships" r:embed="R2fa0cf4a2efc4fda">
              <a:alphaModFix amt="0"/>
            </a:blip>
            <a:stretch>
              <a:fillRect l="0" t="-160051" r="0" b="-160051"/>
            </a:stretch>
          </a:blipFill>
        </p:spPr>
        <p:txBody>
          <a:bodyPr xmlns:a="http://schemas.openxmlformats.org/drawingml/2006/main"/>
          <a:lstStyle xmlns:a="http://schemas.openxmlformats.org/drawingml/2006/main"/>
          <a:p xmlns:a="http://schemas.openxmlformats.org/drawingml/2006/main"/>
        </p:txBody>
      </p:sp>
      <p:sp>
        <p:nvSpPr>
          <p:cNvPr id="14" name="TextBox 14">
            <a:extLst xmlns:a="http://schemas.openxmlformats.org/drawingml/2006/main">
              <a:ext uri="{FF2B5EF4-FFF2-40B4-BE49-F238E27FC236}">
                <a16:creationId xmlns:a16="http://schemas.microsoft.com/office/drawing/2014/main" id="{C22961B3-F9F4-41C8-8798-EB965C9BF3A9}"/>
              </a:ext>
            </a:extLst>
          </p:cNvPr>
          <p:cNvSpPr>
            <a:spLocks xmlns:a="http://schemas.openxmlformats.org/drawingml/2006/main" noGrp="1"/>
          </p:cNvSpPr>
          <p:nvPr/>
        </p:nvSpPr>
        <p:spPr>
          <a:xfrm xmlns:a="http://schemas.openxmlformats.org/drawingml/2006/main">
            <a:off x="3714750" y="3843338"/>
            <a:ext cx="10858500" cy="107156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130"/>
              </a:lnSpc>
              <a:buNone/>
            </a:pPr>
            <a:r>
              <a:rPr sz="4275">
                <a:solidFill>
                  <a:srgbClr val="202020"/>
                </a:solidFill>
                <a:latin typeface="Calibri (MS)"/>
                <a:ea typeface="Calibri (MS)"/>
                <a:cs typeface="Calibri (MS)"/>
              </a:rPr>
              <a:t>자체평가의견</a:t>
            </a:r>
          </a:p>
        </p:txBody>
      </p:sp>
      <p:sp>
        <p:nvSpPr>
          <p:cNvPr id="16" name="Freeform 16">
            <a:extLst xmlns:a="http://schemas.openxmlformats.org/drawingml/2006/main">
              <a:ext uri="{FF2B5EF4-FFF2-40B4-BE49-F238E27FC236}">
                <a16:creationId xmlns:a16="http://schemas.microsoft.com/office/drawing/2014/main" id="{FA489A69-CD9C-4EF6-BB92-581C0AF18CC3}"/>
              </a:ext>
            </a:extLst>
          </p:cNvPr>
          <p:cNvSpPr>
            <a:spLocks xmlns:a="http://schemas.openxmlformats.org/drawingml/2006/main" noGrp="1"/>
          </p:cNvSpPr>
          <p:nvPr/>
        </p:nvSpPr>
        <p:spPr>
          <a:xfrm xmlns:a="http://schemas.openxmlformats.org/drawingml/2006/main">
            <a:off x="5572125" y="5186362"/>
            <a:ext cx="7143750" cy="14288"/>
          </a:xfrm>
          <a:custGeom xmlns:a="http://schemas.openxmlformats.org/drawingml/2006/main">
            <a:rect l="l" t="t" r="r" b="b"/>
            <a:pathLst>
              <a:path w="9525000" h="19050">
                <a:moveTo>
                  <a:pt x="0" y="0"/>
                </a:moveTo>
                <a:lnTo>
                  <a:pt x="9525000" y="0"/>
                </a:lnTo>
                <a:lnTo>
                  <a:pt x="9525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18" name="Freeform 18">
            <a:extLst xmlns:a="http://schemas.openxmlformats.org/drawingml/2006/main">
              <a:ext uri="{FF2B5EF4-FFF2-40B4-BE49-F238E27FC236}">
                <a16:creationId xmlns:a16="http://schemas.microsoft.com/office/drawing/2014/main" id="{B03FC05A-9714-44C3-AEFE-58DA407DC593}"/>
              </a:ext>
            </a:extLst>
          </p:cNvPr>
          <p:cNvSpPr>
            <a:spLocks xmlns:a="http://schemas.openxmlformats.org/drawingml/2006/main" noGrp="1"/>
          </p:cNvSpPr>
          <p:nvPr/>
        </p:nvSpPr>
        <p:spPr>
          <a:xfrm xmlns:a="http://schemas.openxmlformats.org/drawingml/2006/main">
            <a:off x="4429125" y="5586412"/>
            <a:ext cx="9429750" cy="642938"/>
          </a:xfrm>
          <a:custGeom xmlns:a="http://schemas.openxmlformats.org/drawingml/2006/main">
            <a:rect l="l" t="t" r="r" b="b"/>
            <a:pathLst>
              <a:path w="12573000" h="857250">
                <a:moveTo>
                  <a:pt x="0" y="0"/>
                </a:moveTo>
                <a:lnTo>
                  <a:pt x="12573000" y="0"/>
                </a:lnTo>
                <a:lnTo>
                  <a:pt x="12573000" y="857250"/>
                </a:lnTo>
                <a:lnTo>
                  <a:pt x="0" y="857250"/>
                </a:lnTo>
                <a:close/>
              </a:path>
            </a:pathLst>
          </a:custGeom>
          <a:blipFill xmlns:a="http://schemas.openxmlformats.org/drawingml/2006/main">
            <a:blip xmlns:r="http://schemas.openxmlformats.org/officeDocument/2006/relationships" r:embed="R620db4f5a17046af">
              <a:alphaModFix amt="0"/>
            </a:blip>
            <a:stretch>
              <a:fillRect l="0" t="-235582" r="0" b="-235580"/>
            </a:stretch>
          </a:blipFill>
        </p:spPr>
        <p:txBody>
          <a:bodyPr xmlns:a="http://schemas.openxmlformats.org/drawingml/2006/main"/>
          <a:lstStyle xmlns:a="http://schemas.openxmlformats.org/drawingml/2006/main"/>
          <a:p xmlns:a="http://schemas.openxmlformats.org/drawingml/2006/main"/>
        </p:txBody>
      </p:sp>
      <p:sp>
        <p:nvSpPr>
          <p:cNvPr id="20" name="Freeform 20">
            <a:extLst xmlns:a="http://schemas.openxmlformats.org/drawingml/2006/main">
              <a:ext uri="{FF2B5EF4-FFF2-40B4-BE49-F238E27FC236}">
                <a16:creationId xmlns:a16="http://schemas.microsoft.com/office/drawing/2014/main" id="{2CD5E2C6-0E34-4BDF-8338-AD7C93A03732}"/>
              </a:ext>
            </a:extLst>
          </p:cNvPr>
          <p:cNvSpPr>
            <a:spLocks xmlns:a="http://schemas.openxmlformats.org/drawingml/2006/main" noGrp="1"/>
          </p:cNvSpPr>
          <p:nvPr/>
        </p:nvSpPr>
        <p:spPr>
          <a:xfrm xmlns:a="http://schemas.openxmlformats.org/drawingml/2006/main">
            <a:off x="4429125" y="5557838"/>
            <a:ext cx="9429750" cy="671512"/>
          </a:xfrm>
          <a:custGeom xmlns:a="http://schemas.openxmlformats.org/drawingml/2006/main">
            <a:rect l="l" t="t" r="r" b="b"/>
            <a:pathLst>
              <a:path w="12573000" h="895351">
                <a:moveTo>
                  <a:pt x="0" y="0"/>
                </a:moveTo>
                <a:lnTo>
                  <a:pt x="12573000" y="0"/>
                </a:lnTo>
                <a:lnTo>
                  <a:pt x="12573000" y="895351"/>
                </a:lnTo>
                <a:lnTo>
                  <a:pt x="0" y="895351"/>
                </a:lnTo>
                <a:close/>
              </a:path>
            </a:pathLst>
          </a:custGeom>
          <a:blipFill xmlns:a="http://schemas.openxmlformats.org/drawingml/2006/main">
            <a:blip xmlns:r="http://schemas.openxmlformats.org/officeDocument/2006/relationships" r:embed="R2fa0cf4a2efc4fda">
              <a:alphaModFix amt="0"/>
            </a:blip>
            <a:stretch>
              <a:fillRect l="0" t="-223619" r="0" b="-223619"/>
            </a:stretch>
          </a:blipFill>
        </p:spPr>
        <p:txBody>
          <a:bodyPr xmlns:a="http://schemas.openxmlformats.org/drawingml/2006/main"/>
          <a:lstStyle xmlns:a="http://schemas.openxmlformats.org/drawingml/2006/main"/>
          <a:p xmlns:a="http://schemas.openxmlformats.org/drawingml/2006/main"/>
        </p:txBody>
      </p:sp>
      <p:sp>
        <p:nvSpPr>
          <p:cNvPr id="21" name="TextBox 21">
            <a:extLst xmlns:a="http://schemas.openxmlformats.org/drawingml/2006/main">
              <a:ext uri="{FF2B5EF4-FFF2-40B4-BE49-F238E27FC236}">
                <a16:creationId xmlns:a16="http://schemas.microsoft.com/office/drawing/2014/main" id="{F86423BE-2C63-468D-B5A2-E4236481C3DA}"/>
              </a:ext>
            </a:extLst>
          </p:cNvPr>
          <p:cNvSpPr>
            <a:spLocks xmlns:a="http://schemas.openxmlformats.org/drawingml/2006/main" noGrp="1"/>
          </p:cNvSpPr>
          <p:nvPr/>
        </p:nvSpPr>
        <p:spPr>
          <a:xfrm xmlns:a="http://schemas.openxmlformats.org/drawingml/2006/main">
            <a:off x="4429125" y="5529264"/>
            <a:ext cx="9429750" cy="70008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294"/>
              </a:lnSpc>
              <a:buNone/>
            </a:pPr>
            <a:r>
              <a:rPr sz="1911">
                <a:solidFill>
                  <a:srgbClr val="666B73"/>
                </a:solidFill>
                <a:latin typeface="Calibri (MS)"/>
                <a:ea typeface="Calibri (MS)"/>
                <a:cs typeface="Calibri (MS)"/>
              </a:rPr>
              <a:t>성과·한계·학습과 향후 개선 방향</a:t>
            </a:r>
          </a:p>
        </p:txBody>
      </p:sp>
      <p:sp>
        <p:nvSpPr>
          <p:cNvPr id="23" name="Freeform 23">
            <a:extLst xmlns:a="http://schemas.openxmlformats.org/drawingml/2006/main">
              <a:ext uri="{FF2B5EF4-FFF2-40B4-BE49-F238E27FC236}">
                <a16:creationId xmlns:a16="http://schemas.microsoft.com/office/drawing/2014/main" id="{1F369370-BF3E-4AE9-B396-92D6677F2363}"/>
              </a:ext>
            </a:extLst>
          </p:cNvPr>
          <p:cNvSpPr>
            <a:spLocks xmlns:a="http://schemas.openxmlformats.org/drawingml/2006/main" noGrp="1"/>
          </p:cNvSpPr>
          <p:nvPr/>
        </p:nvSpPr>
        <p:spPr>
          <a:xfrm xmlns:a="http://schemas.openxmlformats.org/drawingml/2006/main">
            <a:off x="485775" y="9544050"/>
            <a:ext cx="17316450" cy="14288"/>
          </a:xfrm>
          <a:custGeom xmlns:a="http://schemas.openxmlformats.org/drawingml/2006/main">
            <a:rect l="l" t="t" r="r" b="b"/>
            <a:pathLst>
              <a:path w="23088600" h="19050">
                <a:moveTo>
                  <a:pt x="0" y="0"/>
                </a:moveTo>
                <a:lnTo>
                  <a:pt x="23088600" y="0"/>
                </a:lnTo>
                <a:lnTo>
                  <a:pt x="23088600" y="19050"/>
                </a:lnTo>
                <a:lnTo>
                  <a:pt x="0" y="19050"/>
                </a:lnTo>
                <a:close/>
              </a:path>
            </a:pathLst>
          </a:custGeom>
          <a:solidFill xmlns:a="http://schemas.openxmlformats.org/drawingml/2006/main">
            <a:srgbClr val="8EADE0"/>
          </a:solid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E09FCE8C-5BF9-4197-B969-28943162633F}"/>
              </a:ext>
            </a:extLst>
          </p:cNvPr>
          <p:cNvSpPr>
            <a:spLocks xmlns:a="http://schemas.openxmlformats.org/drawingml/2006/main" noGrp="1"/>
          </p:cNvSpPr>
          <p:nvPr/>
        </p:nvSpPr>
        <p:spPr>
          <a:xfrm xmlns:a="http://schemas.openxmlformats.org/drawingml/2006/main">
            <a:off x="500062"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620db4f5a17046af">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7" name="Freeform 27">
            <a:extLst xmlns:a="http://schemas.openxmlformats.org/drawingml/2006/main">
              <a:ext uri="{FF2B5EF4-FFF2-40B4-BE49-F238E27FC236}">
                <a16:creationId xmlns:a16="http://schemas.microsoft.com/office/drawing/2014/main" id="{40659969-AFE1-4D35-ABE9-183AC8CE3968}"/>
              </a:ext>
            </a:extLst>
          </p:cNvPr>
          <p:cNvSpPr>
            <a:spLocks xmlns:a="http://schemas.openxmlformats.org/drawingml/2006/main" noGrp="1"/>
          </p:cNvSpPr>
          <p:nvPr/>
        </p:nvSpPr>
        <p:spPr>
          <a:xfrm xmlns:a="http://schemas.openxmlformats.org/drawingml/2006/main">
            <a:off x="500062"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2fa0cf4a2efc4fda">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8" name="TextBox 28">
            <a:extLst xmlns:a="http://schemas.openxmlformats.org/drawingml/2006/main">
              <a:ext uri="{FF2B5EF4-FFF2-40B4-BE49-F238E27FC236}">
                <a16:creationId xmlns:a16="http://schemas.microsoft.com/office/drawing/2014/main" id="{341B0683-C2DF-4F3D-9FFA-CB6AFD99B2DD}"/>
              </a:ext>
            </a:extLst>
          </p:cNvPr>
          <p:cNvSpPr>
            <a:spLocks xmlns:a="http://schemas.openxmlformats.org/drawingml/2006/main" noGrp="1"/>
          </p:cNvSpPr>
          <p:nvPr/>
        </p:nvSpPr>
        <p:spPr>
          <a:xfrm xmlns:a="http://schemas.openxmlformats.org/drawingml/2006/main">
            <a:off x="500062"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D7E4F7"/>
                </a:solidFill>
                <a:latin typeface="Calibri (MS)"/>
                <a:ea typeface="Calibri (MS)"/>
                <a:cs typeface="Calibri (MS)"/>
              </a:rPr>
              <a:t>KDIC AI 챗봇 서비스 구축 | 와쿠와쿠 6조</a:t>
            </a:r>
          </a:p>
        </p:txBody>
      </p:sp>
      <p:sp>
        <p:nvSpPr>
          <p:cNvPr id="30" name="Freeform 30">
            <a:extLst xmlns:a="http://schemas.openxmlformats.org/drawingml/2006/main">
              <a:ext uri="{FF2B5EF4-FFF2-40B4-BE49-F238E27FC236}">
                <a16:creationId xmlns:a16="http://schemas.microsoft.com/office/drawing/2014/main" id="{40765002-C791-4E0F-8DC1-15E77CA2DCBC}"/>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620db4f5a17046af">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2" name="Freeform 32">
            <a:extLst xmlns:a="http://schemas.openxmlformats.org/drawingml/2006/main">
              <a:ext uri="{FF2B5EF4-FFF2-40B4-BE49-F238E27FC236}">
                <a16:creationId xmlns:a16="http://schemas.microsoft.com/office/drawing/2014/main" id="{FB767EA9-B98C-483F-B98F-4A6099D69A3B}"/>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2fa0cf4a2efc4fda">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3" name="TextBox 33">
            <a:extLst xmlns:a="http://schemas.openxmlformats.org/drawingml/2006/main">
              <a:ext uri="{FF2B5EF4-FFF2-40B4-BE49-F238E27FC236}">
                <a16:creationId xmlns:a16="http://schemas.microsoft.com/office/drawing/2014/main" id="{F922B18C-9A39-4ACD-88A0-DA7DF16B0C03}"/>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FFFFFF"/>
                </a:solidFill>
                <a:latin typeface="Calibri (MS) Bold"/>
                <a:ea typeface="Calibri (MS) Bold"/>
                <a:cs typeface="Calibri (MS) Bold"/>
              </a:rPr>
              <a:t>27</a:t>
            </a:r>
          </a:p>
        </p:txBody>
      </p:sp>
    </p:spTree>
    <p:extLst>
      <p:ext uri="{BB962C8B-B14F-4D97-AF65-F5344CB8AC3E}">
        <p14:creationId xmlns:p14="http://schemas.microsoft.com/office/powerpoint/2010/main" val="1940827706"/>
      </p:ext>
    </p:extLst>
  </p:cSld>
</p:sld>
</file>

<file path=ppt/slides/slide27.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7A87F7BE-2779-4D4D-B9CA-561C96719D5F}"/>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0b4928a448304b2e">
              <a:extLst>
                <a:ext uri="{96DAC541-7B7A-43D3-8B79-37D633B846F1}">
                  <asvg:svgBlip xmlns:asvg="http://schemas.microsoft.com/office/drawing/2016/SVG/main" r:embed="Rdb80694d0f03470b"/>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01D95503-3D8C-4F4D-8DD8-FB1DB2E3B995}"/>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ea640ec3cf324c66">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2015290B-6329-4C82-84C9-2C7467E9109C}"/>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4811c1e7fbf34aef">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FFF3947D-FD59-4334-AB29-076C8A0776EF}"/>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CONCLUSION</a:t>
            </a:r>
          </a:p>
        </p:txBody>
      </p:sp>
      <p:sp>
        <p:nvSpPr>
          <p:cNvPr id="9" name="Freeform 9">
            <a:extLst xmlns:a="http://schemas.openxmlformats.org/drawingml/2006/main">
              <a:ext uri="{FF2B5EF4-FFF2-40B4-BE49-F238E27FC236}">
                <a16:creationId xmlns:a16="http://schemas.microsoft.com/office/drawing/2014/main" id="{7B67261C-2C13-4E22-BF7E-072CC7346FE8}"/>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ea640ec3cf324c66">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355721E8-CCA3-4F3F-AE09-3DBA877C4936}"/>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4811c1e7fbf34aef">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D6C121EC-55C8-4395-9317-A1AF8AFA57CA}"/>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데이터 구축을 검증 가능한 챗봇 서비스로 연결했습니다</a:t>
            </a:r>
          </a:p>
        </p:txBody>
      </p:sp>
      <p:sp>
        <p:nvSpPr>
          <p:cNvPr id="14" name="Freeform 14">
            <a:extLst xmlns:a="http://schemas.openxmlformats.org/drawingml/2006/main">
              <a:ext uri="{FF2B5EF4-FFF2-40B4-BE49-F238E27FC236}">
                <a16:creationId xmlns:a16="http://schemas.microsoft.com/office/drawing/2014/main" id="{DBFE1608-9F75-49E1-A0EE-BD6F0EC08CD5}"/>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ea640ec3cf324c66">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A638E257-E09F-4888-8D7C-DB6605E9A101}"/>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4811c1e7fbf34aef">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03D718AF-1511-44E8-8578-3B9826E349E4}"/>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프로젝트 1의 공식 데이터 기반을 서비스·UI·평가 체계까지 확장</a:t>
            </a:r>
          </a:p>
        </p:txBody>
      </p:sp>
      <p:sp>
        <p:nvSpPr>
          <p:cNvPr id="19" name="Freeform 19">
            <a:extLst xmlns:a="http://schemas.openxmlformats.org/drawingml/2006/main">
              <a:ext uri="{FF2B5EF4-FFF2-40B4-BE49-F238E27FC236}">
                <a16:creationId xmlns:a16="http://schemas.microsoft.com/office/drawing/2014/main" id="{E533A1F5-9ADE-467D-A8AE-5C3AB0E2BA57}"/>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74B13EB0-273A-4559-85EE-945AE3530979}"/>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F69181B1-4813-468F-9CDD-82F43AB0A1F5}"/>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ea640ec3cf324c66">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286B5D62-C6C8-4491-A8E3-8EF7B66DFEBD}"/>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4811c1e7fbf34aef">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3AA6F052-149D-4705-B3C7-6EBA4D1C7DBA}"/>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045DC26A-B36D-438F-9D2A-26632A561A33}"/>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ea640ec3cf324c66">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0C944CD9-387B-4D1E-BF71-F4FB4D76C72E}"/>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4811c1e7fbf34aef">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4045660A-7BDE-403D-BFB0-BD278FB55DD5}"/>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28</a:t>
            </a:r>
          </a:p>
        </p:txBody>
      </p:sp>
      <p:sp>
        <p:nvSpPr>
          <p:cNvPr id="32" name="Freeform 32">
            <a:extLst xmlns:a="http://schemas.openxmlformats.org/drawingml/2006/main">
              <a:ext uri="{FF2B5EF4-FFF2-40B4-BE49-F238E27FC236}">
                <a16:creationId xmlns:a16="http://schemas.microsoft.com/office/drawing/2014/main" id="{54CCC010-30E6-414A-8B37-B2848411974F}"/>
              </a:ext>
            </a:extLst>
          </p:cNvPr>
          <p:cNvSpPr>
            <a:spLocks xmlns:a="http://schemas.openxmlformats.org/drawingml/2006/main" noGrp="1"/>
          </p:cNvSpPr>
          <p:nvPr/>
        </p:nvSpPr>
        <p:spPr>
          <a:xfrm xmlns:a="http://schemas.openxmlformats.org/drawingml/2006/main">
            <a:off x="557212" y="2843212"/>
            <a:ext cx="5172075" cy="4314825"/>
          </a:xfrm>
          <a:custGeom xmlns:a="http://schemas.openxmlformats.org/drawingml/2006/main">
            <a:rect l="l" t="t" r="r" b="b"/>
            <a:pathLst>
              <a:path w="5172075" h="4314825">
                <a:moveTo>
                  <a:pt x="0" y="0"/>
                </a:moveTo>
                <a:lnTo>
                  <a:pt x="5172076" y="0"/>
                </a:lnTo>
                <a:lnTo>
                  <a:pt x="5172076" y="4314826"/>
                </a:lnTo>
                <a:lnTo>
                  <a:pt x="0" y="4314826"/>
                </a:lnTo>
                <a:lnTo>
                  <a:pt x="0" y="0"/>
                </a:lnTo>
                <a:close/>
              </a:path>
            </a:pathLst>
          </a:custGeom>
          <a:blipFill xmlns:a="http://schemas.openxmlformats.org/drawingml/2006/main">
            <a:blip xmlns:r="http://schemas.openxmlformats.org/officeDocument/2006/relationships" r:embed="R2bca36987ef740bf">
              <a:extLst>
                <a:ext uri="{96DAC541-7B7A-43D3-8B79-37D633B846F1}">
                  <asvg:svgBlip xmlns:asvg="http://schemas.microsoft.com/office/drawing/2016/SVG/main" r:embed="R772d20fb5858411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CA97125E-0581-4489-9389-42AB18F1FBD3}"/>
              </a:ext>
            </a:extLst>
          </p:cNvPr>
          <p:cNvSpPr>
            <a:spLocks xmlns:a="http://schemas.openxmlformats.org/drawingml/2006/main" noGrp="1"/>
          </p:cNvSpPr>
          <p:nvPr/>
        </p:nvSpPr>
        <p:spPr>
          <a:xfrm xmlns:a="http://schemas.openxmlformats.org/drawingml/2006/main">
            <a:off x="885825" y="3057525"/>
            <a:ext cx="4514850" cy="428625"/>
          </a:xfrm>
          <a:custGeom xmlns:a="http://schemas.openxmlformats.org/drawingml/2006/main">
            <a:rect l="l" t="t" r="r" b="b"/>
            <a:pathLst>
              <a:path w="6019800" h="571500">
                <a:moveTo>
                  <a:pt x="0" y="0"/>
                </a:moveTo>
                <a:lnTo>
                  <a:pt x="6019800" y="0"/>
                </a:lnTo>
                <a:lnTo>
                  <a:pt x="6019800" y="571500"/>
                </a:lnTo>
                <a:lnTo>
                  <a:pt x="0" y="571500"/>
                </a:lnTo>
                <a:close/>
              </a:path>
            </a:pathLst>
          </a:custGeom>
          <a:blipFill xmlns:a="http://schemas.openxmlformats.org/drawingml/2006/main">
            <a:blip xmlns:r="http://schemas.openxmlformats.org/officeDocument/2006/relationships" r:embed="Rea640ec3cf324c66">
              <a:alphaModFix amt="0"/>
            </a:blip>
            <a:stretch>
              <a:fillRect l="0" t="-155100" r="0" b="-155100"/>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A850E024-569F-4CFA-82A3-EE27A350ECFC}"/>
              </a:ext>
            </a:extLst>
          </p:cNvPr>
          <p:cNvSpPr>
            <a:spLocks xmlns:a="http://schemas.openxmlformats.org/drawingml/2006/main" noGrp="1"/>
          </p:cNvSpPr>
          <p:nvPr/>
        </p:nvSpPr>
        <p:spPr>
          <a:xfrm xmlns:a="http://schemas.openxmlformats.org/drawingml/2006/main">
            <a:off x="885825" y="3028950"/>
            <a:ext cx="4514850" cy="457200"/>
          </a:xfrm>
          <a:custGeom xmlns:a="http://schemas.openxmlformats.org/drawingml/2006/main">
            <a:rect l="l" t="t" r="r" b="b"/>
            <a:pathLst>
              <a:path w="6019800" h="609600">
                <a:moveTo>
                  <a:pt x="0" y="0"/>
                </a:moveTo>
                <a:lnTo>
                  <a:pt x="6019800" y="0"/>
                </a:lnTo>
                <a:lnTo>
                  <a:pt x="6019800" y="609600"/>
                </a:lnTo>
                <a:lnTo>
                  <a:pt x="0" y="609600"/>
                </a:lnTo>
                <a:close/>
              </a:path>
            </a:pathLst>
          </a:custGeom>
          <a:blipFill xmlns:a="http://schemas.openxmlformats.org/drawingml/2006/main">
            <a:blip xmlns:r="http://schemas.openxmlformats.org/officeDocument/2006/relationships" r:embed="R4811c1e7fbf34aef">
              <a:alphaModFix amt="0"/>
            </a:blip>
            <a:stretch>
              <a:fillRect l="0" t="-142414" r="0" b="-142414"/>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E1F6393D-3A3F-4716-BE5E-98C07BCA7DBD}"/>
              </a:ext>
            </a:extLst>
          </p:cNvPr>
          <p:cNvSpPr>
            <a:spLocks xmlns:a="http://schemas.openxmlformats.org/drawingml/2006/main" noGrp="1"/>
          </p:cNvSpPr>
          <p:nvPr/>
        </p:nvSpPr>
        <p:spPr>
          <a:xfrm xmlns:a="http://schemas.openxmlformats.org/drawingml/2006/main">
            <a:off x="885825" y="3000375"/>
            <a:ext cx="4514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데이터 기반</a:t>
            </a:r>
          </a:p>
        </p:txBody>
      </p:sp>
      <p:sp>
        <p:nvSpPr>
          <p:cNvPr id="38" name="TextBox 38">
            <a:extLst xmlns:a="http://schemas.openxmlformats.org/drawingml/2006/main">
              <a:ext uri="{FF2B5EF4-FFF2-40B4-BE49-F238E27FC236}">
                <a16:creationId xmlns:a16="http://schemas.microsoft.com/office/drawing/2014/main" id="{B44269D7-7C4D-41D5-A6D9-CF49543888F1}"/>
              </a:ext>
            </a:extLst>
          </p:cNvPr>
          <p:cNvSpPr>
            <a:spLocks xmlns:a="http://schemas.openxmlformats.org/drawingml/2006/main" noGrp="1"/>
          </p:cNvSpPr>
          <p:nvPr/>
        </p:nvSpPr>
        <p:spPr>
          <a:xfrm xmlns:a="http://schemas.openxmlformats.org/drawingml/2006/main">
            <a:off x="977265" y="3598545"/>
            <a:ext cx="4331970" cy="32423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6개 업무·427개 청크</a:t>
            </a:r>
          </a:p>
          <a:p xmlns:a="http://schemas.openxmlformats.org/drawingml/2006/main">
            <a:pPr algn="l">
              <a:lnSpc>
                <a:spcPts val="2160"/>
              </a:lnSpc>
              <a:buNone/>
            </a:pPr>
            <a:r>
              <a:rPr sz="1800">
                <a:solidFill>
                  <a:srgbClr val="9299A3"/>
                </a:solidFill>
                <a:latin typeface="Calibri (MS)"/>
                <a:ea typeface="Calibri (MS)"/>
                <a:cs typeface="Calibri (MS)"/>
              </a:rPr>
              <a:t>계층 메타데이터 연결</a:t>
            </a:r>
          </a:p>
        </p:txBody>
      </p:sp>
      <p:sp>
        <p:nvSpPr>
          <p:cNvPr id="39" name="Freeform 39">
            <a:extLst xmlns:a="http://schemas.openxmlformats.org/drawingml/2006/main">
              <a:ext uri="{FF2B5EF4-FFF2-40B4-BE49-F238E27FC236}">
                <a16:creationId xmlns:a16="http://schemas.microsoft.com/office/drawing/2014/main" id="{5B3419CD-9A1D-4093-8604-537FB8A3F53C}"/>
              </a:ext>
            </a:extLst>
          </p:cNvPr>
          <p:cNvSpPr>
            <a:spLocks xmlns:a="http://schemas.openxmlformats.org/drawingml/2006/main" noGrp="1"/>
          </p:cNvSpPr>
          <p:nvPr/>
        </p:nvSpPr>
        <p:spPr>
          <a:xfrm xmlns:a="http://schemas.openxmlformats.org/drawingml/2006/main">
            <a:off x="5986462" y="2843212"/>
            <a:ext cx="5172075" cy="4314825"/>
          </a:xfrm>
          <a:custGeom xmlns:a="http://schemas.openxmlformats.org/drawingml/2006/main">
            <a:rect l="l" t="t" r="r" b="b"/>
            <a:pathLst>
              <a:path w="5172075" h="4314825">
                <a:moveTo>
                  <a:pt x="0" y="0"/>
                </a:moveTo>
                <a:lnTo>
                  <a:pt x="5172076" y="0"/>
                </a:lnTo>
                <a:lnTo>
                  <a:pt x="5172076" y="4314826"/>
                </a:lnTo>
                <a:lnTo>
                  <a:pt x="0" y="4314826"/>
                </a:lnTo>
                <a:lnTo>
                  <a:pt x="0" y="0"/>
                </a:lnTo>
                <a:close/>
              </a:path>
            </a:pathLst>
          </a:custGeom>
          <a:blipFill xmlns:a="http://schemas.openxmlformats.org/drawingml/2006/main">
            <a:blip xmlns:r="http://schemas.openxmlformats.org/officeDocument/2006/relationships" r:embed="R2bca36987ef740bf">
              <a:extLst>
                <a:ext uri="{96DAC541-7B7A-43D3-8B79-37D633B846F1}">
                  <asvg:svgBlip xmlns:asvg="http://schemas.microsoft.com/office/drawing/2016/SVG/main" r:embed="R772d20fb5858411c"/>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1" name="Freeform 41">
            <a:extLst xmlns:a="http://schemas.openxmlformats.org/drawingml/2006/main">
              <a:ext uri="{FF2B5EF4-FFF2-40B4-BE49-F238E27FC236}">
                <a16:creationId xmlns:a16="http://schemas.microsoft.com/office/drawing/2014/main" id="{915A4893-D615-48ED-B361-E3E694FC6F86}"/>
              </a:ext>
            </a:extLst>
          </p:cNvPr>
          <p:cNvSpPr>
            <a:spLocks xmlns:a="http://schemas.openxmlformats.org/drawingml/2006/main" noGrp="1"/>
          </p:cNvSpPr>
          <p:nvPr/>
        </p:nvSpPr>
        <p:spPr>
          <a:xfrm xmlns:a="http://schemas.openxmlformats.org/drawingml/2006/main">
            <a:off x="6315075" y="3057525"/>
            <a:ext cx="4514850" cy="428625"/>
          </a:xfrm>
          <a:custGeom xmlns:a="http://schemas.openxmlformats.org/drawingml/2006/main">
            <a:rect l="l" t="t" r="r" b="b"/>
            <a:pathLst>
              <a:path w="6019800" h="571500">
                <a:moveTo>
                  <a:pt x="0" y="0"/>
                </a:moveTo>
                <a:lnTo>
                  <a:pt x="6019800" y="0"/>
                </a:lnTo>
                <a:lnTo>
                  <a:pt x="6019800" y="571500"/>
                </a:lnTo>
                <a:lnTo>
                  <a:pt x="0" y="571500"/>
                </a:lnTo>
                <a:close/>
              </a:path>
            </a:pathLst>
          </a:custGeom>
          <a:blipFill xmlns:a="http://schemas.openxmlformats.org/drawingml/2006/main">
            <a:blip xmlns:r="http://schemas.openxmlformats.org/officeDocument/2006/relationships" r:embed="Rea640ec3cf324c66">
              <a:alphaModFix amt="0"/>
            </a:blip>
            <a:stretch>
              <a:fillRect l="0" t="-155100" r="0" b="-155100"/>
            </a:stretch>
          </a:blipFill>
        </p:spPr>
        <p:txBody>
          <a:bodyPr xmlns:a="http://schemas.openxmlformats.org/drawingml/2006/main"/>
          <a:lstStyle xmlns:a="http://schemas.openxmlformats.org/drawingml/2006/main"/>
          <a:p xmlns:a="http://schemas.openxmlformats.org/drawingml/2006/main"/>
        </p:txBody>
      </p:sp>
      <p:sp>
        <p:nvSpPr>
          <p:cNvPr id="43" name="Freeform 43">
            <a:extLst xmlns:a="http://schemas.openxmlformats.org/drawingml/2006/main">
              <a:ext uri="{FF2B5EF4-FFF2-40B4-BE49-F238E27FC236}">
                <a16:creationId xmlns:a16="http://schemas.microsoft.com/office/drawing/2014/main" id="{FE8C557E-1EC5-4604-8713-07E82D1E8DDB}"/>
              </a:ext>
            </a:extLst>
          </p:cNvPr>
          <p:cNvSpPr>
            <a:spLocks xmlns:a="http://schemas.openxmlformats.org/drawingml/2006/main" noGrp="1"/>
          </p:cNvSpPr>
          <p:nvPr/>
        </p:nvSpPr>
        <p:spPr>
          <a:xfrm xmlns:a="http://schemas.openxmlformats.org/drawingml/2006/main">
            <a:off x="6315075" y="3028950"/>
            <a:ext cx="4514850" cy="457200"/>
          </a:xfrm>
          <a:custGeom xmlns:a="http://schemas.openxmlformats.org/drawingml/2006/main">
            <a:rect l="l" t="t" r="r" b="b"/>
            <a:pathLst>
              <a:path w="6019800" h="609600">
                <a:moveTo>
                  <a:pt x="0" y="0"/>
                </a:moveTo>
                <a:lnTo>
                  <a:pt x="6019800" y="0"/>
                </a:lnTo>
                <a:lnTo>
                  <a:pt x="6019800" y="609600"/>
                </a:lnTo>
                <a:lnTo>
                  <a:pt x="0" y="609600"/>
                </a:lnTo>
                <a:close/>
              </a:path>
            </a:pathLst>
          </a:custGeom>
          <a:blipFill xmlns:a="http://schemas.openxmlformats.org/drawingml/2006/main">
            <a:blip xmlns:r="http://schemas.openxmlformats.org/officeDocument/2006/relationships" r:embed="R4811c1e7fbf34aef">
              <a:alphaModFix amt="0"/>
            </a:blip>
            <a:stretch>
              <a:fillRect l="0" t="-142414" r="0" b="-142414"/>
            </a:stretch>
          </a:blipFill>
        </p:spPr>
        <p:txBody>
          <a:bodyPr xmlns:a="http://schemas.openxmlformats.org/drawingml/2006/main"/>
          <a:lstStyle xmlns:a="http://schemas.openxmlformats.org/drawingml/2006/main"/>
          <a:p xmlns:a="http://schemas.openxmlformats.org/drawingml/2006/main"/>
        </p:txBody>
      </p:sp>
      <p:sp>
        <p:nvSpPr>
          <p:cNvPr id="44" name="TextBox 44">
            <a:extLst xmlns:a="http://schemas.openxmlformats.org/drawingml/2006/main">
              <a:ext uri="{FF2B5EF4-FFF2-40B4-BE49-F238E27FC236}">
                <a16:creationId xmlns:a16="http://schemas.microsoft.com/office/drawing/2014/main" id="{6F965D9F-0288-439E-8A5A-52F90584B325}"/>
              </a:ext>
            </a:extLst>
          </p:cNvPr>
          <p:cNvSpPr>
            <a:spLocks xmlns:a="http://schemas.openxmlformats.org/drawingml/2006/main" noGrp="1"/>
          </p:cNvSpPr>
          <p:nvPr/>
        </p:nvSpPr>
        <p:spPr>
          <a:xfrm xmlns:a="http://schemas.openxmlformats.org/drawingml/2006/main">
            <a:off x="6315075" y="3000375"/>
            <a:ext cx="4514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서비스 구현</a:t>
            </a:r>
          </a:p>
        </p:txBody>
      </p:sp>
      <p:sp>
        <p:nvSpPr>
          <p:cNvPr id="45" name="TextBox 45">
            <a:extLst xmlns:a="http://schemas.openxmlformats.org/drawingml/2006/main">
              <a:ext uri="{FF2B5EF4-FFF2-40B4-BE49-F238E27FC236}">
                <a16:creationId xmlns:a16="http://schemas.microsoft.com/office/drawing/2014/main" id="{683ED031-0F8F-4FE5-AE81-DAABF281E9D6}"/>
              </a:ext>
            </a:extLst>
          </p:cNvPr>
          <p:cNvSpPr>
            <a:spLocks xmlns:a="http://schemas.openxmlformats.org/drawingml/2006/main" noGrp="1"/>
          </p:cNvSpPr>
          <p:nvPr/>
        </p:nvSpPr>
        <p:spPr>
          <a:xfrm xmlns:a="http://schemas.openxmlformats.org/drawingml/2006/main">
            <a:off x="6406515" y="3598545"/>
            <a:ext cx="4331970" cy="32423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FAQ·업무/의도 선택</a:t>
            </a:r>
          </a:p>
          <a:p xmlns:a="http://schemas.openxmlformats.org/drawingml/2006/main">
            <a:pPr algn="l">
              <a:lnSpc>
                <a:spcPts val="2160"/>
              </a:lnSpc>
              <a:buNone/>
            </a:pPr>
            <a:r>
              <a:rPr sz="1800">
                <a:solidFill>
                  <a:srgbClr val="9299A3"/>
                </a:solidFill>
                <a:latin typeface="Calibri (MS)"/>
                <a:ea typeface="Calibri (MS)"/>
                <a:cs typeface="Calibri (MS)"/>
              </a:rPr>
              <a:t>근거·출처·후속 질문</a:t>
            </a:r>
          </a:p>
        </p:txBody>
      </p:sp>
      <p:sp>
        <p:nvSpPr>
          <p:cNvPr id="46" name="Freeform 46">
            <a:extLst xmlns:a="http://schemas.openxmlformats.org/drawingml/2006/main">
              <a:ext uri="{FF2B5EF4-FFF2-40B4-BE49-F238E27FC236}">
                <a16:creationId xmlns:a16="http://schemas.microsoft.com/office/drawing/2014/main" id="{F4061C65-1A50-4C32-B953-42A430F5E1C9}"/>
              </a:ext>
            </a:extLst>
          </p:cNvPr>
          <p:cNvSpPr>
            <a:spLocks xmlns:a="http://schemas.openxmlformats.org/drawingml/2006/main" noGrp="1"/>
          </p:cNvSpPr>
          <p:nvPr/>
        </p:nvSpPr>
        <p:spPr>
          <a:xfrm xmlns:a="http://schemas.openxmlformats.org/drawingml/2006/main">
            <a:off x="11415712" y="2843212"/>
            <a:ext cx="5743575" cy="4314825"/>
          </a:xfrm>
          <a:custGeom xmlns:a="http://schemas.openxmlformats.org/drawingml/2006/main">
            <a:rect l="l" t="t" r="r" b="b"/>
            <a:pathLst>
              <a:path w="5743575" h="4314825">
                <a:moveTo>
                  <a:pt x="0" y="0"/>
                </a:moveTo>
                <a:lnTo>
                  <a:pt x="5743576" y="0"/>
                </a:lnTo>
                <a:lnTo>
                  <a:pt x="5743576" y="4314826"/>
                </a:lnTo>
                <a:lnTo>
                  <a:pt x="0" y="4314826"/>
                </a:lnTo>
                <a:lnTo>
                  <a:pt x="0" y="0"/>
                </a:lnTo>
                <a:close/>
              </a:path>
            </a:pathLst>
          </a:custGeom>
          <a:blipFill xmlns:a="http://schemas.openxmlformats.org/drawingml/2006/main">
            <a:blip xmlns:r="http://schemas.openxmlformats.org/officeDocument/2006/relationships" r:embed="R12885e969d874a19">
              <a:extLst>
                <a:ext uri="{96DAC541-7B7A-43D3-8B79-37D633B846F1}">
                  <asvg:svgBlip xmlns:asvg="http://schemas.microsoft.com/office/drawing/2016/SVG/main" r:embed="Rd6ff2b353ca642fa"/>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8" name="Freeform 48">
            <a:extLst xmlns:a="http://schemas.openxmlformats.org/drawingml/2006/main">
              <a:ext uri="{FF2B5EF4-FFF2-40B4-BE49-F238E27FC236}">
                <a16:creationId xmlns:a16="http://schemas.microsoft.com/office/drawing/2014/main" id="{57675EF7-5DF5-40B8-BC5C-86F167E8B3BB}"/>
              </a:ext>
            </a:extLst>
          </p:cNvPr>
          <p:cNvSpPr>
            <a:spLocks xmlns:a="http://schemas.openxmlformats.org/drawingml/2006/main" noGrp="1"/>
          </p:cNvSpPr>
          <p:nvPr/>
        </p:nvSpPr>
        <p:spPr>
          <a:xfrm xmlns:a="http://schemas.openxmlformats.org/drawingml/2006/main">
            <a:off x="11744325" y="3057525"/>
            <a:ext cx="5086350" cy="428625"/>
          </a:xfrm>
          <a:custGeom xmlns:a="http://schemas.openxmlformats.org/drawingml/2006/main">
            <a:rect l="l" t="t" r="r" b="b"/>
            <a:pathLst>
              <a:path w="6781800" h="571500">
                <a:moveTo>
                  <a:pt x="0" y="0"/>
                </a:moveTo>
                <a:lnTo>
                  <a:pt x="6781800" y="0"/>
                </a:lnTo>
                <a:lnTo>
                  <a:pt x="6781800" y="571500"/>
                </a:lnTo>
                <a:lnTo>
                  <a:pt x="0" y="571500"/>
                </a:lnTo>
                <a:close/>
              </a:path>
            </a:pathLst>
          </a:custGeom>
          <a:blipFill xmlns:a="http://schemas.openxmlformats.org/drawingml/2006/main">
            <a:blip xmlns:r="http://schemas.openxmlformats.org/officeDocument/2006/relationships" r:embed="Rea640ec3cf324c66">
              <a:alphaModFix amt="0"/>
            </a:blip>
            <a:stretch>
              <a:fillRect l="0" t="-181062" r="0" b="-181060"/>
            </a:stretch>
          </a:blipFill>
        </p:spPr>
        <p:txBody>
          <a:bodyPr xmlns:a="http://schemas.openxmlformats.org/drawingml/2006/main"/>
          <a:lstStyle xmlns:a="http://schemas.openxmlformats.org/drawingml/2006/main"/>
          <a:p xmlns:a="http://schemas.openxmlformats.org/drawingml/2006/main"/>
        </p:txBody>
      </p:sp>
      <p:sp>
        <p:nvSpPr>
          <p:cNvPr id="50" name="Freeform 50">
            <a:extLst xmlns:a="http://schemas.openxmlformats.org/drawingml/2006/main">
              <a:ext uri="{FF2B5EF4-FFF2-40B4-BE49-F238E27FC236}">
                <a16:creationId xmlns:a16="http://schemas.microsoft.com/office/drawing/2014/main" id="{880B6CAF-1EDE-4380-AEA5-2EBCBC42C6B0}"/>
              </a:ext>
            </a:extLst>
          </p:cNvPr>
          <p:cNvSpPr>
            <a:spLocks xmlns:a="http://schemas.openxmlformats.org/drawingml/2006/main" noGrp="1"/>
          </p:cNvSpPr>
          <p:nvPr/>
        </p:nvSpPr>
        <p:spPr>
          <a:xfrm xmlns:a="http://schemas.openxmlformats.org/drawingml/2006/main">
            <a:off x="11744325" y="3028950"/>
            <a:ext cx="5086350" cy="457200"/>
          </a:xfrm>
          <a:custGeom xmlns:a="http://schemas.openxmlformats.org/drawingml/2006/main">
            <a:rect l="l" t="t" r="r" b="b"/>
            <a:pathLst>
              <a:path w="6781800" h="609600">
                <a:moveTo>
                  <a:pt x="0" y="0"/>
                </a:moveTo>
                <a:lnTo>
                  <a:pt x="6781800" y="0"/>
                </a:lnTo>
                <a:lnTo>
                  <a:pt x="6781800" y="609600"/>
                </a:lnTo>
                <a:lnTo>
                  <a:pt x="0" y="609600"/>
                </a:lnTo>
                <a:close/>
              </a:path>
            </a:pathLst>
          </a:custGeom>
          <a:blipFill xmlns:a="http://schemas.openxmlformats.org/drawingml/2006/main">
            <a:blip xmlns:r="http://schemas.openxmlformats.org/officeDocument/2006/relationships" r:embed="R4811c1e7fbf34aef">
              <a:alphaModFix amt="0"/>
            </a:blip>
            <a:stretch>
              <a:fillRect l="0" t="-166771" r="0" b="-166771"/>
            </a:stretch>
          </a:blipFill>
        </p:spPr>
        <p:txBody>
          <a:bodyPr xmlns:a="http://schemas.openxmlformats.org/drawingml/2006/main"/>
          <a:lstStyle xmlns:a="http://schemas.openxmlformats.org/drawingml/2006/main"/>
          <a:p xmlns:a="http://schemas.openxmlformats.org/drawingml/2006/main"/>
        </p:txBody>
      </p:sp>
      <p:sp>
        <p:nvSpPr>
          <p:cNvPr id="51" name="TextBox 51">
            <a:extLst xmlns:a="http://schemas.openxmlformats.org/drawingml/2006/main">
              <a:ext uri="{FF2B5EF4-FFF2-40B4-BE49-F238E27FC236}">
                <a16:creationId xmlns:a16="http://schemas.microsoft.com/office/drawing/2014/main" id="{1AA62E3D-0B96-4A14-85BC-1D8664D9A000}"/>
              </a:ext>
            </a:extLst>
          </p:cNvPr>
          <p:cNvSpPr>
            <a:spLocks xmlns:a="http://schemas.openxmlformats.org/drawingml/2006/main" noGrp="1"/>
          </p:cNvSpPr>
          <p:nvPr/>
        </p:nvSpPr>
        <p:spPr>
          <a:xfrm xmlns:a="http://schemas.openxmlformats.org/drawingml/2006/main">
            <a:off x="11744325" y="3000375"/>
            <a:ext cx="50863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검증 체계</a:t>
            </a:r>
          </a:p>
        </p:txBody>
      </p:sp>
      <p:sp>
        <p:nvSpPr>
          <p:cNvPr id="52" name="TextBox 52">
            <a:extLst xmlns:a="http://schemas.openxmlformats.org/drawingml/2006/main">
              <a:ext uri="{FF2B5EF4-FFF2-40B4-BE49-F238E27FC236}">
                <a16:creationId xmlns:a16="http://schemas.microsoft.com/office/drawing/2014/main" id="{97D8C61D-E5BD-4DC7-8EDA-D2CAF6BE7593}"/>
              </a:ext>
            </a:extLst>
          </p:cNvPr>
          <p:cNvSpPr>
            <a:spLocks xmlns:a="http://schemas.openxmlformats.org/drawingml/2006/main" noGrp="1"/>
          </p:cNvSpPr>
          <p:nvPr/>
        </p:nvSpPr>
        <p:spPr>
          <a:xfrm xmlns:a="http://schemas.openxmlformats.org/drawingml/2006/main">
            <a:off x="11835765" y="3598545"/>
            <a:ext cx="4903470" cy="324231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203행 평가셋</a:t>
            </a:r>
          </a:p>
          <a:p xmlns:a="http://schemas.openxmlformats.org/drawingml/2006/main">
            <a:pPr algn="l">
              <a:lnSpc>
                <a:spcPts val="2160"/>
              </a:lnSpc>
              <a:buNone/>
            </a:pPr>
            <a:r>
              <a:rPr sz="1800">
                <a:solidFill>
                  <a:srgbClr val="9299A3"/>
                </a:solidFill>
                <a:latin typeface="Calibri (MS)"/>
                <a:ea typeface="Calibri (MS)"/>
                <a:cs typeface="Calibri (MS)"/>
              </a:rPr>
              <a:t>Gold 청크 검수 도구</a:t>
            </a:r>
          </a:p>
        </p:txBody>
      </p:sp>
      <p:sp>
        <p:nvSpPr>
          <p:cNvPr id="53" name="Freeform 53">
            <a:extLst xmlns:a="http://schemas.openxmlformats.org/drawingml/2006/main">
              <a:ext uri="{FF2B5EF4-FFF2-40B4-BE49-F238E27FC236}">
                <a16:creationId xmlns:a16="http://schemas.microsoft.com/office/drawing/2014/main" id="{A82EA578-CE28-482A-A30B-D91780573CA8}"/>
              </a:ext>
            </a:extLst>
          </p:cNvPr>
          <p:cNvSpPr>
            <a:spLocks xmlns:a="http://schemas.openxmlformats.org/drawingml/2006/main" noGrp="1"/>
          </p:cNvSpPr>
          <p:nvPr/>
        </p:nvSpPr>
        <p:spPr>
          <a:xfrm xmlns:a="http://schemas.openxmlformats.org/drawingml/2006/main">
            <a:off x="557212" y="7629525"/>
            <a:ext cx="16602075" cy="1528762"/>
          </a:xfrm>
          <a:custGeom xmlns:a="http://schemas.openxmlformats.org/drawingml/2006/main">
            <a:rect l="l" t="t" r="r" b="b"/>
            <a:pathLst>
              <a:path w="16602075" h="1528762">
                <a:moveTo>
                  <a:pt x="0" y="0"/>
                </a:moveTo>
                <a:lnTo>
                  <a:pt x="16602076" y="0"/>
                </a:lnTo>
                <a:lnTo>
                  <a:pt x="16602076" y="1528763"/>
                </a:lnTo>
                <a:lnTo>
                  <a:pt x="0" y="1528763"/>
                </a:lnTo>
                <a:lnTo>
                  <a:pt x="0" y="0"/>
                </a:lnTo>
                <a:close/>
              </a:path>
            </a:pathLst>
          </a:custGeom>
          <a:blipFill xmlns:a="http://schemas.openxmlformats.org/drawingml/2006/main">
            <a:blip xmlns:r="http://schemas.openxmlformats.org/officeDocument/2006/relationships" r:embed="R5faef3a2a7c64b17">
              <a:extLst>
                <a:ext uri="{96DAC541-7B7A-43D3-8B79-37D633B846F1}">
                  <asvg:svgBlip xmlns:asvg="http://schemas.microsoft.com/office/drawing/2016/SVG/main" r:embed="R8cd861039dcd46e1"/>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5" name="Freeform 55">
            <a:extLst xmlns:a="http://schemas.openxmlformats.org/drawingml/2006/main">
              <a:ext uri="{FF2B5EF4-FFF2-40B4-BE49-F238E27FC236}">
                <a16:creationId xmlns:a16="http://schemas.microsoft.com/office/drawing/2014/main" id="{F21200FD-D7EF-43D0-8216-97B3277F5E55}"/>
              </a:ext>
            </a:extLst>
          </p:cNvPr>
          <p:cNvSpPr>
            <a:spLocks xmlns:a="http://schemas.openxmlformats.org/drawingml/2006/main" noGrp="1"/>
          </p:cNvSpPr>
          <p:nvPr/>
        </p:nvSpPr>
        <p:spPr>
          <a:xfrm xmlns:a="http://schemas.openxmlformats.org/drawingml/2006/main">
            <a:off x="885825" y="7843838"/>
            <a:ext cx="15944850" cy="428625"/>
          </a:xfrm>
          <a:custGeom xmlns:a="http://schemas.openxmlformats.org/drawingml/2006/main">
            <a:rect l="l" t="t" r="r" b="b"/>
            <a:pathLst>
              <a:path w="21259800" h="571500">
                <a:moveTo>
                  <a:pt x="0" y="0"/>
                </a:moveTo>
                <a:lnTo>
                  <a:pt x="21259800" y="0"/>
                </a:lnTo>
                <a:lnTo>
                  <a:pt x="21259800" y="571500"/>
                </a:lnTo>
                <a:lnTo>
                  <a:pt x="0" y="571500"/>
                </a:lnTo>
                <a:close/>
              </a:path>
            </a:pathLst>
          </a:custGeom>
          <a:blipFill xmlns:a="http://schemas.openxmlformats.org/drawingml/2006/main">
            <a:blip xmlns:r="http://schemas.openxmlformats.org/officeDocument/2006/relationships" r:embed="Rea640ec3cf324c66">
              <a:alphaModFix amt="0"/>
            </a:blip>
            <a:stretch>
              <a:fillRect l="0" t="-674339" r="0" b="-674337"/>
            </a:stretch>
          </a:blipFill>
        </p:spPr>
        <p:txBody>
          <a:bodyPr xmlns:a="http://schemas.openxmlformats.org/drawingml/2006/main"/>
          <a:lstStyle xmlns:a="http://schemas.openxmlformats.org/drawingml/2006/main"/>
          <a:p xmlns:a="http://schemas.openxmlformats.org/drawingml/2006/main"/>
        </p:txBody>
      </p:sp>
      <p:sp>
        <p:nvSpPr>
          <p:cNvPr id="57" name="Freeform 57">
            <a:extLst xmlns:a="http://schemas.openxmlformats.org/drawingml/2006/main">
              <a:ext uri="{FF2B5EF4-FFF2-40B4-BE49-F238E27FC236}">
                <a16:creationId xmlns:a16="http://schemas.microsoft.com/office/drawing/2014/main" id="{2F039F27-0F34-4C46-AD1B-2A3613526FC9}"/>
              </a:ext>
            </a:extLst>
          </p:cNvPr>
          <p:cNvSpPr>
            <a:spLocks xmlns:a="http://schemas.openxmlformats.org/drawingml/2006/main" noGrp="1"/>
          </p:cNvSpPr>
          <p:nvPr/>
        </p:nvSpPr>
        <p:spPr>
          <a:xfrm xmlns:a="http://schemas.openxmlformats.org/drawingml/2006/main">
            <a:off x="885825" y="7815262"/>
            <a:ext cx="15944850" cy="457200"/>
          </a:xfrm>
          <a:custGeom xmlns:a="http://schemas.openxmlformats.org/drawingml/2006/main">
            <a:rect l="l" t="t" r="r" b="b"/>
            <a:pathLst>
              <a:path w="21259800" h="609600">
                <a:moveTo>
                  <a:pt x="0" y="0"/>
                </a:moveTo>
                <a:lnTo>
                  <a:pt x="21259800" y="0"/>
                </a:lnTo>
                <a:lnTo>
                  <a:pt x="21259800" y="609600"/>
                </a:lnTo>
                <a:lnTo>
                  <a:pt x="0" y="609600"/>
                </a:lnTo>
                <a:close/>
              </a:path>
            </a:pathLst>
          </a:custGeom>
          <a:blipFill xmlns:a="http://schemas.openxmlformats.org/drawingml/2006/main">
            <a:blip xmlns:r="http://schemas.openxmlformats.org/officeDocument/2006/relationships" r:embed="R4811c1e7fbf34aef">
              <a:alphaModFix amt="0"/>
            </a:blip>
            <a:stretch>
              <a:fillRect l="0" t="-629540" r="0" b="-629540"/>
            </a:stretch>
          </a:blipFill>
        </p:spPr>
        <p:txBody>
          <a:bodyPr xmlns:a="http://schemas.openxmlformats.org/drawingml/2006/main"/>
          <a:lstStyle xmlns:a="http://schemas.openxmlformats.org/drawingml/2006/main"/>
          <a:p xmlns:a="http://schemas.openxmlformats.org/drawingml/2006/main"/>
        </p:txBody>
      </p:sp>
      <p:sp>
        <p:nvSpPr>
          <p:cNvPr id="58" name="TextBox 58">
            <a:extLst xmlns:a="http://schemas.openxmlformats.org/drawingml/2006/main">
              <a:ext uri="{FF2B5EF4-FFF2-40B4-BE49-F238E27FC236}">
                <a16:creationId xmlns:a16="http://schemas.microsoft.com/office/drawing/2014/main" id="{C6A7CCC3-2EEB-4A6B-B260-281013C22CB9}"/>
              </a:ext>
            </a:extLst>
          </p:cNvPr>
          <p:cNvSpPr>
            <a:spLocks xmlns:a="http://schemas.openxmlformats.org/drawingml/2006/main" noGrp="1"/>
          </p:cNvSpPr>
          <p:nvPr/>
        </p:nvSpPr>
        <p:spPr>
          <a:xfrm xmlns:a="http://schemas.openxmlformats.org/drawingml/2006/main">
            <a:off x="885825" y="7786687"/>
            <a:ext cx="15944850" cy="4857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565"/>
              </a:lnSpc>
              <a:buNone/>
            </a:pPr>
            <a:r>
              <a:rPr sz="2136" b="1">
                <a:solidFill>
                  <a:srgbClr val="2E63B7"/>
                </a:solidFill>
                <a:latin typeface="Calibri (MS) Bold"/>
                <a:ea typeface="Calibri (MS) Bold"/>
                <a:cs typeface="Calibri (MS) Bold"/>
              </a:rPr>
              <a:t>핵심 결론</a:t>
            </a:r>
          </a:p>
        </p:txBody>
      </p:sp>
      <p:sp>
        <p:nvSpPr>
          <p:cNvPr id="59" name="TextBox 59">
            <a:extLst xmlns:a="http://schemas.openxmlformats.org/drawingml/2006/main">
              <a:ext uri="{FF2B5EF4-FFF2-40B4-BE49-F238E27FC236}">
                <a16:creationId xmlns:a16="http://schemas.microsoft.com/office/drawing/2014/main" id="{69A5D7CD-B766-44DB-8BAC-6AB8BF4A19A1}"/>
              </a:ext>
            </a:extLst>
          </p:cNvPr>
          <p:cNvSpPr>
            <a:spLocks xmlns:a="http://schemas.openxmlformats.org/drawingml/2006/main" noGrp="1"/>
          </p:cNvSpPr>
          <p:nvPr/>
        </p:nvSpPr>
        <p:spPr>
          <a:xfrm xmlns:a="http://schemas.openxmlformats.org/drawingml/2006/main">
            <a:off x="977265" y="8384857"/>
            <a:ext cx="15761970" cy="5867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챗봇 화면뿐 아니라 검색·답변을 반복 개선할 기준까지 구축</a:t>
            </a:r>
          </a:p>
        </p:txBody>
      </p:sp>
    </p:spTree>
    <p:extLst>
      <p:ext uri="{BB962C8B-B14F-4D97-AF65-F5344CB8AC3E}">
        <p14:creationId xmlns:p14="http://schemas.microsoft.com/office/powerpoint/2010/main" val="1321417453"/>
      </p:ext>
    </p:extLst>
  </p:cSld>
</p:sld>
</file>

<file path=ppt/slides/slide28.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B650633-E527-4A40-8217-ACBC0E0BD4C0}"/>
              </a:ext>
            </a:extLst>
          </p:cNvPr>
          <p:cNvSpPr>
            <a:spLocks xmlns:a="http://schemas.openxmlformats.org/drawingml/2006/main" noGrp="1"/>
          </p:cNvSpPr>
          <p:nvPr/>
        </p:nvSpPr>
        <p:spPr>
          <a:xfrm xmlns:a="http://schemas.openxmlformats.org/drawingml/2006/main">
            <a:off x="385762" y="328612"/>
            <a:ext cx="17516475" cy="9629775"/>
          </a:xfrm>
          <a:custGeom xmlns:a="http://schemas.openxmlformats.org/drawingml/2006/main">
            <a:rect l="l" t="t" r="r" b="b"/>
            <a:pathLst>
              <a:path w="17516475" h="9629775">
                <a:moveTo>
                  <a:pt x="0" y="0"/>
                </a:moveTo>
                <a:lnTo>
                  <a:pt x="17516476" y="0"/>
                </a:lnTo>
                <a:lnTo>
                  <a:pt x="17516476" y="9629776"/>
                </a:lnTo>
                <a:lnTo>
                  <a:pt x="0" y="9629776"/>
                </a:lnTo>
                <a:lnTo>
                  <a:pt x="0" y="0"/>
                </a:lnTo>
                <a:close/>
              </a:path>
            </a:pathLst>
          </a:custGeom>
          <a:blipFill xmlns:a="http://schemas.openxmlformats.org/drawingml/2006/main">
            <a:blip xmlns:r="http://schemas.openxmlformats.org/officeDocument/2006/relationships" r:embed="Rab65a38d1af2486d">
              <a:extLst>
                <a:ext uri="{96DAC541-7B7A-43D3-8B79-37D633B846F1}">
                  <asvg:svgBlip xmlns:asvg="http://schemas.microsoft.com/office/drawing/2016/SVG/main" r:embed="R3ed1170f9a3d44a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8D65B8F8-9CC0-4775-8C61-B5C480CF17DD}"/>
              </a:ext>
            </a:extLst>
          </p:cNvPr>
          <p:cNvSpPr>
            <a:spLocks xmlns:a="http://schemas.openxmlformats.org/drawingml/2006/main" noGrp="1"/>
          </p:cNvSpPr>
          <p:nvPr/>
        </p:nvSpPr>
        <p:spPr>
          <a:xfrm xmlns:a="http://schemas.openxmlformats.org/drawingml/2006/main">
            <a:off x="1143000" y="542925"/>
            <a:ext cx="16002000" cy="257175"/>
          </a:xfrm>
          <a:custGeom xmlns:a="http://schemas.openxmlformats.org/drawingml/2006/main">
            <a:rect l="l" t="t" r="r" b="b"/>
            <a:pathLst>
              <a:path w="21336000" h="342900">
                <a:moveTo>
                  <a:pt x="0" y="0"/>
                </a:moveTo>
                <a:lnTo>
                  <a:pt x="21336000" y="0"/>
                </a:lnTo>
                <a:lnTo>
                  <a:pt x="21336000" y="342900"/>
                </a:lnTo>
                <a:lnTo>
                  <a:pt x="0" y="342900"/>
                </a:lnTo>
                <a:close/>
              </a:path>
            </a:pathLst>
          </a:custGeom>
          <a:blipFill xmlns:a="http://schemas.openxmlformats.org/drawingml/2006/main">
            <a:blip xmlns:r="http://schemas.openxmlformats.org/officeDocument/2006/relationships" r:embed="R0a04cb401b904d8e">
              <a:alphaModFix amt="0"/>
            </a:blip>
            <a:stretch>
              <a:fillRect l="0" t="-1161559" r="0" b="-1161559"/>
            </a:stretch>
          </a:blipFill>
        </p:spPr>
        <p:txBody>
          <a:bodyPr xmlns:a="http://schemas.openxmlformats.org/drawingml/2006/main"/>
          <a:lstStyle xmlns:a="http://schemas.openxmlformats.org/drawingml/2006/main"/>
          <a:p xmlns:a="http://schemas.openxmlformats.org/drawingml/2006/main"/>
        </p:txBody>
      </p:sp>
      <p:sp>
        <p:nvSpPr>
          <p:cNvPr id="6" name="Freeform 6">
            <a:extLst xmlns:a="http://schemas.openxmlformats.org/drawingml/2006/main">
              <a:ext uri="{FF2B5EF4-FFF2-40B4-BE49-F238E27FC236}">
                <a16:creationId xmlns:a16="http://schemas.microsoft.com/office/drawing/2014/main" id="{3D17AEE7-FB4E-4D56-8A40-ED01BAAF2323}"/>
              </a:ext>
            </a:extLst>
          </p:cNvPr>
          <p:cNvSpPr>
            <a:spLocks xmlns:a="http://schemas.openxmlformats.org/drawingml/2006/main" noGrp="1"/>
          </p:cNvSpPr>
          <p:nvPr/>
        </p:nvSpPr>
        <p:spPr>
          <a:xfrm xmlns:a="http://schemas.openxmlformats.org/drawingml/2006/main">
            <a:off x="1143000" y="528638"/>
            <a:ext cx="16002000" cy="271461"/>
          </a:xfrm>
          <a:custGeom xmlns:a="http://schemas.openxmlformats.org/drawingml/2006/main">
            <a:rect l="l" t="t" r="r" b="b"/>
            <a:pathLst>
              <a:path w="21336000" h="361949">
                <a:moveTo>
                  <a:pt x="0" y="0"/>
                </a:moveTo>
                <a:lnTo>
                  <a:pt x="21336000" y="0"/>
                </a:lnTo>
                <a:lnTo>
                  <a:pt x="21336000" y="361949"/>
                </a:lnTo>
                <a:lnTo>
                  <a:pt x="0" y="361949"/>
                </a:lnTo>
                <a:close/>
              </a:path>
            </a:pathLst>
          </a:custGeom>
          <a:blipFill xmlns:a="http://schemas.openxmlformats.org/drawingml/2006/main">
            <a:blip xmlns:r="http://schemas.openxmlformats.org/officeDocument/2006/relationships" r:embed="R26f07cc5e30648bc">
              <a:alphaModFix amt="0"/>
            </a:blip>
            <a:stretch>
              <a:fillRect l="0" t="-1098593" r="0" b="-1098593"/>
            </a:stretch>
          </a:blipFill>
        </p:spPr>
        <p:txBody>
          <a:bodyPr xmlns:a="http://schemas.openxmlformats.org/drawingml/2006/main"/>
          <a:lstStyle xmlns:a="http://schemas.openxmlformats.org/drawingml/2006/main"/>
          <a:p xmlns:a="http://schemas.openxmlformats.org/drawingml/2006/main"/>
        </p:txBody>
      </p:sp>
      <p:sp>
        <p:nvSpPr>
          <p:cNvPr id="7" name="TextBox 7">
            <a:extLst xmlns:a="http://schemas.openxmlformats.org/drawingml/2006/main">
              <a:ext uri="{FF2B5EF4-FFF2-40B4-BE49-F238E27FC236}">
                <a16:creationId xmlns:a16="http://schemas.microsoft.com/office/drawing/2014/main" id="{C59AC538-D1C7-4D2E-B13B-699E1EEB07FF}"/>
              </a:ext>
            </a:extLst>
          </p:cNvPr>
          <p:cNvSpPr>
            <a:spLocks xmlns:a="http://schemas.openxmlformats.org/drawingml/2006/main" noGrp="1"/>
          </p:cNvSpPr>
          <p:nvPr/>
        </p:nvSpPr>
        <p:spPr>
          <a:xfrm xmlns:a="http://schemas.openxmlformats.org/drawingml/2006/main">
            <a:off x="1143000" y="514351"/>
            <a:ext cx="16002000" cy="28574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b="1">
                <a:solidFill>
                  <a:srgbClr val="2E63B7"/>
                </a:solidFill>
                <a:latin typeface="Calibri (MS) Bold"/>
                <a:ea typeface="Calibri (MS) Bold"/>
                <a:cs typeface="Calibri (MS) Bold"/>
              </a:rPr>
              <a:t>FUTURE WORKS</a:t>
            </a:r>
          </a:p>
        </p:txBody>
      </p:sp>
      <p:sp>
        <p:nvSpPr>
          <p:cNvPr id="9" name="Freeform 9">
            <a:extLst xmlns:a="http://schemas.openxmlformats.org/drawingml/2006/main">
              <a:ext uri="{FF2B5EF4-FFF2-40B4-BE49-F238E27FC236}">
                <a16:creationId xmlns:a16="http://schemas.microsoft.com/office/drawing/2014/main" id="{63796006-8031-4319-BD20-CC7C43114564}"/>
              </a:ext>
            </a:extLst>
          </p:cNvPr>
          <p:cNvSpPr>
            <a:spLocks xmlns:a="http://schemas.openxmlformats.org/drawingml/2006/main" noGrp="1"/>
          </p:cNvSpPr>
          <p:nvPr/>
        </p:nvSpPr>
        <p:spPr>
          <a:xfrm xmlns:a="http://schemas.openxmlformats.org/drawingml/2006/main">
            <a:off x="1143000" y="842962"/>
            <a:ext cx="16002000" cy="771525"/>
          </a:xfrm>
          <a:custGeom xmlns:a="http://schemas.openxmlformats.org/drawingml/2006/main">
            <a:rect l="l" t="t" r="r" b="b"/>
            <a:pathLst>
              <a:path w="21336000" h="1028700">
                <a:moveTo>
                  <a:pt x="0" y="0"/>
                </a:moveTo>
                <a:lnTo>
                  <a:pt x="21336000" y="0"/>
                </a:lnTo>
                <a:lnTo>
                  <a:pt x="21336000" y="1028700"/>
                </a:lnTo>
                <a:lnTo>
                  <a:pt x="0" y="1028700"/>
                </a:lnTo>
                <a:close/>
              </a:path>
            </a:pathLst>
          </a:custGeom>
          <a:blipFill xmlns:a="http://schemas.openxmlformats.org/drawingml/2006/main">
            <a:blip xmlns:r="http://schemas.openxmlformats.org/officeDocument/2006/relationships" r:embed="R0a04cb401b904d8e">
              <a:alphaModFix amt="0"/>
            </a:blip>
            <a:stretch>
              <a:fillRect l="0" t="-353853" r="0" b="-353853"/>
            </a:stretch>
          </a:blipFill>
        </p:spPr>
        <p:txBody>
          <a:bodyPr xmlns:a="http://schemas.openxmlformats.org/drawingml/2006/main"/>
          <a:lstStyle xmlns:a="http://schemas.openxmlformats.org/drawingml/2006/main"/>
          <a:p xmlns:a="http://schemas.openxmlformats.org/drawingml/2006/main"/>
        </p:txBody>
      </p:sp>
      <p:sp>
        <p:nvSpPr>
          <p:cNvPr id="11" name="Freeform 11">
            <a:extLst xmlns:a="http://schemas.openxmlformats.org/drawingml/2006/main">
              <a:ext uri="{FF2B5EF4-FFF2-40B4-BE49-F238E27FC236}">
                <a16:creationId xmlns:a16="http://schemas.microsoft.com/office/drawing/2014/main" id="{D0753041-B944-4046-B823-A27CF14CA9DF}"/>
              </a:ext>
            </a:extLst>
          </p:cNvPr>
          <p:cNvSpPr>
            <a:spLocks xmlns:a="http://schemas.openxmlformats.org/drawingml/2006/main" noGrp="1"/>
          </p:cNvSpPr>
          <p:nvPr/>
        </p:nvSpPr>
        <p:spPr>
          <a:xfrm xmlns:a="http://schemas.openxmlformats.org/drawingml/2006/main">
            <a:off x="1143000" y="785812"/>
            <a:ext cx="16002000" cy="828675"/>
          </a:xfrm>
          <a:custGeom xmlns:a="http://schemas.openxmlformats.org/drawingml/2006/main">
            <a:rect l="l" t="t" r="r" b="b"/>
            <a:pathLst>
              <a:path w="21336000" h="1104900">
                <a:moveTo>
                  <a:pt x="0" y="0"/>
                </a:moveTo>
                <a:lnTo>
                  <a:pt x="21336000" y="0"/>
                </a:lnTo>
                <a:lnTo>
                  <a:pt x="21336000" y="1104900"/>
                </a:lnTo>
                <a:lnTo>
                  <a:pt x="0" y="1104900"/>
                </a:lnTo>
                <a:close/>
              </a:path>
            </a:pathLst>
          </a:custGeom>
          <a:blipFill xmlns:a="http://schemas.openxmlformats.org/drawingml/2006/main">
            <a:blip xmlns:r="http://schemas.openxmlformats.org/officeDocument/2006/relationships" r:embed="R26f07cc5e30648bc">
              <a:alphaModFix amt="0"/>
            </a:blip>
            <a:stretch>
              <a:fillRect l="0" t="-326262" r="0" b="-326262"/>
            </a:stretch>
          </a:blipFill>
        </p:spPr>
        <p:txBody>
          <a:bodyPr xmlns:a="http://schemas.openxmlformats.org/drawingml/2006/main"/>
          <a:lstStyle xmlns:a="http://schemas.openxmlformats.org/drawingml/2006/main"/>
          <a:p xmlns:a="http://schemas.openxmlformats.org/drawingml/2006/main"/>
        </p:txBody>
      </p:sp>
      <p:sp>
        <p:nvSpPr>
          <p:cNvPr id="12" name="TextBox 12">
            <a:extLst xmlns:a="http://schemas.openxmlformats.org/drawingml/2006/main">
              <a:ext uri="{FF2B5EF4-FFF2-40B4-BE49-F238E27FC236}">
                <a16:creationId xmlns:a16="http://schemas.microsoft.com/office/drawing/2014/main" id="{B5D70272-962F-4791-8C1D-705E8B8F9852}"/>
              </a:ext>
            </a:extLst>
          </p:cNvPr>
          <p:cNvSpPr>
            <a:spLocks xmlns:a="http://schemas.openxmlformats.org/drawingml/2006/main" noGrp="1"/>
          </p:cNvSpPr>
          <p:nvPr/>
        </p:nvSpPr>
        <p:spPr>
          <a:xfrm xmlns:a="http://schemas.openxmlformats.org/drawingml/2006/main">
            <a:off x="1143000" y="728662"/>
            <a:ext cx="16002000" cy="8858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455"/>
              </a:lnSpc>
              <a:buNone/>
            </a:pPr>
            <a:r>
              <a:rPr sz="3711">
                <a:solidFill>
                  <a:srgbClr val="202020"/>
                </a:solidFill>
                <a:latin typeface="Calibri (MS)"/>
                <a:ea typeface="Calibri (MS)"/>
                <a:cs typeface="Calibri (MS)"/>
              </a:rPr>
              <a:t>Gold 평가셋을 기준으로 검색·답변·운영을 고도화합니다</a:t>
            </a:r>
          </a:p>
        </p:txBody>
      </p:sp>
      <p:sp>
        <p:nvSpPr>
          <p:cNvPr id="14" name="Freeform 14">
            <a:extLst xmlns:a="http://schemas.openxmlformats.org/drawingml/2006/main">
              <a:ext uri="{FF2B5EF4-FFF2-40B4-BE49-F238E27FC236}">
                <a16:creationId xmlns:a16="http://schemas.microsoft.com/office/drawing/2014/main" id="{A1B468B5-9908-434A-B2A9-936609BCDC83}"/>
              </a:ext>
            </a:extLst>
          </p:cNvPr>
          <p:cNvSpPr>
            <a:spLocks xmlns:a="http://schemas.openxmlformats.org/drawingml/2006/main" noGrp="1"/>
          </p:cNvSpPr>
          <p:nvPr/>
        </p:nvSpPr>
        <p:spPr>
          <a:xfrm xmlns:a="http://schemas.openxmlformats.org/drawingml/2006/main">
            <a:off x="1714500" y="1585912"/>
            <a:ext cx="14859000" cy="314325"/>
          </a:xfrm>
          <a:custGeom xmlns:a="http://schemas.openxmlformats.org/drawingml/2006/main">
            <a:rect l="l" t="t" r="r" b="b"/>
            <a:pathLst>
              <a:path w="19812000" h="419100">
                <a:moveTo>
                  <a:pt x="0" y="0"/>
                </a:moveTo>
                <a:lnTo>
                  <a:pt x="19812000" y="0"/>
                </a:lnTo>
                <a:lnTo>
                  <a:pt x="19812000" y="419100"/>
                </a:lnTo>
                <a:lnTo>
                  <a:pt x="0" y="419100"/>
                </a:lnTo>
                <a:close/>
              </a:path>
            </a:pathLst>
          </a:custGeom>
          <a:blipFill xmlns:a="http://schemas.openxmlformats.org/drawingml/2006/main">
            <a:blip xmlns:r="http://schemas.openxmlformats.org/officeDocument/2006/relationships" r:embed="R0a04cb401b904d8e">
              <a:alphaModFix amt="0"/>
            </a:blip>
            <a:stretch>
              <a:fillRect l="0" t="-870469" r="0" b="-870469"/>
            </a:stretch>
          </a:blipFill>
        </p:spPr>
        <p:txBody>
          <a:bodyPr xmlns:a="http://schemas.openxmlformats.org/drawingml/2006/main"/>
          <a:lstStyle xmlns:a="http://schemas.openxmlformats.org/drawingml/2006/main"/>
          <a:p xmlns:a="http://schemas.openxmlformats.org/drawingml/2006/main"/>
        </p:txBody>
      </p:sp>
      <p:sp>
        <p:nvSpPr>
          <p:cNvPr id="16" name="Freeform 16">
            <a:extLst xmlns:a="http://schemas.openxmlformats.org/drawingml/2006/main">
              <a:ext uri="{FF2B5EF4-FFF2-40B4-BE49-F238E27FC236}">
                <a16:creationId xmlns:a16="http://schemas.microsoft.com/office/drawing/2014/main" id="{E29A454E-2814-4842-B4A0-0A3B3F5D621F}"/>
              </a:ext>
            </a:extLst>
          </p:cNvPr>
          <p:cNvSpPr>
            <a:spLocks xmlns:a="http://schemas.openxmlformats.org/drawingml/2006/main" noGrp="1"/>
          </p:cNvSpPr>
          <p:nvPr/>
        </p:nvSpPr>
        <p:spPr>
          <a:xfrm xmlns:a="http://schemas.openxmlformats.org/drawingml/2006/main">
            <a:off x="1714500" y="1571625"/>
            <a:ext cx="14859000" cy="328611"/>
          </a:xfrm>
          <a:custGeom xmlns:a="http://schemas.openxmlformats.org/drawingml/2006/main">
            <a:rect l="l" t="t" r="r" b="b"/>
            <a:pathLst>
              <a:path w="19812000" h="438149">
                <a:moveTo>
                  <a:pt x="0" y="0"/>
                </a:moveTo>
                <a:lnTo>
                  <a:pt x="19812000" y="0"/>
                </a:lnTo>
                <a:lnTo>
                  <a:pt x="19812000" y="438149"/>
                </a:lnTo>
                <a:lnTo>
                  <a:pt x="0" y="438149"/>
                </a:lnTo>
                <a:close/>
              </a:path>
            </a:pathLst>
          </a:custGeom>
          <a:blipFill xmlns:a="http://schemas.openxmlformats.org/drawingml/2006/main">
            <a:blip xmlns:r="http://schemas.openxmlformats.org/officeDocument/2006/relationships" r:embed="R26f07cc5e30648bc">
              <a:alphaModFix amt="0"/>
            </a:blip>
            <a:stretch>
              <a:fillRect l="0" t="-831063" r="0" b="-831064"/>
            </a:stretch>
          </a:blipFill>
        </p:spPr>
        <p:txBody>
          <a:bodyPr xmlns:a="http://schemas.openxmlformats.org/drawingml/2006/main"/>
          <a:lstStyle xmlns:a="http://schemas.openxmlformats.org/drawingml/2006/main"/>
          <a:p xmlns:a="http://schemas.openxmlformats.org/drawingml/2006/main"/>
        </p:txBody>
      </p:sp>
      <p:sp>
        <p:nvSpPr>
          <p:cNvPr id="17" name="TextBox 17">
            <a:extLst xmlns:a="http://schemas.openxmlformats.org/drawingml/2006/main">
              <a:ext uri="{FF2B5EF4-FFF2-40B4-BE49-F238E27FC236}">
                <a16:creationId xmlns:a16="http://schemas.microsoft.com/office/drawing/2014/main" id="{735DE072-E5C9-42F8-8603-F1E9E6825018}"/>
              </a:ext>
            </a:extLst>
          </p:cNvPr>
          <p:cNvSpPr>
            <a:spLocks xmlns:a="http://schemas.openxmlformats.org/drawingml/2006/main" noGrp="1"/>
          </p:cNvSpPr>
          <p:nvPr/>
        </p:nvSpPr>
        <p:spPr>
          <a:xfrm xmlns:a="http://schemas.openxmlformats.org/drawingml/2006/main">
            <a:off x="1714500" y="1557338"/>
            <a:ext cx="14859000" cy="342899"/>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1485"/>
              </a:lnSpc>
              <a:buNone/>
            </a:pPr>
            <a:r>
              <a:rPr sz="1237">
                <a:solidFill>
                  <a:srgbClr val="9299A3"/>
                </a:solidFill>
                <a:latin typeface="Calibri (MS)"/>
                <a:ea typeface="Calibri (MS)"/>
                <a:cs typeface="Calibri (MS)"/>
              </a:rPr>
              <a:t>동일한 질문과 정답 근거로 개선 효과를 반복 비교</a:t>
            </a:r>
          </a:p>
        </p:txBody>
      </p:sp>
      <p:sp>
        <p:nvSpPr>
          <p:cNvPr id="19" name="Freeform 19">
            <a:extLst xmlns:a="http://schemas.openxmlformats.org/drawingml/2006/main">
              <a:ext uri="{FF2B5EF4-FFF2-40B4-BE49-F238E27FC236}">
                <a16:creationId xmlns:a16="http://schemas.microsoft.com/office/drawing/2014/main" id="{A9426B23-3BE8-4BA9-AA29-AD2841DF6A56}"/>
              </a:ext>
            </a:extLst>
          </p:cNvPr>
          <p:cNvSpPr>
            <a:spLocks xmlns:a="http://schemas.openxmlformats.org/drawingml/2006/main" noGrp="1"/>
          </p:cNvSpPr>
          <p:nvPr/>
        </p:nvSpPr>
        <p:spPr>
          <a:xfrm xmlns:a="http://schemas.openxmlformats.org/drawingml/2006/main">
            <a:off x="1143000" y="2114550"/>
            <a:ext cx="16002000" cy="14288"/>
          </a:xfrm>
          <a:custGeom xmlns:a="http://schemas.openxmlformats.org/drawingml/2006/main">
            <a:rect l="l" t="t" r="r" b="b"/>
            <a:pathLst>
              <a:path w="21336000" h="19050">
                <a:moveTo>
                  <a:pt x="0" y="0"/>
                </a:moveTo>
                <a:lnTo>
                  <a:pt x="21336000" y="0"/>
                </a:lnTo>
                <a:lnTo>
                  <a:pt x="213360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1" name="Freeform 21">
            <a:extLst xmlns:a="http://schemas.openxmlformats.org/drawingml/2006/main">
              <a:ext uri="{FF2B5EF4-FFF2-40B4-BE49-F238E27FC236}">
                <a16:creationId xmlns:a16="http://schemas.microsoft.com/office/drawing/2014/main" id="{2DDE33AC-EB03-4DA2-A187-6214D0350457}"/>
              </a:ext>
            </a:extLst>
          </p:cNvPr>
          <p:cNvSpPr>
            <a:spLocks xmlns:a="http://schemas.openxmlformats.org/drawingml/2006/main" noGrp="1"/>
          </p:cNvSpPr>
          <p:nvPr/>
        </p:nvSpPr>
        <p:spPr>
          <a:xfrm xmlns:a="http://schemas.openxmlformats.org/drawingml/2006/main">
            <a:off x="828675" y="9572625"/>
            <a:ext cx="16630650" cy="14288"/>
          </a:xfrm>
          <a:custGeom xmlns:a="http://schemas.openxmlformats.org/drawingml/2006/main">
            <a:rect l="l" t="t" r="r" b="b"/>
            <a:pathLst>
              <a:path w="22174200" h="19050">
                <a:moveTo>
                  <a:pt x="0" y="0"/>
                </a:moveTo>
                <a:lnTo>
                  <a:pt x="22174200" y="0"/>
                </a:lnTo>
                <a:lnTo>
                  <a:pt x="22174200" y="19050"/>
                </a:lnTo>
                <a:lnTo>
                  <a:pt x="0" y="19050"/>
                </a:lnTo>
                <a:close/>
              </a:path>
            </a:pathLst>
          </a:custGeom>
          <a:solidFill xmlns:a="http://schemas.openxmlformats.org/drawingml/2006/main">
            <a:srgbClr val="D8DCE3"/>
          </a:solidFill>
        </p:spPr>
        <p:txBody>
          <a:bodyPr xmlns:a="http://schemas.openxmlformats.org/drawingml/2006/main"/>
          <a:lstStyle xmlns:a="http://schemas.openxmlformats.org/drawingml/2006/main"/>
          <a:p xmlns:a="http://schemas.openxmlformats.org/drawingml/2006/main"/>
        </p:txBody>
      </p:sp>
      <p:sp>
        <p:nvSpPr>
          <p:cNvPr id="23" name="Freeform 23">
            <a:extLst xmlns:a="http://schemas.openxmlformats.org/drawingml/2006/main">
              <a:ext uri="{FF2B5EF4-FFF2-40B4-BE49-F238E27FC236}">
                <a16:creationId xmlns:a16="http://schemas.microsoft.com/office/drawing/2014/main" id="{8810535A-6880-42B2-8B70-CE9C2F15A3C4}"/>
              </a:ext>
            </a:extLst>
          </p:cNvPr>
          <p:cNvSpPr>
            <a:spLocks xmlns:a="http://schemas.openxmlformats.org/drawingml/2006/main" noGrp="1"/>
          </p:cNvSpPr>
          <p:nvPr/>
        </p:nvSpPr>
        <p:spPr>
          <a:xfrm xmlns:a="http://schemas.openxmlformats.org/drawingml/2006/main">
            <a:off x="857250" y="9644062"/>
            <a:ext cx="8286750" cy="257175"/>
          </a:xfrm>
          <a:custGeom xmlns:a="http://schemas.openxmlformats.org/drawingml/2006/main">
            <a:rect l="l" t="t" r="r" b="b"/>
            <a:pathLst>
              <a:path w="11049000" h="342900">
                <a:moveTo>
                  <a:pt x="0" y="0"/>
                </a:moveTo>
                <a:lnTo>
                  <a:pt x="11049000" y="0"/>
                </a:lnTo>
                <a:lnTo>
                  <a:pt x="11049000" y="342900"/>
                </a:lnTo>
                <a:lnTo>
                  <a:pt x="0" y="342900"/>
                </a:lnTo>
                <a:close/>
              </a:path>
            </a:pathLst>
          </a:custGeom>
          <a:blipFill xmlns:a="http://schemas.openxmlformats.org/drawingml/2006/main">
            <a:blip xmlns:r="http://schemas.openxmlformats.org/officeDocument/2006/relationships" r:embed="R0a04cb401b904d8e">
              <a:alphaModFix amt="0"/>
            </a:blip>
            <a:stretch>
              <a:fillRect l="0" t="-577414" r="0" b="-577414"/>
            </a:stretch>
          </a:blipFill>
        </p:spPr>
        <p:txBody>
          <a:bodyPr xmlns:a="http://schemas.openxmlformats.org/drawingml/2006/main"/>
          <a:lstStyle xmlns:a="http://schemas.openxmlformats.org/drawingml/2006/main"/>
          <a:p xmlns:a="http://schemas.openxmlformats.org/drawingml/2006/main"/>
        </p:txBody>
      </p:sp>
      <p:sp>
        <p:nvSpPr>
          <p:cNvPr id="25" name="Freeform 25">
            <a:extLst xmlns:a="http://schemas.openxmlformats.org/drawingml/2006/main">
              <a:ext uri="{FF2B5EF4-FFF2-40B4-BE49-F238E27FC236}">
                <a16:creationId xmlns:a16="http://schemas.microsoft.com/office/drawing/2014/main" id="{4371EA4F-0C97-4055-80F5-EC09958084B4}"/>
              </a:ext>
            </a:extLst>
          </p:cNvPr>
          <p:cNvSpPr>
            <a:spLocks xmlns:a="http://schemas.openxmlformats.org/drawingml/2006/main" noGrp="1"/>
          </p:cNvSpPr>
          <p:nvPr/>
        </p:nvSpPr>
        <p:spPr>
          <a:xfrm xmlns:a="http://schemas.openxmlformats.org/drawingml/2006/main">
            <a:off x="857250" y="9622631"/>
            <a:ext cx="8286750" cy="278606"/>
          </a:xfrm>
          <a:custGeom xmlns:a="http://schemas.openxmlformats.org/drawingml/2006/main">
            <a:rect l="l" t="t" r="r" b="b"/>
            <a:pathLst>
              <a:path w="11049000" h="371475">
                <a:moveTo>
                  <a:pt x="0" y="0"/>
                </a:moveTo>
                <a:lnTo>
                  <a:pt x="11049000" y="0"/>
                </a:lnTo>
                <a:lnTo>
                  <a:pt x="11049000" y="371475"/>
                </a:lnTo>
                <a:lnTo>
                  <a:pt x="0" y="371475"/>
                </a:lnTo>
                <a:close/>
              </a:path>
            </a:pathLst>
          </a:custGeom>
          <a:blipFill xmlns:a="http://schemas.openxmlformats.org/drawingml/2006/main">
            <a:blip xmlns:r="http://schemas.openxmlformats.org/officeDocument/2006/relationships" r:embed="R26f07cc5e30648bc">
              <a:alphaModFix amt="0"/>
            </a:blip>
            <a:stretch>
              <a:fillRect l="0" t="-529555" r="0" b="-529555"/>
            </a:stretch>
          </a:blipFill>
        </p:spPr>
        <p:txBody>
          <a:bodyPr xmlns:a="http://schemas.openxmlformats.org/drawingml/2006/main"/>
          <a:lstStyle xmlns:a="http://schemas.openxmlformats.org/drawingml/2006/main"/>
          <a:p xmlns:a="http://schemas.openxmlformats.org/drawingml/2006/main"/>
        </p:txBody>
      </p:sp>
      <p:sp>
        <p:nvSpPr>
          <p:cNvPr id="26" name="TextBox 26">
            <a:extLst xmlns:a="http://schemas.openxmlformats.org/drawingml/2006/main">
              <a:ext uri="{FF2B5EF4-FFF2-40B4-BE49-F238E27FC236}">
                <a16:creationId xmlns:a16="http://schemas.microsoft.com/office/drawing/2014/main" id="{FE0762F5-1EC5-492E-A92E-DB2E5BAC4768}"/>
              </a:ext>
            </a:extLst>
          </p:cNvPr>
          <p:cNvSpPr>
            <a:spLocks xmlns:a="http://schemas.openxmlformats.org/drawingml/2006/main" noGrp="1"/>
          </p:cNvSpPr>
          <p:nvPr/>
        </p:nvSpPr>
        <p:spPr>
          <a:xfrm xmlns:a="http://schemas.openxmlformats.org/drawingml/2006/main">
            <a:off x="857250" y="9601200"/>
            <a:ext cx="8286750"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9299A3"/>
                </a:solidFill>
                <a:latin typeface="Calibri (MS)"/>
                <a:ea typeface="Calibri (MS)"/>
                <a:cs typeface="Calibri (MS)"/>
              </a:rPr>
              <a:t>KDIC AI 챗봇 서비스 구축 | 와쿠와쿠 6조</a:t>
            </a:r>
          </a:p>
        </p:txBody>
      </p:sp>
      <p:sp>
        <p:nvSpPr>
          <p:cNvPr id="28" name="Freeform 28">
            <a:extLst xmlns:a="http://schemas.openxmlformats.org/drawingml/2006/main">
              <a:ext uri="{FF2B5EF4-FFF2-40B4-BE49-F238E27FC236}">
                <a16:creationId xmlns:a16="http://schemas.microsoft.com/office/drawing/2014/main" id="{7F9D9718-3883-4DBC-9B5B-7157F6E3A103}"/>
              </a:ext>
            </a:extLst>
          </p:cNvPr>
          <p:cNvSpPr>
            <a:spLocks xmlns:a="http://schemas.openxmlformats.org/drawingml/2006/main" noGrp="1"/>
          </p:cNvSpPr>
          <p:nvPr/>
        </p:nvSpPr>
        <p:spPr>
          <a:xfrm xmlns:a="http://schemas.openxmlformats.org/drawingml/2006/main">
            <a:off x="16430625" y="9644062"/>
            <a:ext cx="1000125" cy="257175"/>
          </a:xfrm>
          <a:custGeom xmlns:a="http://schemas.openxmlformats.org/drawingml/2006/main">
            <a:rect l="l" t="t" r="r" b="b"/>
            <a:pathLst>
              <a:path w="1333500" h="342900">
                <a:moveTo>
                  <a:pt x="0" y="0"/>
                </a:moveTo>
                <a:lnTo>
                  <a:pt x="1333500" y="0"/>
                </a:lnTo>
                <a:lnTo>
                  <a:pt x="1333500" y="342900"/>
                </a:lnTo>
                <a:lnTo>
                  <a:pt x="0" y="342900"/>
                </a:lnTo>
                <a:close/>
              </a:path>
            </a:pathLst>
          </a:custGeom>
          <a:blipFill xmlns:a="http://schemas.openxmlformats.org/drawingml/2006/main">
            <a:blip xmlns:r="http://schemas.openxmlformats.org/officeDocument/2006/relationships" r:embed="R0a04cb401b904d8e">
              <a:alphaModFix amt="0"/>
            </a:blip>
            <a:stretch>
              <a:fillRect l="0" t="-25722" r="0" b="-25722"/>
            </a:stretch>
          </a:blipFill>
        </p:spPr>
        <p:txBody>
          <a:bodyPr xmlns:a="http://schemas.openxmlformats.org/drawingml/2006/main"/>
          <a:lstStyle xmlns:a="http://schemas.openxmlformats.org/drawingml/2006/main"/>
          <a:p xmlns:a="http://schemas.openxmlformats.org/drawingml/2006/main"/>
        </p:txBody>
      </p:sp>
      <p:sp>
        <p:nvSpPr>
          <p:cNvPr id="30" name="Freeform 30">
            <a:extLst xmlns:a="http://schemas.openxmlformats.org/drawingml/2006/main">
              <a:ext uri="{FF2B5EF4-FFF2-40B4-BE49-F238E27FC236}">
                <a16:creationId xmlns:a16="http://schemas.microsoft.com/office/drawing/2014/main" id="{127920B2-4786-4BE6-9812-945D07674F50}"/>
              </a:ext>
            </a:extLst>
          </p:cNvPr>
          <p:cNvSpPr>
            <a:spLocks xmlns:a="http://schemas.openxmlformats.org/drawingml/2006/main" noGrp="1"/>
          </p:cNvSpPr>
          <p:nvPr/>
        </p:nvSpPr>
        <p:spPr>
          <a:xfrm xmlns:a="http://schemas.openxmlformats.org/drawingml/2006/main">
            <a:off x="16430625" y="9622631"/>
            <a:ext cx="1000125" cy="278606"/>
          </a:xfrm>
          <a:custGeom xmlns:a="http://schemas.openxmlformats.org/drawingml/2006/main">
            <a:rect l="l" t="t" r="r" b="b"/>
            <a:pathLst>
              <a:path w="1333500" h="371475">
                <a:moveTo>
                  <a:pt x="0" y="0"/>
                </a:moveTo>
                <a:lnTo>
                  <a:pt x="1333500" y="0"/>
                </a:lnTo>
                <a:lnTo>
                  <a:pt x="1333500" y="371475"/>
                </a:lnTo>
                <a:lnTo>
                  <a:pt x="0" y="371475"/>
                </a:lnTo>
                <a:close/>
              </a:path>
            </a:pathLst>
          </a:custGeom>
          <a:blipFill xmlns:a="http://schemas.openxmlformats.org/drawingml/2006/main">
            <a:blip xmlns:r="http://schemas.openxmlformats.org/officeDocument/2006/relationships" r:embed="R26f07cc5e30648bc">
              <a:alphaModFix amt="0"/>
            </a:blip>
            <a:stretch>
              <a:fillRect l="0" t="-19946" r="0" b="-19946"/>
            </a:stretch>
          </a:blipFill>
        </p:spPr>
        <p:txBody>
          <a:bodyPr xmlns:a="http://schemas.openxmlformats.org/drawingml/2006/main"/>
          <a:lstStyle xmlns:a="http://schemas.openxmlformats.org/drawingml/2006/main"/>
          <a:p xmlns:a="http://schemas.openxmlformats.org/drawingml/2006/main"/>
        </p:txBody>
      </p:sp>
      <p:sp>
        <p:nvSpPr>
          <p:cNvPr id="31" name="TextBox 31">
            <a:extLst xmlns:a="http://schemas.openxmlformats.org/drawingml/2006/main">
              <a:ext uri="{FF2B5EF4-FFF2-40B4-BE49-F238E27FC236}">
                <a16:creationId xmlns:a16="http://schemas.microsoft.com/office/drawing/2014/main" id="{18EA1EDB-2C1A-4F1A-90BA-B8C15879CA51}"/>
              </a:ext>
            </a:extLst>
          </p:cNvPr>
          <p:cNvSpPr>
            <a:spLocks xmlns:a="http://schemas.openxmlformats.org/drawingml/2006/main" noGrp="1"/>
          </p:cNvSpPr>
          <p:nvPr/>
        </p:nvSpPr>
        <p:spPr>
          <a:xfrm xmlns:a="http://schemas.openxmlformats.org/drawingml/2006/main">
            <a:off x="16430625" y="9601200"/>
            <a:ext cx="1000125" cy="3000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b="1">
                <a:solidFill>
                  <a:srgbClr val="2E63B7"/>
                </a:solidFill>
                <a:latin typeface="Calibri (MS) Bold"/>
                <a:ea typeface="Calibri (MS) Bold"/>
                <a:cs typeface="Calibri (MS) Bold"/>
              </a:rPr>
              <a:t>29</a:t>
            </a:r>
          </a:p>
        </p:txBody>
      </p:sp>
      <p:sp>
        <p:nvSpPr>
          <p:cNvPr id="32" name="Freeform 32">
            <a:extLst xmlns:a="http://schemas.openxmlformats.org/drawingml/2006/main">
              <a:ext uri="{FF2B5EF4-FFF2-40B4-BE49-F238E27FC236}">
                <a16:creationId xmlns:a16="http://schemas.microsoft.com/office/drawing/2014/main" id="{BA04455E-D93A-40D2-B11F-CE8748F19462}"/>
              </a:ext>
            </a:extLst>
          </p:cNvPr>
          <p:cNvSpPr>
            <a:spLocks xmlns:a="http://schemas.openxmlformats.org/drawingml/2006/main" noGrp="1"/>
          </p:cNvSpPr>
          <p:nvPr/>
        </p:nvSpPr>
        <p:spPr>
          <a:xfrm xmlns:a="http://schemas.openxmlformats.org/drawingml/2006/main">
            <a:off x="557212" y="2914650"/>
            <a:ext cx="3171825" cy="1457325"/>
          </a:xfrm>
          <a:custGeom xmlns:a="http://schemas.openxmlformats.org/drawingml/2006/main">
            <a:rect l="l" t="t" r="r" b="b"/>
            <a:pathLst>
              <a:path w="3171825" h="1457325">
                <a:moveTo>
                  <a:pt x="0" y="0"/>
                </a:moveTo>
                <a:lnTo>
                  <a:pt x="3171826" y="0"/>
                </a:lnTo>
                <a:lnTo>
                  <a:pt x="3171826" y="1457325"/>
                </a:lnTo>
                <a:lnTo>
                  <a:pt x="0" y="1457325"/>
                </a:lnTo>
                <a:lnTo>
                  <a:pt x="0" y="0"/>
                </a:lnTo>
                <a:close/>
              </a:path>
            </a:pathLst>
          </a:custGeom>
          <a:blipFill xmlns:a="http://schemas.openxmlformats.org/drawingml/2006/main">
            <a:blip xmlns:r="http://schemas.openxmlformats.org/officeDocument/2006/relationships" r:embed="R89774ab7f79840f0">
              <a:extLst>
                <a:ext uri="{96DAC541-7B7A-43D3-8B79-37D633B846F1}">
                  <asvg:svgBlip xmlns:asvg="http://schemas.microsoft.com/office/drawing/2016/SVG/main" r:embed="R047e172e8eca4cb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4" name="Freeform 34">
            <a:extLst xmlns:a="http://schemas.openxmlformats.org/drawingml/2006/main">
              <a:ext uri="{FF2B5EF4-FFF2-40B4-BE49-F238E27FC236}">
                <a16:creationId xmlns:a16="http://schemas.microsoft.com/office/drawing/2014/main" id="{723EB08D-D1E4-4F08-A3EF-4EC4C3F0F647}"/>
              </a:ext>
            </a:extLst>
          </p:cNvPr>
          <p:cNvSpPr>
            <a:spLocks xmlns:a="http://schemas.openxmlformats.org/drawingml/2006/main" noGrp="1"/>
          </p:cNvSpPr>
          <p:nvPr/>
        </p:nvSpPr>
        <p:spPr>
          <a:xfrm xmlns:a="http://schemas.openxmlformats.org/drawingml/2006/main">
            <a:off x="785812" y="3186112"/>
            <a:ext cx="2714625" cy="914400"/>
          </a:xfrm>
          <a:custGeom xmlns:a="http://schemas.openxmlformats.org/drawingml/2006/main">
            <a:rect l="l" t="t" r="r" b="b"/>
            <a:pathLst>
              <a:path w="3619500" h="1219200">
                <a:moveTo>
                  <a:pt x="0" y="0"/>
                </a:moveTo>
                <a:lnTo>
                  <a:pt x="3619500" y="0"/>
                </a:lnTo>
                <a:lnTo>
                  <a:pt x="3619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7806" r="0" b="-7805"/>
            </a:stretch>
          </a:blipFill>
        </p:spPr>
        <p:txBody>
          <a:bodyPr xmlns:a="http://schemas.openxmlformats.org/drawingml/2006/main"/>
          <a:lstStyle xmlns:a="http://schemas.openxmlformats.org/drawingml/2006/main"/>
          <a:p xmlns:a="http://schemas.openxmlformats.org/drawingml/2006/main"/>
        </p:txBody>
      </p:sp>
      <p:sp>
        <p:nvSpPr>
          <p:cNvPr id="36" name="Freeform 36">
            <a:extLst xmlns:a="http://schemas.openxmlformats.org/drawingml/2006/main">
              <a:ext uri="{FF2B5EF4-FFF2-40B4-BE49-F238E27FC236}">
                <a16:creationId xmlns:a16="http://schemas.microsoft.com/office/drawing/2014/main" id="{8460522F-274F-45EB-A8F9-EE61782237A5}"/>
              </a:ext>
            </a:extLst>
          </p:cNvPr>
          <p:cNvSpPr>
            <a:spLocks xmlns:a="http://schemas.openxmlformats.org/drawingml/2006/main" noGrp="1"/>
          </p:cNvSpPr>
          <p:nvPr/>
        </p:nvSpPr>
        <p:spPr>
          <a:xfrm xmlns:a="http://schemas.openxmlformats.org/drawingml/2006/main">
            <a:off x="785812" y="3157538"/>
            <a:ext cx="2714625" cy="942975"/>
          </a:xfrm>
          <a:custGeom xmlns:a="http://schemas.openxmlformats.org/drawingml/2006/main">
            <a:rect l="l" t="t" r="r" b="b"/>
            <a:pathLst>
              <a:path w="3619500" h="1257300">
                <a:moveTo>
                  <a:pt x="0" y="0"/>
                </a:moveTo>
                <a:lnTo>
                  <a:pt x="3619500" y="0"/>
                </a:lnTo>
                <a:lnTo>
                  <a:pt x="3619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6093" r="0" b="-6093"/>
            </a:stretch>
          </a:blipFill>
        </p:spPr>
        <p:txBody>
          <a:bodyPr xmlns:a="http://schemas.openxmlformats.org/drawingml/2006/main"/>
          <a:lstStyle xmlns:a="http://schemas.openxmlformats.org/drawingml/2006/main"/>
          <a:p xmlns:a="http://schemas.openxmlformats.org/drawingml/2006/main"/>
        </p:txBody>
      </p:sp>
      <p:sp>
        <p:nvSpPr>
          <p:cNvPr id="37" name="TextBox 37">
            <a:extLst xmlns:a="http://schemas.openxmlformats.org/drawingml/2006/main">
              <a:ext uri="{FF2B5EF4-FFF2-40B4-BE49-F238E27FC236}">
                <a16:creationId xmlns:a16="http://schemas.microsoft.com/office/drawing/2014/main" id="{8A46C53B-3FCA-4B67-8C7C-DD1B4DB7EDE9}"/>
              </a:ext>
            </a:extLst>
          </p:cNvPr>
          <p:cNvSpPr>
            <a:spLocks xmlns:a="http://schemas.openxmlformats.org/drawingml/2006/main" noGrp="1"/>
          </p:cNvSpPr>
          <p:nvPr/>
        </p:nvSpPr>
        <p:spPr>
          <a:xfrm xmlns:a="http://schemas.openxmlformats.org/drawingml/2006/main">
            <a:off x="785812" y="3128963"/>
            <a:ext cx="271462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430"/>
              </a:lnSpc>
              <a:buNone/>
            </a:pPr>
            <a:r>
              <a:rPr sz="2025" b="1">
                <a:solidFill>
                  <a:srgbClr val="FFFFFF"/>
                </a:solidFill>
                <a:latin typeface="Calibri (MS) Bold"/>
                <a:ea typeface="Calibri (MS) Bold"/>
                <a:cs typeface="Calibri (MS) Bold"/>
              </a:rPr>
              <a:t>01 검색 품질</a:t>
            </a:r>
          </a:p>
        </p:txBody>
      </p:sp>
      <p:sp>
        <p:nvSpPr>
          <p:cNvPr id="38" name="Freeform 38">
            <a:extLst xmlns:a="http://schemas.openxmlformats.org/drawingml/2006/main">
              <a:ext uri="{FF2B5EF4-FFF2-40B4-BE49-F238E27FC236}">
                <a16:creationId xmlns:a16="http://schemas.microsoft.com/office/drawing/2014/main" id="{6334CF4F-F52C-4392-BF3D-7A14874571F3}"/>
              </a:ext>
            </a:extLst>
          </p:cNvPr>
          <p:cNvSpPr>
            <a:spLocks xmlns:a="http://schemas.openxmlformats.org/drawingml/2006/main" noGrp="1"/>
          </p:cNvSpPr>
          <p:nvPr/>
        </p:nvSpPr>
        <p:spPr>
          <a:xfrm xmlns:a="http://schemas.openxmlformats.org/drawingml/2006/main">
            <a:off x="3843338" y="2914650"/>
            <a:ext cx="4314825" cy="1457325"/>
          </a:xfrm>
          <a:custGeom xmlns:a="http://schemas.openxmlformats.org/drawingml/2006/main">
            <a:rect l="l" t="t" r="r" b="b"/>
            <a:pathLst>
              <a:path w="4314825" h="1457325">
                <a:moveTo>
                  <a:pt x="0" y="0"/>
                </a:moveTo>
                <a:lnTo>
                  <a:pt x="4314824" y="0"/>
                </a:lnTo>
                <a:lnTo>
                  <a:pt x="4314824" y="1457325"/>
                </a:lnTo>
                <a:lnTo>
                  <a:pt x="0" y="1457325"/>
                </a:lnTo>
                <a:lnTo>
                  <a:pt x="0" y="0"/>
                </a:lnTo>
                <a:close/>
              </a:path>
            </a:pathLst>
          </a:custGeom>
          <a:blipFill xmlns:a="http://schemas.openxmlformats.org/drawingml/2006/main">
            <a:blip xmlns:r="http://schemas.openxmlformats.org/officeDocument/2006/relationships" r:embed="R4c30f04985ce43a4">
              <a:extLst>
                <a:ext uri="{96DAC541-7B7A-43D3-8B79-37D633B846F1}">
                  <asvg:svgBlip xmlns:asvg="http://schemas.microsoft.com/office/drawing/2016/SVG/main" r:embed="Rd31702627e834c3b"/>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0" name="Freeform 40">
            <a:extLst xmlns:a="http://schemas.openxmlformats.org/drawingml/2006/main">
              <a:ext uri="{FF2B5EF4-FFF2-40B4-BE49-F238E27FC236}">
                <a16:creationId xmlns:a16="http://schemas.microsoft.com/office/drawing/2014/main" id="{25699127-84A1-4238-BBD1-02A239BB2868}"/>
              </a:ext>
            </a:extLst>
          </p:cNvPr>
          <p:cNvSpPr>
            <a:spLocks xmlns:a="http://schemas.openxmlformats.org/drawingml/2006/main" noGrp="1"/>
          </p:cNvSpPr>
          <p:nvPr/>
        </p:nvSpPr>
        <p:spPr>
          <a:xfrm xmlns:a="http://schemas.openxmlformats.org/drawingml/2006/main">
            <a:off x="4071938" y="3186112"/>
            <a:ext cx="3857625" cy="914400"/>
          </a:xfrm>
          <a:custGeom xmlns:a="http://schemas.openxmlformats.org/drawingml/2006/main">
            <a:rect l="l" t="t" r="r" b="b"/>
            <a:pathLst>
              <a:path w="5143500" h="1219200">
                <a:moveTo>
                  <a:pt x="0" y="0"/>
                </a:moveTo>
                <a:lnTo>
                  <a:pt x="5143500" y="0"/>
                </a:lnTo>
                <a:lnTo>
                  <a:pt x="5143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32145" r="0" b="-32144"/>
            </a:stretch>
          </a:blipFill>
        </p:spPr>
        <p:txBody>
          <a:bodyPr xmlns:a="http://schemas.openxmlformats.org/drawingml/2006/main"/>
          <a:lstStyle xmlns:a="http://schemas.openxmlformats.org/drawingml/2006/main"/>
          <a:p xmlns:a="http://schemas.openxmlformats.org/drawingml/2006/main"/>
        </p:txBody>
      </p:sp>
      <p:sp>
        <p:nvSpPr>
          <p:cNvPr id="42" name="Freeform 42">
            <a:extLst xmlns:a="http://schemas.openxmlformats.org/drawingml/2006/main">
              <a:ext uri="{FF2B5EF4-FFF2-40B4-BE49-F238E27FC236}">
                <a16:creationId xmlns:a16="http://schemas.microsoft.com/office/drawing/2014/main" id="{9A83CF63-384B-42FD-BE0B-89B4BDDF2755}"/>
              </a:ext>
            </a:extLst>
          </p:cNvPr>
          <p:cNvSpPr>
            <a:spLocks xmlns:a="http://schemas.openxmlformats.org/drawingml/2006/main" noGrp="1"/>
          </p:cNvSpPr>
          <p:nvPr/>
        </p:nvSpPr>
        <p:spPr>
          <a:xfrm xmlns:a="http://schemas.openxmlformats.org/drawingml/2006/main">
            <a:off x="4071938" y="3157538"/>
            <a:ext cx="3857625" cy="942975"/>
          </a:xfrm>
          <a:custGeom xmlns:a="http://schemas.openxmlformats.org/drawingml/2006/main">
            <a:rect l="l" t="t" r="r" b="b"/>
            <a:pathLst>
              <a:path w="5143500" h="1257300">
                <a:moveTo>
                  <a:pt x="0" y="0"/>
                </a:moveTo>
                <a:lnTo>
                  <a:pt x="5143500" y="0"/>
                </a:lnTo>
                <a:lnTo>
                  <a:pt x="5143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29711" r="0" b="-29711"/>
            </a:stretch>
          </a:blipFill>
        </p:spPr>
        <p:txBody>
          <a:bodyPr xmlns:a="http://schemas.openxmlformats.org/drawingml/2006/main"/>
          <a:lstStyle xmlns:a="http://schemas.openxmlformats.org/drawingml/2006/main"/>
          <a:p xmlns:a="http://schemas.openxmlformats.org/drawingml/2006/main"/>
        </p:txBody>
      </p:sp>
      <p:sp>
        <p:nvSpPr>
          <p:cNvPr id="43" name="TextBox 43">
            <a:extLst xmlns:a="http://schemas.openxmlformats.org/drawingml/2006/main">
              <a:ext uri="{FF2B5EF4-FFF2-40B4-BE49-F238E27FC236}">
                <a16:creationId xmlns:a16="http://schemas.microsoft.com/office/drawing/2014/main" id="{3765A832-6873-4454-80D3-A4BC71372E55}"/>
              </a:ext>
            </a:extLst>
          </p:cNvPr>
          <p:cNvSpPr>
            <a:spLocks xmlns:a="http://schemas.openxmlformats.org/drawingml/2006/main" noGrp="1"/>
          </p:cNvSpPr>
          <p:nvPr/>
        </p:nvSpPr>
        <p:spPr>
          <a:xfrm xmlns:a="http://schemas.openxmlformats.org/drawingml/2006/main">
            <a:off x="4071938" y="3128963"/>
            <a:ext cx="385762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Dense 검색 중심</a:t>
            </a:r>
          </a:p>
        </p:txBody>
      </p:sp>
      <p:sp>
        <p:nvSpPr>
          <p:cNvPr id="44" name="Freeform 44">
            <a:extLst xmlns:a="http://schemas.openxmlformats.org/drawingml/2006/main">
              <a:ext uri="{FF2B5EF4-FFF2-40B4-BE49-F238E27FC236}">
                <a16:creationId xmlns:a16="http://schemas.microsoft.com/office/drawing/2014/main" id="{EFA0CCA6-BD79-497B-B26F-B0FD572015C2}"/>
              </a:ext>
            </a:extLst>
          </p:cNvPr>
          <p:cNvSpPr>
            <a:spLocks xmlns:a="http://schemas.openxmlformats.org/drawingml/2006/main" noGrp="1"/>
          </p:cNvSpPr>
          <p:nvPr/>
        </p:nvSpPr>
        <p:spPr>
          <a:xfrm xmlns:a="http://schemas.openxmlformats.org/drawingml/2006/main">
            <a:off x="8272462" y="2914650"/>
            <a:ext cx="5172075" cy="1457325"/>
          </a:xfrm>
          <a:custGeom xmlns:a="http://schemas.openxmlformats.org/drawingml/2006/main">
            <a:rect l="l" t="t" r="r" b="b"/>
            <a:pathLst>
              <a:path w="5172075" h="1457325">
                <a:moveTo>
                  <a:pt x="0" y="0"/>
                </a:moveTo>
                <a:lnTo>
                  <a:pt x="5172076" y="0"/>
                </a:lnTo>
                <a:lnTo>
                  <a:pt x="5172076" y="1457325"/>
                </a:lnTo>
                <a:lnTo>
                  <a:pt x="0" y="1457325"/>
                </a:lnTo>
                <a:lnTo>
                  <a:pt x="0" y="0"/>
                </a:lnTo>
                <a:close/>
              </a:path>
            </a:pathLst>
          </a:custGeom>
          <a:blipFill xmlns:a="http://schemas.openxmlformats.org/drawingml/2006/main">
            <a:blip xmlns:r="http://schemas.openxmlformats.org/officeDocument/2006/relationships" r:embed="R6f5599eac1f24791">
              <a:extLst>
                <a:ext uri="{96DAC541-7B7A-43D3-8B79-37D633B846F1}">
                  <asvg:svgBlip xmlns:asvg="http://schemas.microsoft.com/office/drawing/2016/SVG/main" r:embed="R9a8b38117d374b5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6" name="Freeform 46">
            <a:extLst xmlns:a="http://schemas.openxmlformats.org/drawingml/2006/main">
              <a:ext uri="{FF2B5EF4-FFF2-40B4-BE49-F238E27FC236}">
                <a16:creationId xmlns:a16="http://schemas.microsoft.com/office/drawing/2014/main" id="{DB4345C4-C31D-4320-BD63-061052D9086D}"/>
              </a:ext>
            </a:extLst>
          </p:cNvPr>
          <p:cNvSpPr>
            <a:spLocks xmlns:a="http://schemas.openxmlformats.org/drawingml/2006/main" noGrp="1"/>
          </p:cNvSpPr>
          <p:nvPr/>
        </p:nvSpPr>
        <p:spPr>
          <a:xfrm xmlns:a="http://schemas.openxmlformats.org/drawingml/2006/main">
            <a:off x="8501062" y="3186112"/>
            <a:ext cx="4714875" cy="914400"/>
          </a:xfrm>
          <a:custGeom xmlns:a="http://schemas.openxmlformats.org/drawingml/2006/main">
            <a:rect l="l" t="t" r="r" b="b"/>
            <a:pathLst>
              <a:path w="6286500" h="1219200">
                <a:moveTo>
                  <a:pt x="0" y="0"/>
                </a:moveTo>
                <a:lnTo>
                  <a:pt x="6286500" y="0"/>
                </a:lnTo>
                <a:lnTo>
                  <a:pt x="6286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50399" r="0" b="-50399"/>
            </a:stretch>
          </a:blipFill>
        </p:spPr>
        <p:txBody>
          <a:bodyPr xmlns:a="http://schemas.openxmlformats.org/drawingml/2006/main"/>
          <a:lstStyle xmlns:a="http://schemas.openxmlformats.org/drawingml/2006/main"/>
          <a:p xmlns:a="http://schemas.openxmlformats.org/drawingml/2006/main"/>
        </p:txBody>
      </p:sp>
      <p:sp>
        <p:nvSpPr>
          <p:cNvPr id="48" name="Freeform 48">
            <a:extLst xmlns:a="http://schemas.openxmlformats.org/drawingml/2006/main">
              <a:ext uri="{FF2B5EF4-FFF2-40B4-BE49-F238E27FC236}">
                <a16:creationId xmlns:a16="http://schemas.microsoft.com/office/drawing/2014/main" id="{D7A44CD3-F5D9-4C84-A5B3-0AC619DEBBB7}"/>
              </a:ext>
            </a:extLst>
          </p:cNvPr>
          <p:cNvSpPr>
            <a:spLocks xmlns:a="http://schemas.openxmlformats.org/drawingml/2006/main" noGrp="1"/>
          </p:cNvSpPr>
          <p:nvPr/>
        </p:nvSpPr>
        <p:spPr>
          <a:xfrm xmlns:a="http://schemas.openxmlformats.org/drawingml/2006/main">
            <a:off x="8501062" y="3157538"/>
            <a:ext cx="4714875" cy="942975"/>
          </a:xfrm>
          <a:custGeom xmlns:a="http://schemas.openxmlformats.org/drawingml/2006/main">
            <a:rect l="l" t="t" r="r" b="b"/>
            <a:pathLst>
              <a:path w="6286500" h="1257300">
                <a:moveTo>
                  <a:pt x="0" y="0"/>
                </a:moveTo>
                <a:lnTo>
                  <a:pt x="6286500" y="0"/>
                </a:lnTo>
                <a:lnTo>
                  <a:pt x="6286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47425" r="0" b="-47425"/>
            </a:stretch>
          </a:blipFill>
        </p:spPr>
        <p:txBody>
          <a:bodyPr xmlns:a="http://schemas.openxmlformats.org/drawingml/2006/main"/>
          <a:lstStyle xmlns:a="http://schemas.openxmlformats.org/drawingml/2006/main"/>
          <a:p xmlns:a="http://schemas.openxmlformats.org/drawingml/2006/main"/>
        </p:txBody>
      </p:sp>
      <p:sp>
        <p:nvSpPr>
          <p:cNvPr id="49" name="TextBox 49">
            <a:extLst xmlns:a="http://schemas.openxmlformats.org/drawingml/2006/main">
              <a:ext uri="{FF2B5EF4-FFF2-40B4-BE49-F238E27FC236}">
                <a16:creationId xmlns:a16="http://schemas.microsoft.com/office/drawing/2014/main" id="{ABCA2B24-0429-486B-B8B8-995C5DF86456}"/>
              </a:ext>
            </a:extLst>
          </p:cNvPr>
          <p:cNvSpPr>
            <a:spLocks xmlns:a="http://schemas.openxmlformats.org/drawingml/2006/main" noGrp="1"/>
          </p:cNvSpPr>
          <p:nvPr/>
        </p:nvSpPr>
        <p:spPr>
          <a:xfrm xmlns:a="http://schemas.openxmlformats.org/drawingml/2006/main">
            <a:off x="8501062" y="3128963"/>
            <a:ext cx="471487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Hybrid·Reranking</a:t>
            </a:r>
          </a:p>
          <a:p xmlns:a="http://schemas.openxmlformats.org/drawingml/2006/main">
            <a:pPr algn="l">
              <a:lnSpc>
                <a:spcPts val="2160"/>
              </a:lnSpc>
              <a:buNone/>
            </a:pPr>
            <a:r>
              <a:rPr sz="1800">
                <a:solidFill>
                  <a:srgbClr val="9299A3"/>
                </a:solidFill>
                <a:latin typeface="Calibri (MS)"/>
                <a:ea typeface="Calibri (MS)"/>
                <a:cs typeface="Calibri (MS)"/>
              </a:rPr>
              <a:t>비교 평가</a:t>
            </a:r>
          </a:p>
        </p:txBody>
      </p:sp>
      <p:sp>
        <p:nvSpPr>
          <p:cNvPr id="50" name="Freeform 50">
            <a:extLst xmlns:a="http://schemas.openxmlformats.org/drawingml/2006/main">
              <a:ext uri="{FF2B5EF4-FFF2-40B4-BE49-F238E27FC236}">
                <a16:creationId xmlns:a16="http://schemas.microsoft.com/office/drawing/2014/main" id="{F3AD7A84-416A-4A58-A964-7C010D1CC7BD}"/>
              </a:ext>
            </a:extLst>
          </p:cNvPr>
          <p:cNvSpPr>
            <a:spLocks xmlns:a="http://schemas.openxmlformats.org/drawingml/2006/main" noGrp="1"/>
          </p:cNvSpPr>
          <p:nvPr/>
        </p:nvSpPr>
        <p:spPr>
          <a:xfrm xmlns:a="http://schemas.openxmlformats.org/drawingml/2006/main">
            <a:off x="13558838" y="2914650"/>
            <a:ext cx="3600450" cy="1457325"/>
          </a:xfrm>
          <a:custGeom xmlns:a="http://schemas.openxmlformats.org/drawingml/2006/main">
            <a:rect l="l" t="t" r="r" b="b"/>
            <a:pathLst>
              <a:path w="3600450" h="1457325">
                <a:moveTo>
                  <a:pt x="0" y="0"/>
                </a:moveTo>
                <a:lnTo>
                  <a:pt x="3600450" y="0"/>
                </a:lnTo>
                <a:lnTo>
                  <a:pt x="3600450" y="1457325"/>
                </a:lnTo>
                <a:lnTo>
                  <a:pt x="0" y="1457325"/>
                </a:lnTo>
                <a:lnTo>
                  <a:pt x="0" y="0"/>
                </a:lnTo>
                <a:close/>
              </a:path>
            </a:pathLst>
          </a:custGeom>
          <a:blipFill xmlns:a="http://schemas.openxmlformats.org/drawingml/2006/main">
            <a:blip xmlns:r="http://schemas.openxmlformats.org/officeDocument/2006/relationships" r:embed="Re9507173c9c14423">
              <a:extLst>
                <a:ext uri="{96DAC541-7B7A-43D3-8B79-37D633B846F1}">
                  <asvg:svgBlip xmlns:asvg="http://schemas.microsoft.com/office/drawing/2016/SVG/main" r:embed="Ra9e914a82f17407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2" name="Freeform 52">
            <a:extLst xmlns:a="http://schemas.openxmlformats.org/drawingml/2006/main">
              <a:ext uri="{FF2B5EF4-FFF2-40B4-BE49-F238E27FC236}">
                <a16:creationId xmlns:a16="http://schemas.microsoft.com/office/drawing/2014/main" id="{1DD59BA2-5C16-4387-AFB8-47891E30F704}"/>
              </a:ext>
            </a:extLst>
          </p:cNvPr>
          <p:cNvSpPr>
            <a:spLocks xmlns:a="http://schemas.openxmlformats.org/drawingml/2006/main" noGrp="1"/>
          </p:cNvSpPr>
          <p:nvPr/>
        </p:nvSpPr>
        <p:spPr>
          <a:xfrm xmlns:a="http://schemas.openxmlformats.org/drawingml/2006/main">
            <a:off x="13787438" y="3186112"/>
            <a:ext cx="3143250" cy="914400"/>
          </a:xfrm>
          <a:custGeom xmlns:a="http://schemas.openxmlformats.org/drawingml/2006/main">
            <a:rect l="l" t="t" r="r" b="b"/>
            <a:pathLst>
              <a:path w="4191000" h="1219200">
                <a:moveTo>
                  <a:pt x="0" y="0"/>
                </a:moveTo>
                <a:lnTo>
                  <a:pt x="4191000" y="0"/>
                </a:lnTo>
                <a:lnTo>
                  <a:pt x="41910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16933" r="0" b="-16933"/>
            </a:stretch>
          </a:blipFill>
        </p:spPr>
        <p:txBody>
          <a:bodyPr xmlns:a="http://schemas.openxmlformats.org/drawingml/2006/main"/>
          <a:lstStyle xmlns:a="http://schemas.openxmlformats.org/drawingml/2006/main"/>
          <a:p xmlns:a="http://schemas.openxmlformats.org/drawingml/2006/main"/>
        </p:txBody>
      </p:sp>
      <p:sp>
        <p:nvSpPr>
          <p:cNvPr id="54" name="Freeform 54">
            <a:extLst xmlns:a="http://schemas.openxmlformats.org/drawingml/2006/main">
              <a:ext uri="{FF2B5EF4-FFF2-40B4-BE49-F238E27FC236}">
                <a16:creationId xmlns:a16="http://schemas.microsoft.com/office/drawing/2014/main" id="{79DD29D3-52E3-4D22-8AE2-090715C22DD6}"/>
              </a:ext>
            </a:extLst>
          </p:cNvPr>
          <p:cNvSpPr>
            <a:spLocks xmlns:a="http://schemas.openxmlformats.org/drawingml/2006/main" noGrp="1"/>
          </p:cNvSpPr>
          <p:nvPr/>
        </p:nvSpPr>
        <p:spPr>
          <a:xfrm xmlns:a="http://schemas.openxmlformats.org/drawingml/2006/main">
            <a:off x="13787438" y="3157538"/>
            <a:ext cx="3143250" cy="942975"/>
          </a:xfrm>
          <a:custGeom xmlns:a="http://schemas.openxmlformats.org/drawingml/2006/main">
            <a:rect l="l" t="t" r="r" b="b"/>
            <a:pathLst>
              <a:path w="4191000" h="1257300">
                <a:moveTo>
                  <a:pt x="0" y="0"/>
                </a:moveTo>
                <a:lnTo>
                  <a:pt x="4191000" y="0"/>
                </a:lnTo>
                <a:lnTo>
                  <a:pt x="41910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14950" r="0" b="-14950"/>
            </a:stretch>
          </a:blipFill>
        </p:spPr>
        <p:txBody>
          <a:bodyPr xmlns:a="http://schemas.openxmlformats.org/drawingml/2006/main"/>
          <a:lstStyle xmlns:a="http://schemas.openxmlformats.org/drawingml/2006/main"/>
          <a:p xmlns:a="http://schemas.openxmlformats.org/drawingml/2006/main"/>
        </p:txBody>
      </p:sp>
      <p:sp>
        <p:nvSpPr>
          <p:cNvPr id="55" name="TextBox 55">
            <a:extLst xmlns:a="http://schemas.openxmlformats.org/drawingml/2006/main">
              <a:ext uri="{FF2B5EF4-FFF2-40B4-BE49-F238E27FC236}">
                <a16:creationId xmlns:a16="http://schemas.microsoft.com/office/drawing/2014/main" id="{B5453D7E-0602-4357-AB9E-818D4357ED8A}"/>
              </a:ext>
            </a:extLst>
          </p:cNvPr>
          <p:cNvSpPr>
            <a:spLocks xmlns:a="http://schemas.openxmlformats.org/drawingml/2006/main" noGrp="1"/>
          </p:cNvSpPr>
          <p:nvPr/>
        </p:nvSpPr>
        <p:spPr>
          <a:xfrm xmlns:a="http://schemas.openxmlformats.org/drawingml/2006/main">
            <a:off x="13787438" y="3128963"/>
            <a:ext cx="3143250"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정답 청크 적중 향상</a:t>
            </a:r>
          </a:p>
        </p:txBody>
      </p:sp>
      <p:sp>
        <p:nvSpPr>
          <p:cNvPr id="56" name="Freeform 56">
            <a:extLst xmlns:a="http://schemas.openxmlformats.org/drawingml/2006/main">
              <a:ext uri="{FF2B5EF4-FFF2-40B4-BE49-F238E27FC236}">
                <a16:creationId xmlns:a16="http://schemas.microsoft.com/office/drawing/2014/main" id="{4D2025CD-64FD-4146-8ADC-DA80F4C3EB4C}"/>
              </a:ext>
            </a:extLst>
          </p:cNvPr>
          <p:cNvSpPr>
            <a:spLocks xmlns:a="http://schemas.openxmlformats.org/drawingml/2006/main" noGrp="1"/>
          </p:cNvSpPr>
          <p:nvPr/>
        </p:nvSpPr>
        <p:spPr>
          <a:xfrm xmlns:a="http://schemas.openxmlformats.org/drawingml/2006/main">
            <a:off x="557212" y="4843462"/>
            <a:ext cx="3171825" cy="1457325"/>
          </a:xfrm>
          <a:custGeom xmlns:a="http://schemas.openxmlformats.org/drawingml/2006/main">
            <a:rect l="l" t="t" r="r" b="b"/>
            <a:pathLst>
              <a:path w="3171825" h="1457325">
                <a:moveTo>
                  <a:pt x="0" y="0"/>
                </a:moveTo>
                <a:lnTo>
                  <a:pt x="3171826" y="0"/>
                </a:lnTo>
                <a:lnTo>
                  <a:pt x="3171826" y="1457326"/>
                </a:lnTo>
                <a:lnTo>
                  <a:pt x="0" y="1457326"/>
                </a:lnTo>
                <a:lnTo>
                  <a:pt x="0" y="0"/>
                </a:lnTo>
                <a:close/>
              </a:path>
            </a:pathLst>
          </a:custGeom>
          <a:blipFill xmlns:a="http://schemas.openxmlformats.org/drawingml/2006/main">
            <a:blip xmlns:r="http://schemas.openxmlformats.org/officeDocument/2006/relationships" r:embed="R89774ab7f79840f0">
              <a:extLst>
                <a:ext uri="{96DAC541-7B7A-43D3-8B79-37D633B846F1}">
                  <asvg:svgBlip xmlns:asvg="http://schemas.microsoft.com/office/drawing/2016/SVG/main" r:embed="R047e172e8eca4cb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8" name="Freeform 58">
            <a:extLst xmlns:a="http://schemas.openxmlformats.org/drawingml/2006/main">
              <a:ext uri="{FF2B5EF4-FFF2-40B4-BE49-F238E27FC236}">
                <a16:creationId xmlns:a16="http://schemas.microsoft.com/office/drawing/2014/main" id="{24CAAF54-EA19-4BE5-8A18-4B8BD808FA8A}"/>
              </a:ext>
            </a:extLst>
          </p:cNvPr>
          <p:cNvSpPr>
            <a:spLocks xmlns:a="http://schemas.openxmlformats.org/drawingml/2006/main" noGrp="1"/>
          </p:cNvSpPr>
          <p:nvPr/>
        </p:nvSpPr>
        <p:spPr>
          <a:xfrm xmlns:a="http://schemas.openxmlformats.org/drawingml/2006/main">
            <a:off x="785812" y="5114925"/>
            <a:ext cx="2714625" cy="914400"/>
          </a:xfrm>
          <a:custGeom xmlns:a="http://schemas.openxmlformats.org/drawingml/2006/main">
            <a:rect l="l" t="t" r="r" b="b"/>
            <a:pathLst>
              <a:path w="3619500" h="1219200">
                <a:moveTo>
                  <a:pt x="0" y="0"/>
                </a:moveTo>
                <a:lnTo>
                  <a:pt x="3619500" y="0"/>
                </a:lnTo>
                <a:lnTo>
                  <a:pt x="3619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7806" r="0" b="-7805"/>
            </a:stretch>
          </a:blipFill>
        </p:spPr>
        <p:txBody>
          <a:bodyPr xmlns:a="http://schemas.openxmlformats.org/drawingml/2006/main"/>
          <a:lstStyle xmlns:a="http://schemas.openxmlformats.org/drawingml/2006/main"/>
          <a:p xmlns:a="http://schemas.openxmlformats.org/drawingml/2006/main"/>
        </p:txBody>
      </p:sp>
      <p:sp>
        <p:nvSpPr>
          <p:cNvPr id="60" name="Freeform 60">
            <a:extLst xmlns:a="http://schemas.openxmlformats.org/drawingml/2006/main">
              <a:ext uri="{FF2B5EF4-FFF2-40B4-BE49-F238E27FC236}">
                <a16:creationId xmlns:a16="http://schemas.microsoft.com/office/drawing/2014/main" id="{48F28C64-C79A-48F3-B4BC-B4477972FB6C}"/>
              </a:ext>
            </a:extLst>
          </p:cNvPr>
          <p:cNvSpPr>
            <a:spLocks xmlns:a="http://schemas.openxmlformats.org/drawingml/2006/main" noGrp="1"/>
          </p:cNvSpPr>
          <p:nvPr/>
        </p:nvSpPr>
        <p:spPr>
          <a:xfrm xmlns:a="http://schemas.openxmlformats.org/drawingml/2006/main">
            <a:off x="785812" y="5086350"/>
            <a:ext cx="2714625" cy="942975"/>
          </a:xfrm>
          <a:custGeom xmlns:a="http://schemas.openxmlformats.org/drawingml/2006/main">
            <a:rect l="l" t="t" r="r" b="b"/>
            <a:pathLst>
              <a:path w="3619500" h="1257300">
                <a:moveTo>
                  <a:pt x="0" y="0"/>
                </a:moveTo>
                <a:lnTo>
                  <a:pt x="3619500" y="0"/>
                </a:lnTo>
                <a:lnTo>
                  <a:pt x="3619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6093" r="0" b="-6093"/>
            </a:stretch>
          </a:blipFill>
        </p:spPr>
        <p:txBody>
          <a:bodyPr xmlns:a="http://schemas.openxmlformats.org/drawingml/2006/main"/>
          <a:lstStyle xmlns:a="http://schemas.openxmlformats.org/drawingml/2006/main"/>
          <a:p xmlns:a="http://schemas.openxmlformats.org/drawingml/2006/main"/>
        </p:txBody>
      </p:sp>
      <p:sp>
        <p:nvSpPr>
          <p:cNvPr id="61" name="TextBox 61">
            <a:extLst xmlns:a="http://schemas.openxmlformats.org/drawingml/2006/main">
              <a:ext uri="{FF2B5EF4-FFF2-40B4-BE49-F238E27FC236}">
                <a16:creationId xmlns:a16="http://schemas.microsoft.com/office/drawing/2014/main" id="{4BCF9FBD-81B4-4C1F-B596-D3E02F890F56}"/>
              </a:ext>
            </a:extLst>
          </p:cNvPr>
          <p:cNvSpPr>
            <a:spLocks xmlns:a="http://schemas.openxmlformats.org/drawingml/2006/main" noGrp="1"/>
          </p:cNvSpPr>
          <p:nvPr/>
        </p:nvSpPr>
        <p:spPr>
          <a:xfrm xmlns:a="http://schemas.openxmlformats.org/drawingml/2006/main">
            <a:off x="785812" y="5057775"/>
            <a:ext cx="271462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430"/>
              </a:lnSpc>
              <a:buNone/>
            </a:pPr>
            <a:r>
              <a:rPr sz="2025" b="1">
                <a:solidFill>
                  <a:srgbClr val="FFFFFF"/>
                </a:solidFill>
                <a:latin typeface="Calibri (MS) Bold"/>
                <a:ea typeface="Calibri (MS) Bold"/>
                <a:cs typeface="Calibri (MS) Bold"/>
              </a:rPr>
              <a:t>02 답변 안전성</a:t>
            </a:r>
          </a:p>
        </p:txBody>
      </p:sp>
      <p:sp>
        <p:nvSpPr>
          <p:cNvPr id="62" name="Freeform 62">
            <a:extLst xmlns:a="http://schemas.openxmlformats.org/drawingml/2006/main">
              <a:ext uri="{FF2B5EF4-FFF2-40B4-BE49-F238E27FC236}">
                <a16:creationId xmlns:a16="http://schemas.microsoft.com/office/drawing/2014/main" id="{E191CD5E-B8BB-47C4-98B3-B26E29989804}"/>
              </a:ext>
            </a:extLst>
          </p:cNvPr>
          <p:cNvSpPr>
            <a:spLocks xmlns:a="http://schemas.openxmlformats.org/drawingml/2006/main" noGrp="1"/>
          </p:cNvSpPr>
          <p:nvPr/>
        </p:nvSpPr>
        <p:spPr>
          <a:xfrm xmlns:a="http://schemas.openxmlformats.org/drawingml/2006/main">
            <a:off x="3843338" y="4843462"/>
            <a:ext cx="4314825" cy="1457325"/>
          </a:xfrm>
          <a:custGeom xmlns:a="http://schemas.openxmlformats.org/drawingml/2006/main">
            <a:rect l="l" t="t" r="r" b="b"/>
            <a:pathLst>
              <a:path w="4314825" h="1457325">
                <a:moveTo>
                  <a:pt x="0" y="0"/>
                </a:moveTo>
                <a:lnTo>
                  <a:pt x="4314824" y="0"/>
                </a:lnTo>
                <a:lnTo>
                  <a:pt x="4314824" y="1457326"/>
                </a:lnTo>
                <a:lnTo>
                  <a:pt x="0" y="1457326"/>
                </a:lnTo>
                <a:lnTo>
                  <a:pt x="0" y="0"/>
                </a:lnTo>
                <a:close/>
              </a:path>
            </a:pathLst>
          </a:custGeom>
          <a:blipFill xmlns:a="http://schemas.openxmlformats.org/drawingml/2006/main">
            <a:blip xmlns:r="http://schemas.openxmlformats.org/officeDocument/2006/relationships" r:embed="R4c30f04985ce43a4">
              <a:extLst>
                <a:ext uri="{96DAC541-7B7A-43D3-8B79-37D633B846F1}">
                  <asvg:svgBlip xmlns:asvg="http://schemas.microsoft.com/office/drawing/2016/SVG/main" r:embed="Rd31702627e834c3b"/>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64" name="Freeform 64">
            <a:extLst xmlns:a="http://schemas.openxmlformats.org/drawingml/2006/main">
              <a:ext uri="{FF2B5EF4-FFF2-40B4-BE49-F238E27FC236}">
                <a16:creationId xmlns:a16="http://schemas.microsoft.com/office/drawing/2014/main" id="{1844A526-D929-46D0-A289-6468148B5349}"/>
              </a:ext>
            </a:extLst>
          </p:cNvPr>
          <p:cNvSpPr>
            <a:spLocks xmlns:a="http://schemas.openxmlformats.org/drawingml/2006/main" noGrp="1"/>
          </p:cNvSpPr>
          <p:nvPr/>
        </p:nvSpPr>
        <p:spPr>
          <a:xfrm xmlns:a="http://schemas.openxmlformats.org/drawingml/2006/main">
            <a:off x="4071938" y="5114925"/>
            <a:ext cx="3857625" cy="914400"/>
          </a:xfrm>
          <a:custGeom xmlns:a="http://schemas.openxmlformats.org/drawingml/2006/main">
            <a:rect l="l" t="t" r="r" b="b"/>
            <a:pathLst>
              <a:path w="5143500" h="1219200">
                <a:moveTo>
                  <a:pt x="0" y="0"/>
                </a:moveTo>
                <a:lnTo>
                  <a:pt x="5143500" y="0"/>
                </a:lnTo>
                <a:lnTo>
                  <a:pt x="5143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32145" r="0" b="-32144"/>
            </a:stretch>
          </a:blipFill>
        </p:spPr>
        <p:txBody>
          <a:bodyPr xmlns:a="http://schemas.openxmlformats.org/drawingml/2006/main"/>
          <a:lstStyle xmlns:a="http://schemas.openxmlformats.org/drawingml/2006/main"/>
          <a:p xmlns:a="http://schemas.openxmlformats.org/drawingml/2006/main"/>
        </p:txBody>
      </p:sp>
      <p:sp>
        <p:nvSpPr>
          <p:cNvPr id="66" name="Freeform 66">
            <a:extLst xmlns:a="http://schemas.openxmlformats.org/drawingml/2006/main">
              <a:ext uri="{FF2B5EF4-FFF2-40B4-BE49-F238E27FC236}">
                <a16:creationId xmlns:a16="http://schemas.microsoft.com/office/drawing/2014/main" id="{4CB3BA03-D1A9-46F6-8E6F-DF9A2ED2AB1B}"/>
              </a:ext>
            </a:extLst>
          </p:cNvPr>
          <p:cNvSpPr>
            <a:spLocks xmlns:a="http://schemas.openxmlformats.org/drawingml/2006/main" noGrp="1"/>
          </p:cNvSpPr>
          <p:nvPr/>
        </p:nvSpPr>
        <p:spPr>
          <a:xfrm xmlns:a="http://schemas.openxmlformats.org/drawingml/2006/main">
            <a:off x="4071938" y="5086350"/>
            <a:ext cx="3857625" cy="942975"/>
          </a:xfrm>
          <a:custGeom xmlns:a="http://schemas.openxmlformats.org/drawingml/2006/main">
            <a:rect l="l" t="t" r="r" b="b"/>
            <a:pathLst>
              <a:path w="5143500" h="1257300">
                <a:moveTo>
                  <a:pt x="0" y="0"/>
                </a:moveTo>
                <a:lnTo>
                  <a:pt x="5143500" y="0"/>
                </a:lnTo>
                <a:lnTo>
                  <a:pt x="5143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29711" r="0" b="-29711"/>
            </a:stretch>
          </a:blipFill>
        </p:spPr>
        <p:txBody>
          <a:bodyPr xmlns:a="http://schemas.openxmlformats.org/drawingml/2006/main"/>
          <a:lstStyle xmlns:a="http://schemas.openxmlformats.org/drawingml/2006/main"/>
          <a:p xmlns:a="http://schemas.openxmlformats.org/drawingml/2006/main"/>
        </p:txBody>
      </p:sp>
      <p:sp>
        <p:nvSpPr>
          <p:cNvPr id="67" name="TextBox 67">
            <a:extLst xmlns:a="http://schemas.openxmlformats.org/drawingml/2006/main">
              <a:ext uri="{FF2B5EF4-FFF2-40B4-BE49-F238E27FC236}">
                <a16:creationId xmlns:a16="http://schemas.microsoft.com/office/drawing/2014/main" id="{5FC21696-F78E-4A91-907C-20DF27EDD693}"/>
              </a:ext>
            </a:extLst>
          </p:cNvPr>
          <p:cNvSpPr>
            <a:spLocks xmlns:a="http://schemas.openxmlformats.org/drawingml/2006/main" noGrp="1"/>
          </p:cNvSpPr>
          <p:nvPr/>
        </p:nvSpPr>
        <p:spPr>
          <a:xfrm xmlns:a="http://schemas.openxmlformats.org/drawingml/2006/main">
            <a:off x="4071938" y="5057775"/>
            <a:ext cx="385762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민원 E2E 검증 필요</a:t>
            </a:r>
          </a:p>
        </p:txBody>
      </p:sp>
      <p:sp>
        <p:nvSpPr>
          <p:cNvPr id="68" name="Freeform 68">
            <a:extLst xmlns:a="http://schemas.openxmlformats.org/drawingml/2006/main">
              <a:ext uri="{FF2B5EF4-FFF2-40B4-BE49-F238E27FC236}">
                <a16:creationId xmlns:a16="http://schemas.microsoft.com/office/drawing/2014/main" id="{81D8FCE8-2553-4C8E-A747-B2B728CDE466}"/>
              </a:ext>
            </a:extLst>
          </p:cNvPr>
          <p:cNvSpPr>
            <a:spLocks xmlns:a="http://schemas.openxmlformats.org/drawingml/2006/main" noGrp="1"/>
          </p:cNvSpPr>
          <p:nvPr/>
        </p:nvSpPr>
        <p:spPr>
          <a:xfrm xmlns:a="http://schemas.openxmlformats.org/drawingml/2006/main">
            <a:off x="8272462" y="4843462"/>
            <a:ext cx="5172075" cy="1457325"/>
          </a:xfrm>
          <a:custGeom xmlns:a="http://schemas.openxmlformats.org/drawingml/2006/main">
            <a:rect l="l" t="t" r="r" b="b"/>
            <a:pathLst>
              <a:path w="5172075" h="1457325">
                <a:moveTo>
                  <a:pt x="0" y="0"/>
                </a:moveTo>
                <a:lnTo>
                  <a:pt x="5172076" y="0"/>
                </a:lnTo>
                <a:lnTo>
                  <a:pt x="5172076" y="1457326"/>
                </a:lnTo>
                <a:lnTo>
                  <a:pt x="0" y="1457326"/>
                </a:lnTo>
                <a:lnTo>
                  <a:pt x="0" y="0"/>
                </a:lnTo>
                <a:close/>
              </a:path>
            </a:pathLst>
          </a:custGeom>
          <a:blipFill xmlns:a="http://schemas.openxmlformats.org/drawingml/2006/main">
            <a:blip xmlns:r="http://schemas.openxmlformats.org/officeDocument/2006/relationships" r:embed="R6f5599eac1f24791">
              <a:extLst>
                <a:ext uri="{96DAC541-7B7A-43D3-8B79-37D633B846F1}">
                  <asvg:svgBlip xmlns:asvg="http://schemas.microsoft.com/office/drawing/2016/SVG/main" r:embed="R9a8b38117d374b5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70" name="Freeform 70">
            <a:extLst xmlns:a="http://schemas.openxmlformats.org/drawingml/2006/main">
              <a:ext uri="{FF2B5EF4-FFF2-40B4-BE49-F238E27FC236}">
                <a16:creationId xmlns:a16="http://schemas.microsoft.com/office/drawing/2014/main" id="{78024791-1770-4E07-8F58-A1F11AED1974}"/>
              </a:ext>
            </a:extLst>
          </p:cNvPr>
          <p:cNvSpPr>
            <a:spLocks xmlns:a="http://schemas.openxmlformats.org/drawingml/2006/main" noGrp="1"/>
          </p:cNvSpPr>
          <p:nvPr/>
        </p:nvSpPr>
        <p:spPr>
          <a:xfrm xmlns:a="http://schemas.openxmlformats.org/drawingml/2006/main">
            <a:off x="8501062" y="5114925"/>
            <a:ext cx="4714875" cy="914400"/>
          </a:xfrm>
          <a:custGeom xmlns:a="http://schemas.openxmlformats.org/drawingml/2006/main">
            <a:rect l="l" t="t" r="r" b="b"/>
            <a:pathLst>
              <a:path w="6286500" h="1219200">
                <a:moveTo>
                  <a:pt x="0" y="0"/>
                </a:moveTo>
                <a:lnTo>
                  <a:pt x="6286500" y="0"/>
                </a:lnTo>
                <a:lnTo>
                  <a:pt x="6286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50399" r="0" b="-50399"/>
            </a:stretch>
          </a:blipFill>
        </p:spPr>
        <p:txBody>
          <a:bodyPr xmlns:a="http://schemas.openxmlformats.org/drawingml/2006/main"/>
          <a:lstStyle xmlns:a="http://schemas.openxmlformats.org/drawingml/2006/main"/>
          <a:p xmlns:a="http://schemas.openxmlformats.org/drawingml/2006/main"/>
        </p:txBody>
      </p:sp>
      <p:sp>
        <p:nvSpPr>
          <p:cNvPr id="72" name="Freeform 72">
            <a:extLst xmlns:a="http://schemas.openxmlformats.org/drawingml/2006/main">
              <a:ext uri="{FF2B5EF4-FFF2-40B4-BE49-F238E27FC236}">
                <a16:creationId xmlns:a16="http://schemas.microsoft.com/office/drawing/2014/main" id="{79320543-B03A-424D-9C47-3B0238B0CB89}"/>
              </a:ext>
            </a:extLst>
          </p:cNvPr>
          <p:cNvSpPr>
            <a:spLocks xmlns:a="http://schemas.openxmlformats.org/drawingml/2006/main" noGrp="1"/>
          </p:cNvSpPr>
          <p:nvPr/>
        </p:nvSpPr>
        <p:spPr>
          <a:xfrm xmlns:a="http://schemas.openxmlformats.org/drawingml/2006/main">
            <a:off x="8501062" y="5086350"/>
            <a:ext cx="4714875" cy="942975"/>
          </a:xfrm>
          <a:custGeom xmlns:a="http://schemas.openxmlformats.org/drawingml/2006/main">
            <a:rect l="l" t="t" r="r" b="b"/>
            <a:pathLst>
              <a:path w="6286500" h="1257300">
                <a:moveTo>
                  <a:pt x="0" y="0"/>
                </a:moveTo>
                <a:lnTo>
                  <a:pt x="6286500" y="0"/>
                </a:lnTo>
                <a:lnTo>
                  <a:pt x="6286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47425" r="0" b="-47425"/>
            </a:stretch>
          </a:blipFill>
        </p:spPr>
        <p:txBody>
          <a:bodyPr xmlns:a="http://schemas.openxmlformats.org/drawingml/2006/main"/>
          <a:lstStyle xmlns:a="http://schemas.openxmlformats.org/drawingml/2006/main"/>
          <a:p xmlns:a="http://schemas.openxmlformats.org/drawingml/2006/main"/>
        </p:txBody>
      </p:sp>
      <p:sp>
        <p:nvSpPr>
          <p:cNvPr id="73" name="TextBox 73">
            <a:extLst xmlns:a="http://schemas.openxmlformats.org/drawingml/2006/main">
              <a:ext uri="{FF2B5EF4-FFF2-40B4-BE49-F238E27FC236}">
                <a16:creationId xmlns:a16="http://schemas.microsoft.com/office/drawing/2014/main" id="{A3EDE42F-6876-417D-B041-8A3A01B5CD59}"/>
              </a:ext>
            </a:extLst>
          </p:cNvPr>
          <p:cNvSpPr>
            <a:spLocks xmlns:a="http://schemas.openxmlformats.org/drawingml/2006/main" noGrp="1"/>
          </p:cNvSpPr>
          <p:nvPr/>
        </p:nvSpPr>
        <p:spPr>
          <a:xfrm xmlns:a="http://schemas.openxmlformats.org/drawingml/2006/main">
            <a:off x="8501062" y="5057775"/>
            <a:ext cx="471487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절차·서류·링크</a:t>
            </a:r>
          </a:p>
          <a:p xmlns:a="http://schemas.openxmlformats.org/drawingml/2006/main">
            <a:pPr algn="l">
              <a:lnSpc>
                <a:spcPts val="2160"/>
              </a:lnSpc>
              <a:buNone/>
            </a:pPr>
            <a:r>
              <a:rPr sz="1800">
                <a:solidFill>
                  <a:srgbClr val="9299A3"/>
                </a:solidFill>
                <a:latin typeface="Calibri (MS)"/>
                <a:ea typeface="Calibri (MS)"/>
                <a:cs typeface="Calibri (MS)"/>
              </a:rPr>
              <a:t>종단 점검</a:t>
            </a:r>
          </a:p>
        </p:txBody>
      </p:sp>
      <p:sp>
        <p:nvSpPr>
          <p:cNvPr id="74" name="Freeform 74">
            <a:extLst xmlns:a="http://schemas.openxmlformats.org/drawingml/2006/main">
              <a:ext uri="{FF2B5EF4-FFF2-40B4-BE49-F238E27FC236}">
                <a16:creationId xmlns:a16="http://schemas.microsoft.com/office/drawing/2014/main" id="{A8E7DB5F-94D2-4B3C-A346-6FE809ED384F}"/>
              </a:ext>
            </a:extLst>
          </p:cNvPr>
          <p:cNvSpPr>
            <a:spLocks xmlns:a="http://schemas.openxmlformats.org/drawingml/2006/main" noGrp="1"/>
          </p:cNvSpPr>
          <p:nvPr/>
        </p:nvSpPr>
        <p:spPr>
          <a:xfrm xmlns:a="http://schemas.openxmlformats.org/drawingml/2006/main">
            <a:off x="13558838" y="4843462"/>
            <a:ext cx="3600450" cy="1457325"/>
          </a:xfrm>
          <a:custGeom xmlns:a="http://schemas.openxmlformats.org/drawingml/2006/main">
            <a:rect l="l" t="t" r="r" b="b"/>
            <a:pathLst>
              <a:path w="3600450" h="1457325">
                <a:moveTo>
                  <a:pt x="0" y="0"/>
                </a:moveTo>
                <a:lnTo>
                  <a:pt x="3600450" y="0"/>
                </a:lnTo>
                <a:lnTo>
                  <a:pt x="3600450" y="1457326"/>
                </a:lnTo>
                <a:lnTo>
                  <a:pt x="0" y="1457326"/>
                </a:lnTo>
                <a:lnTo>
                  <a:pt x="0" y="0"/>
                </a:lnTo>
                <a:close/>
              </a:path>
            </a:pathLst>
          </a:custGeom>
          <a:blipFill xmlns:a="http://schemas.openxmlformats.org/drawingml/2006/main">
            <a:blip xmlns:r="http://schemas.openxmlformats.org/officeDocument/2006/relationships" r:embed="Re9507173c9c14423">
              <a:extLst>
                <a:ext uri="{96DAC541-7B7A-43D3-8B79-37D633B846F1}">
                  <asvg:svgBlip xmlns:asvg="http://schemas.microsoft.com/office/drawing/2016/SVG/main" r:embed="Ra9e914a82f17407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76" name="Freeform 76">
            <a:extLst xmlns:a="http://schemas.openxmlformats.org/drawingml/2006/main">
              <a:ext uri="{FF2B5EF4-FFF2-40B4-BE49-F238E27FC236}">
                <a16:creationId xmlns:a16="http://schemas.microsoft.com/office/drawing/2014/main" id="{8C4466C7-23F0-4ADE-9233-FA13E5B02A02}"/>
              </a:ext>
            </a:extLst>
          </p:cNvPr>
          <p:cNvSpPr>
            <a:spLocks xmlns:a="http://schemas.openxmlformats.org/drawingml/2006/main" noGrp="1"/>
          </p:cNvSpPr>
          <p:nvPr/>
        </p:nvSpPr>
        <p:spPr>
          <a:xfrm xmlns:a="http://schemas.openxmlformats.org/drawingml/2006/main">
            <a:off x="13787438" y="5114925"/>
            <a:ext cx="3143250" cy="914400"/>
          </a:xfrm>
          <a:custGeom xmlns:a="http://schemas.openxmlformats.org/drawingml/2006/main">
            <a:rect l="l" t="t" r="r" b="b"/>
            <a:pathLst>
              <a:path w="4191000" h="1219200">
                <a:moveTo>
                  <a:pt x="0" y="0"/>
                </a:moveTo>
                <a:lnTo>
                  <a:pt x="4191000" y="0"/>
                </a:lnTo>
                <a:lnTo>
                  <a:pt x="41910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16933" r="0" b="-16933"/>
            </a:stretch>
          </a:blipFill>
        </p:spPr>
        <p:txBody>
          <a:bodyPr xmlns:a="http://schemas.openxmlformats.org/drawingml/2006/main"/>
          <a:lstStyle xmlns:a="http://schemas.openxmlformats.org/drawingml/2006/main"/>
          <a:p xmlns:a="http://schemas.openxmlformats.org/drawingml/2006/main"/>
        </p:txBody>
      </p:sp>
      <p:sp>
        <p:nvSpPr>
          <p:cNvPr id="78" name="Freeform 78">
            <a:extLst xmlns:a="http://schemas.openxmlformats.org/drawingml/2006/main">
              <a:ext uri="{FF2B5EF4-FFF2-40B4-BE49-F238E27FC236}">
                <a16:creationId xmlns:a16="http://schemas.microsoft.com/office/drawing/2014/main" id="{9E4019C9-CEA2-46CA-B450-C003CB8FFB82}"/>
              </a:ext>
            </a:extLst>
          </p:cNvPr>
          <p:cNvSpPr>
            <a:spLocks xmlns:a="http://schemas.openxmlformats.org/drawingml/2006/main" noGrp="1"/>
          </p:cNvSpPr>
          <p:nvPr/>
        </p:nvSpPr>
        <p:spPr>
          <a:xfrm xmlns:a="http://schemas.openxmlformats.org/drawingml/2006/main">
            <a:off x="13787438" y="5086350"/>
            <a:ext cx="3143250" cy="942975"/>
          </a:xfrm>
          <a:custGeom xmlns:a="http://schemas.openxmlformats.org/drawingml/2006/main">
            <a:rect l="l" t="t" r="r" b="b"/>
            <a:pathLst>
              <a:path w="4191000" h="1257300">
                <a:moveTo>
                  <a:pt x="0" y="0"/>
                </a:moveTo>
                <a:lnTo>
                  <a:pt x="4191000" y="0"/>
                </a:lnTo>
                <a:lnTo>
                  <a:pt x="41910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14950" r="0" b="-14950"/>
            </a:stretch>
          </a:blipFill>
        </p:spPr>
        <p:txBody>
          <a:bodyPr xmlns:a="http://schemas.openxmlformats.org/drawingml/2006/main"/>
          <a:lstStyle xmlns:a="http://schemas.openxmlformats.org/drawingml/2006/main"/>
          <a:p xmlns:a="http://schemas.openxmlformats.org/drawingml/2006/main"/>
        </p:txBody>
      </p:sp>
      <p:sp>
        <p:nvSpPr>
          <p:cNvPr id="79" name="TextBox 79">
            <a:extLst xmlns:a="http://schemas.openxmlformats.org/drawingml/2006/main">
              <a:ext uri="{FF2B5EF4-FFF2-40B4-BE49-F238E27FC236}">
                <a16:creationId xmlns:a16="http://schemas.microsoft.com/office/drawing/2014/main" id="{79C03475-4801-496A-80D1-37E74F97E220}"/>
              </a:ext>
            </a:extLst>
          </p:cNvPr>
          <p:cNvSpPr>
            <a:spLocks xmlns:a="http://schemas.openxmlformats.org/drawingml/2006/main" noGrp="1"/>
          </p:cNvSpPr>
          <p:nvPr/>
        </p:nvSpPr>
        <p:spPr>
          <a:xfrm xmlns:a="http://schemas.openxmlformats.org/drawingml/2006/main">
            <a:off x="13787438" y="5057775"/>
            <a:ext cx="3143250"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누락·환각 위험 감소</a:t>
            </a:r>
          </a:p>
        </p:txBody>
      </p:sp>
      <p:sp>
        <p:nvSpPr>
          <p:cNvPr id="80" name="Freeform 80">
            <a:extLst xmlns:a="http://schemas.openxmlformats.org/drawingml/2006/main">
              <a:ext uri="{FF2B5EF4-FFF2-40B4-BE49-F238E27FC236}">
                <a16:creationId xmlns:a16="http://schemas.microsoft.com/office/drawing/2014/main" id="{7B4801E7-ED4A-47F3-8E8E-0F91ADB1FC5E}"/>
              </a:ext>
            </a:extLst>
          </p:cNvPr>
          <p:cNvSpPr>
            <a:spLocks xmlns:a="http://schemas.openxmlformats.org/drawingml/2006/main" noGrp="1"/>
          </p:cNvSpPr>
          <p:nvPr/>
        </p:nvSpPr>
        <p:spPr>
          <a:xfrm xmlns:a="http://schemas.openxmlformats.org/drawingml/2006/main">
            <a:off x="557212" y="6772275"/>
            <a:ext cx="3171825" cy="1457325"/>
          </a:xfrm>
          <a:custGeom xmlns:a="http://schemas.openxmlformats.org/drawingml/2006/main">
            <a:rect l="l" t="t" r="r" b="b"/>
            <a:pathLst>
              <a:path w="3171825" h="1457325">
                <a:moveTo>
                  <a:pt x="0" y="0"/>
                </a:moveTo>
                <a:lnTo>
                  <a:pt x="3171826" y="0"/>
                </a:lnTo>
                <a:lnTo>
                  <a:pt x="3171826" y="1457325"/>
                </a:lnTo>
                <a:lnTo>
                  <a:pt x="0" y="1457325"/>
                </a:lnTo>
                <a:lnTo>
                  <a:pt x="0" y="0"/>
                </a:lnTo>
                <a:close/>
              </a:path>
            </a:pathLst>
          </a:custGeom>
          <a:blipFill xmlns:a="http://schemas.openxmlformats.org/drawingml/2006/main">
            <a:blip xmlns:r="http://schemas.openxmlformats.org/officeDocument/2006/relationships" r:embed="R89774ab7f79840f0">
              <a:extLst>
                <a:ext uri="{96DAC541-7B7A-43D3-8B79-37D633B846F1}">
                  <asvg:svgBlip xmlns:asvg="http://schemas.microsoft.com/office/drawing/2016/SVG/main" r:embed="R047e172e8eca4cb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82" name="Freeform 82">
            <a:extLst xmlns:a="http://schemas.openxmlformats.org/drawingml/2006/main">
              <a:ext uri="{FF2B5EF4-FFF2-40B4-BE49-F238E27FC236}">
                <a16:creationId xmlns:a16="http://schemas.microsoft.com/office/drawing/2014/main" id="{03A8A34E-80D9-4356-9134-502AD315C2E1}"/>
              </a:ext>
            </a:extLst>
          </p:cNvPr>
          <p:cNvSpPr>
            <a:spLocks xmlns:a="http://schemas.openxmlformats.org/drawingml/2006/main" noGrp="1"/>
          </p:cNvSpPr>
          <p:nvPr/>
        </p:nvSpPr>
        <p:spPr>
          <a:xfrm xmlns:a="http://schemas.openxmlformats.org/drawingml/2006/main">
            <a:off x="785812" y="7043738"/>
            <a:ext cx="2714625" cy="914400"/>
          </a:xfrm>
          <a:custGeom xmlns:a="http://schemas.openxmlformats.org/drawingml/2006/main">
            <a:rect l="l" t="t" r="r" b="b"/>
            <a:pathLst>
              <a:path w="3619500" h="1219200">
                <a:moveTo>
                  <a:pt x="0" y="0"/>
                </a:moveTo>
                <a:lnTo>
                  <a:pt x="3619500" y="0"/>
                </a:lnTo>
                <a:lnTo>
                  <a:pt x="3619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7806" r="0" b="-7805"/>
            </a:stretch>
          </a:blipFill>
        </p:spPr>
        <p:txBody>
          <a:bodyPr xmlns:a="http://schemas.openxmlformats.org/drawingml/2006/main"/>
          <a:lstStyle xmlns:a="http://schemas.openxmlformats.org/drawingml/2006/main"/>
          <a:p xmlns:a="http://schemas.openxmlformats.org/drawingml/2006/main"/>
        </p:txBody>
      </p:sp>
      <p:sp>
        <p:nvSpPr>
          <p:cNvPr id="84" name="Freeform 84">
            <a:extLst xmlns:a="http://schemas.openxmlformats.org/drawingml/2006/main">
              <a:ext uri="{FF2B5EF4-FFF2-40B4-BE49-F238E27FC236}">
                <a16:creationId xmlns:a16="http://schemas.microsoft.com/office/drawing/2014/main" id="{B39FC209-BC2A-41A0-8058-38EB6AE94CF0}"/>
              </a:ext>
            </a:extLst>
          </p:cNvPr>
          <p:cNvSpPr>
            <a:spLocks xmlns:a="http://schemas.openxmlformats.org/drawingml/2006/main" noGrp="1"/>
          </p:cNvSpPr>
          <p:nvPr/>
        </p:nvSpPr>
        <p:spPr>
          <a:xfrm xmlns:a="http://schemas.openxmlformats.org/drawingml/2006/main">
            <a:off x="785812" y="7015162"/>
            <a:ext cx="2714625" cy="942975"/>
          </a:xfrm>
          <a:custGeom xmlns:a="http://schemas.openxmlformats.org/drawingml/2006/main">
            <a:rect l="l" t="t" r="r" b="b"/>
            <a:pathLst>
              <a:path w="3619500" h="1257300">
                <a:moveTo>
                  <a:pt x="0" y="0"/>
                </a:moveTo>
                <a:lnTo>
                  <a:pt x="3619500" y="0"/>
                </a:lnTo>
                <a:lnTo>
                  <a:pt x="3619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6093" r="0" b="-6093"/>
            </a:stretch>
          </a:blipFill>
        </p:spPr>
        <p:txBody>
          <a:bodyPr xmlns:a="http://schemas.openxmlformats.org/drawingml/2006/main"/>
          <a:lstStyle xmlns:a="http://schemas.openxmlformats.org/drawingml/2006/main"/>
          <a:p xmlns:a="http://schemas.openxmlformats.org/drawingml/2006/main"/>
        </p:txBody>
      </p:sp>
      <p:sp>
        <p:nvSpPr>
          <p:cNvPr id="85" name="TextBox 85">
            <a:extLst xmlns:a="http://schemas.openxmlformats.org/drawingml/2006/main">
              <a:ext uri="{FF2B5EF4-FFF2-40B4-BE49-F238E27FC236}">
                <a16:creationId xmlns:a16="http://schemas.microsoft.com/office/drawing/2014/main" id="{603BA776-C6EB-48DC-A5D8-1977E09C3B31}"/>
              </a:ext>
            </a:extLst>
          </p:cNvPr>
          <p:cNvSpPr>
            <a:spLocks xmlns:a="http://schemas.openxmlformats.org/drawingml/2006/main" noGrp="1"/>
          </p:cNvSpPr>
          <p:nvPr/>
        </p:nvSpPr>
        <p:spPr>
          <a:xfrm xmlns:a="http://schemas.openxmlformats.org/drawingml/2006/main">
            <a:off x="785812" y="6986587"/>
            <a:ext cx="271462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430"/>
              </a:lnSpc>
              <a:buNone/>
            </a:pPr>
            <a:r>
              <a:rPr sz="2025" b="1">
                <a:solidFill>
                  <a:srgbClr val="FFFFFF"/>
                </a:solidFill>
                <a:latin typeface="Calibri (MS) Bold"/>
                <a:ea typeface="Calibri (MS) Bold"/>
                <a:cs typeface="Calibri (MS) Bold"/>
              </a:rPr>
              <a:t>03 운영 안정성</a:t>
            </a:r>
          </a:p>
        </p:txBody>
      </p:sp>
      <p:sp>
        <p:nvSpPr>
          <p:cNvPr id="86" name="Freeform 86">
            <a:extLst xmlns:a="http://schemas.openxmlformats.org/drawingml/2006/main">
              <a:ext uri="{FF2B5EF4-FFF2-40B4-BE49-F238E27FC236}">
                <a16:creationId xmlns:a16="http://schemas.microsoft.com/office/drawing/2014/main" id="{DC42ACB6-2308-41A2-BAF4-8ACA691EFA07}"/>
              </a:ext>
            </a:extLst>
          </p:cNvPr>
          <p:cNvSpPr>
            <a:spLocks xmlns:a="http://schemas.openxmlformats.org/drawingml/2006/main" noGrp="1"/>
          </p:cNvSpPr>
          <p:nvPr/>
        </p:nvSpPr>
        <p:spPr>
          <a:xfrm xmlns:a="http://schemas.openxmlformats.org/drawingml/2006/main">
            <a:off x="3843338" y="6772275"/>
            <a:ext cx="4314825" cy="1457325"/>
          </a:xfrm>
          <a:custGeom xmlns:a="http://schemas.openxmlformats.org/drawingml/2006/main">
            <a:rect l="l" t="t" r="r" b="b"/>
            <a:pathLst>
              <a:path w="4314825" h="1457325">
                <a:moveTo>
                  <a:pt x="0" y="0"/>
                </a:moveTo>
                <a:lnTo>
                  <a:pt x="4314824" y="0"/>
                </a:lnTo>
                <a:lnTo>
                  <a:pt x="4314824" y="1457325"/>
                </a:lnTo>
                <a:lnTo>
                  <a:pt x="0" y="1457325"/>
                </a:lnTo>
                <a:lnTo>
                  <a:pt x="0" y="0"/>
                </a:lnTo>
                <a:close/>
              </a:path>
            </a:pathLst>
          </a:custGeom>
          <a:blipFill xmlns:a="http://schemas.openxmlformats.org/drawingml/2006/main">
            <a:blip xmlns:r="http://schemas.openxmlformats.org/officeDocument/2006/relationships" r:embed="R4c30f04985ce43a4">
              <a:extLst>
                <a:ext uri="{96DAC541-7B7A-43D3-8B79-37D633B846F1}">
                  <asvg:svgBlip xmlns:asvg="http://schemas.microsoft.com/office/drawing/2016/SVG/main" r:embed="Rd31702627e834c3b"/>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88" name="Freeform 88">
            <a:extLst xmlns:a="http://schemas.openxmlformats.org/drawingml/2006/main">
              <a:ext uri="{FF2B5EF4-FFF2-40B4-BE49-F238E27FC236}">
                <a16:creationId xmlns:a16="http://schemas.microsoft.com/office/drawing/2014/main" id="{46AC6830-149B-4574-8A93-3721F5812E18}"/>
              </a:ext>
            </a:extLst>
          </p:cNvPr>
          <p:cNvSpPr>
            <a:spLocks xmlns:a="http://schemas.openxmlformats.org/drawingml/2006/main" noGrp="1"/>
          </p:cNvSpPr>
          <p:nvPr/>
        </p:nvSpPr>
        <p:spPr>
          <a:xfrm xmlns:a="http://schemas.openxmlformats.org/drawingml/2006/main">
            <a:off x="4071938" y="7043738"/>
            <a:ext cx="3857625" cy="914400"/>
          </a:xfrm>
          <a:custGeom xmlns:a="http://schemas.openxmlformats.org/drawingml/2006/main">
            <a:rect l="l" t="t" r="r" b="b"/>
            <a:pathLst>
              <a:path w="5143500" h="1219200">
                <a:moveTo>
                  <a:pt x="0" y="0"/>
                </a:moveTo>
                <a:lnTo>
                  <a:pt x="5143500" y="0"/>
                </a:lnTo>
                <a:lnTo>
                  <a:pt x="5143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32145" r="0" b="-32144"/>
            </a:stretch>
          </a:blipFill>
        </p:spPr>
        <p:txBody>
          <a:bodyPr xmlns:a="http://schemas.openxmlformats.org/drawingml/2006/main"/>
          <a:lstStyle xmlns:a="http://schemas.openxmlformats.org/drawingml/2006/main"/>
          <a:p xmlns:a="http://schemas.openxmlformats.org/drawingml/2006/main"/>
        </p:txBody>
      </p:sp>
      <p:sp>
        <p:nvSpPr>
          <p:cNvPr id="90" name="Freeform 90">
            <a:extLst xmlns:a="http://schemas.openxmlformats.org/drawingml/2006/main">
              <a:ext uri="{FF2B5EF4-FFF2-40B4-BE49-F238E27FC236}">
                <a16:creationId xmlns:a16="http://schemas.microsoft.com/office/drawing/2014/main" id="{F4F3A2C7-2B98-40B4-879B-0F4A14CC308B}"/>
              </a:ext>
            </a:extLst>
          </p:cNvPr>
          <p:cNvSpPr>
            <a:spLocks xmlns:a="http://schemas.openxmlformats.org/drawingml/2006/main" noGrp="1"/>
          </p:cNvSpPr>
          <p:nvPr/>
        </p:nvSpPr>
        <p:spPr>
          <a:xfrm xmlns:a="http://schemas.openxmlformats.org/drawingml/2006/main">
            <a:off x="4071938" y="7015162"/>
            <a:ext cx="3857625" cy="942975"/>
          </a:xfrm>
          <a:custGeom xmlns:a="http://schemas.openxmlformats.org/drawingml/2006/main">
            <a:rect l="l" t="t" r="r" b="b"/>
            <a:pathLst>
              <a:path w="5143500" h="1257300">
                <a:moveTo>
                  <a:pt x="0" y="0"/>
                </a:moveTo>
                <a:lnTo>
                  <a:pt x="5143500" y="0"/>
                </a:lnTo>
                <a:lnTo>
                  <a:pt x="5143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29711" r="0" b="-29711"/>
            </a:stretch>
          </a:blipFill>
        </p:spPr>
        <p:txBody>
          <a:bodyPr xmlns:a="http://schemas.openxmlformats.org/drawingml/2006/main"/>
          <a:lstStyle xmlns:a="http://schemas.openxmlformats.org/drawingml/2006/main"/>
          <a:p xmlns:a="http://schemas.openxmlformats.org/drawingml/2006/main"/>
        </p:txBody>
      </p:sp>
      <p:sp>
        <p:nvSpPr>
          <p:cNvPr id="91" name="TextBox 91">
            <a:extLst xmlns:a="http://schemas.openxmlformats.org/drawingml/2006/main">
              <a:ext uri="{FF2B5EF4-FFF2-40B4-BE49-F238E27FC236}">
                <a16:creationId xmlns:a16="http://schemas.microsoft.com/office/drawing/2014/main" id="{23B6EAD5-59B7-44C9-9731-1EC0B1110138}"/>
              </a:ext>
            </a:extLst>
          </p:cNvPr>
          <p:cNvSpPr>
            <a:spLocks xmlns:a="http://schemas.openxmlformats.org/drawingml/2006/main" noGrp="1"/>
          </p:cNvSpPr>
          <p:nvPr/>
        </p:nvSpPr>
        <p:spPr>
          <a:xfrm xmlns:a="http://schemas.openxmlformats.org/drawingml/2006/main">
            <a:off x="4071938" y="6986587"/>
            <a:ext cx="385762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프로토타입 단계</a:t>
            </a:r>
          </a:p>
        </p:txBody>
      </p:sp>
      <p:sp>
        <p:nvSpPr>
          <p:cNvPr id="92" name="Freeform 92">
            <a:extLst xmlns:a="http://schemas.openxmlformats.org/drawingml/2006/main">
              <a:ext uri="{FF2B5EF4-FFF2-40B4-BE49-F238E27FC236}">
                <a16:creationId xmlns:a16="http://schemas.microsoft.com/office/drawing/2014/main" id="{0E344D65-E29C-44D0-A50B-76EF120E6B95}"/>
              </a:ext>
            </a:extLst>
          </p:cNvPr>
          <p:cNvSpPr>
            <a:spLocks xmlns:a="http://schemas.openxmlformats.org/drawingml/2006/main" noGrp="1"/>
          </p:cNvSpPr>
          <p:nvPr/>
        </p:nvSpPr>
        <p:spPr>
          <a:xfrm xmlns:a="http://schemas.openxmlformats.org/drawingml/2006/main">
            <a:off x="8272462" y="6772275"/>
            <a:ext cx="5172075" cy="1457325"/>
          </a:xfrm>
          <a:custGeom xmlns:a="http://schemas.openxmlformats.org/drawingml/2006/main">
            <a:rect l="l" t="t" r="r" b="b"/>
            <a:pathLst>
              <a:path w="5172075" h="1457325">
                <a:moveTo>
                  <a:pt x="0" y="0"/>
                </a:moveTo>
                <a:lnTo>
                  <a:pt x="5172076" y="0"/>
                </a:lnTo>
                <a:lnTo>
                  <a:pt x="5172076" y="1457325"/>
                </a:lnTo>
                <a:lnTo>
                  <a:pt x="0" y="1457325"/>
                </a:lnTo>
                <a:lnTo>
                  <a:pt x="0" y="0"/>
                </a:lnTo>
                <a:close/>
              </a:path>
            </a:pathLst>
          </a:custGeom>
          <a:blipFill xmlns:a="http://schemas.openxmlformats.org/drawingml/2006/main">
            <a:blip xmlns:r="http://schemas.openxmlformats.org/officeDocument/2006/relationships" r:embed="R6f5599eac1f24791">
              <a:extLst>
                <a:ext uri="{96DAC541-7B7A-43D3-8B79-37D633B846F1}">
                  <asvg:svgBlip xmlns:asvg="http://schemas.microsoft.com/office/drawing/2016/SVG/main" r:embed="R9a8b38117d374b5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94" name="Freeform 94">
            <a:extLst xmlns:a="http://schemas.openxmlformats.org/drawingml/2006/main">
              <a:ext uri="{FF2B5EF4-FFF2-40B4-BE49-F238E27FC236}">
                <a16:creationId xmlns:a16="http://schemas.microsoft.com/office/drawing/2014/main" id="{FEA02F2C-5D40-40F9-8F7D-5450EA6BA5D8}"/>
              </a:ext>
            </a:extLst>
          </p:cNvPr>
          <p:cNvSpPr>
            <a:spLocks xmlns:a="http://schemas.openxmlformats.org/drawingml/2006/main" noGrp="1"/>
          </p:cNvSpPr>
          <p:nvPr/>
        </p:nvSpPr>
        <p:spPr>
          <a:xfrm xmlns:a="http://schemas.openxmlformats.org/drawingml/2006/main">
            <a:off x="8501062" y="7043738"/>
            <a:ext cx="4714875" cy="914400"/>
          </a:xfrm>
          <a:custGeom xmlns:a="http://schemas.openxmlformats.org/drawingml/2006/main">
            <a:rect l="l" t="t" r="r" b="b"/>
            <a:pathLst>
              <a:path w="6286500" h="1219200">
                <a:moveTo>
                  <a:pt x="0" y="0"/>
                </a:moveTo>
                <a:lnTo>
                  <a:pt x="6286500" y="0"/>
                </a:lnTo>
                <a:lnTo>
                  <a:pt x="62865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50399" r="0" b="-50399"/>
            </a:stretch>
          </a:blipFill>
        </p:spPr>
        <p:txBody>
          <a:bodyPr xmlns:a="http://schemas.openxmlformats.org/drawingml/2006/main"/>
          <a:lstStyle xmlns:a="http://schemas.openxmlformats.org/drawingml/2006/main"/>
          <a:p xmlns:a="http://schemas.openxmlformats.org/drawingml/2006/main"/>
        </p:txBody>
      </p:sp>
      <p:sp>
        <p:nvSpPr>
          <p:cNvPr id="96" name="Freeform 96">
            <a:extLst xmlns:a="http://schemas.openxmlformats.org/drawingml/2006/main">
              <a:ext uri="{FF2B5EF4-FFF2-40B4-BE49-F238E27FC236}">
                <a16:creationId xmlns:a16="http://schemas.microsoft.com/office/drawing/2014/main" id="{068DDCB6-9773-4596-83D5-1A600201D513}"/>
              </a:ext>
            </a:extLst>
          </p:cNvPr>
          <p:cNvSpPr>
            <a:spLocks xmlns:a="http://schemas.openxmlformats.org/drawingml/2006/main" noGrp="1"/>
          </p:cNvSpPr>
          <p:nvPr/>
        </p:nvSpPr>
        <p:spPr>
          <a:xfrm xmlns:a="http://schemas.openxmlformats.org/drawingml/2006/main">
            <a:off x="8501062" y="7015162"/>
            <a:ext cx="4714875" cy="942975"/>
          </a:xfrm>
          <a:custGeom xmlns:a="http://schemas.openxmlformats.org/drawingml/2006/main">
            <a:rect l="l" t="t" r="r" b="b"/>
            <a:pathLst>
              <a:path w="6286500" h="1257300">
                <a:moveTo>
                  <a:pt x="0" y="0"/>
                </a:moveTo>
                <a:lnTo>
                  <a:pt x="6286500" y="0"/>
                </a:lnTo>
                <a:lnTo>
                  <a:pt x="62865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47425" r="0" b="-47425"/>
            </a:stretch>
          </a:blipFill>
        </p:spPr>
        <p:txBody>
          <a:bodyPr xmlns:a="http://schemas.openxmlformats.org/drawingml/2006/main"/>
          <a:lstStyle xmlns:a="http://schemas.openxmlformats.org/drawingml/2006/main"/>
          <a:p xmlns:a="http://schemas.openxmlformats.org/drawingml/2006/main"/>
        </p:txBody>
      </p:sp>
      <p:sp>
        <p:nvSpPr>
          <p:cNvPr id="97" name="TextBox 97">
            <a:extLst xmlns:a="http://schemas.openxmlformats.org/drawingml/2006/main">
              <a:ext uri="{FF2B5EF4-FFF2-40B4-BE49-F238E27FC236}">
                <a16:creationId xmlns:a16="http://schemas.microsoft.com/office/drawing/2014/main" id="{E33D79AF-D76B-46F2-852B-5985D757632F}"/>
              </a:ext>
            </a:extLst>
          </p:cNvPr>
          <p:cNvSpPr>
            <a:spLocks xmlns:a="http://schemas.openxmlformats.org/drawingml/2006/main" noGrp="1"/>
          </p:cNvSpPr>
          <p:nvPr/>
        </p:nvSpPr>
        <p:spPr>
          <a:xfrm xmlns:a="http://schemas.openxmlformats.org/drawingml/2006/main">
            <a:off x="8501062" y="6986587"/>
            <a:ext cx="4714875"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제한·캐시·로그 적용</a:t>
            </a:r>
          </a:p>
        </p:txBody>
      </p:sp>
      <p:sp>
        <p:nvSpPr>
          <p:cNvPr id="98" name="Freeform 98">
            <a:extLst xmlns:a="http://schemas.openxmlformats.org/drawingml/2006/main">
              <a:ext uri="{FF2B5EF4-FFF2-40B4-BE49-F238E27FC236}">
                <a16:creationId xmlns:a16="http://schemas.microsoft.com/office/drawing/2014/main" id="{05DADD46-A3A2-45CA-823E-8B48DF76859D}"/>
              </a:ext>
            </a:extLst>
          </p:cNvPr>
          <p:cNvSpPr>
            <a:spLocks xmlns:a="http://schemas.openxmlformats.org/drawingml/2006/main" noGrp="1"/>
          </p:cNvSpPr>
          <p:nvPr/>
        </p:nvSpPr>
        <p:spPr>
          <a:xfrm xmlns:a="http://schemas.openxmlformats.org/drawingml/2006/main">
            <a:off x="13558838" y="6772275"/>
            <a:ext cx="3600450" cy="1457325"/>
          </a:xfrm>
          <a:custGeom xmlns:a="http://schemas.openxmlformats.org/drawingml/2006/main">
            <a:rect l="l" t="t" r="r" b="b"/>
            <a:pathLst>
              <a:path w="3600450" h="1457325">
                <a:moveTo>
                  <a:pt x="0" y="0"/>
                </a:moveTo>
                <a:lnTo>
                  <a:pt x="3600450" y="0"/>
                </a:lnTo>
                <a:lnTo>
                  <a:pt x="3600450" y="1457325"/>
                </a:lnTo>
                <a:lnTo>
                  <a:pt x="0" y="1457325"/>
                </a:lnTo>
                <a:lnTo>
                  <a:pt x="0" y="0"/>
                </a:lnTo>
                <a:close/>
              </a:path>
            </a:pathLst>
          </a:custGeom>
          <a:blipFill xmlns:a="http://schemas.openxmlformats.org/drawingml/2006/main">
            <a:blip xmlns:r="http://schemas.openxmlformats.org/officeDocument/2006/relationships" r:embed="Re9507173c9c14423">
              <a:extLst>
                <a:ext uri="{96DAC541-7B7A-43D3-8B79-37D633B846F1}">
                  <asvg:svgBlip xmlns:asvg="http://schemas.microsoft.com/office/drawing/2016/SVG/main" r:embed="Ra9e914a82f17407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00" name="Freeform 100">
            <a:extLst xmlns:a="http://schemas.openxmlformats.org/drawingml/2006/main">
              <a:ext uri="{FF2B5EF4-FFF2-40B4-BE49-F238E27FC236}">
                <a16:creationId xmlns:a16="http://schemas.microsoft.com/office/drawing/2014/main" id="{23AB25E5-FE40-48AA-BBC3-0CB757357BC7}"/>
              </a:ext>
            </a:extLst>
          </p:cNvPr>
          <p:cNvSpPr>
            <a:spLocks xmlns:a="http://schemas.openxmlformats.org/drawingml/2006/main" noGrp="1"/>
          </p:cNvSpPr>
          <p:nvPr/>
        </p:nvSpPr>
        <p:spPr>
          <a:xfrm xmlns:a="http://schemas.openxmlformats.org/drawingml/2006/main">
            <a:off x="13787438" y="7043738"/>
            <a:ext cx="3143250" cy="914400"/>
          </a:xfrm>
          <a:custGeom xmlns:a="http://schemas.openxmlformats.org/drawingml/2006/main">
            <a:rect l="l" t="t" r="r" b="b"/>
            <a:pathLst>
              <a:path w="4191000" h="1219200">
                <a:moveTo>
                  <a:pt x="0" y="0"/>
                </a:moveTo>
                <a:lnTo>
                  <a:pt x="4191000" y="0"/>
                </a:lnTo>
                <a:lnTo>
                  <a:pt x="4191000" y="1219200"/>
                </a:lnTo>
                <a:lnTo>
                  <a:pt x="0" y="1219200"/>
                </a:lnTo>
                <a:close/>
              </a:path>
            </a:pathLst>
          </a:custGeom>
          <a:blipFill xmlns:a="http://schemas.openxmlformats.org/drawingml/2006/main">
            <a:blip xmlns:r="http://schemas.openxmlformats.org/officeDocument/2006/relationships" r:embed="R0a04cb401b904d8e">
              <a:alphaModFix amt="0"/>
            </a:blip>
            <a:stretch>
              <a:fillRect l="0" t="-16933" r="0" b="-16933"/>
            </a:stretch>
          </a:blipFill>
        </p:spPr>
        <p:txBody>
          <a:bodyPr xmlns:a="http://schemas.openxmlformats.org/drawingml/2006/main"/>
          <a:lstStyle xmlns:a="http://schemas.openxmlformats.org/drawingml/2006/main"/>
          <a:p xmlns:a="http://schemas.openxmlformats.org/drawingml/2006/main"/>
        </p:txBody>
      </p:sp>
      <p:sp>
        <p:nvSpPr>
          <p:cNvPr id="102" name="Freeform 102">
            <a:extLst xmlns:a="http://schemas.openxmlformats.org/drawingml/2006/main">
              <a:ext uri="{FF2B5EF4-FFF2-40B4-BE49-F238E27FC236}">
                <a16:creationId xmlns:a16="http://schemas.microsoft.com/office/drawing/2014/main" id="{1CD99422-3596-4A75-BD0B-AE46B4AF4500}"/>
              </a:ext>
            </a:extLst>
          </p:cNvPr>
          <p:cNvSpPr>
            <a:spLocks xmlns:a="http://schemas.openxmlformats.org/drawingml/2006/main" noGrp="1"/>
          </p:cNvSpPr>
          <p:nvPr/>
        </p:nvSpPr>
        <p:spPr>
          <a:xfrm xmlns:a="http://schemas.openxmlformats.org/drawingml/2006/main">
            <a:off x="13787438" y="7015162"/>
            <a:ext cx="3143250" cy="942975"/>
          </a:xfrm>
          <a:custGeom xmlns:a="http://schemas.openxmlformats.org/drawingml/2006/main">
            <a:rect l="l" t="t" r="r" b="b"/>
            <a:pathLst>
              <a:path w="4191000" h="1257300">
                <a:moveTo>
                  <a:pt x="0" y="0"/>
                </a:moveTo>
                <a:lnTo>
                  <a:pt x="4191000" y="0"/>
                </a:lnTo>
                <a:lnTo>
                  <a:pt x="4191000" y="1257300"/>
                </a:lnTo>
                <a:lnTo>
                  <a:pt x="0" y="1257300"/>
                </a:lnTo>
                <a:close/>
              </a:path>
            </a:pathLst>
          </a:custGeom>
          <a:blipFill xmlns:a="http://schemas.openxmlformats.org/drawingml/2006/main">
            <a:blip xmlns:r="http://schemas.openxmlformats.org/officeDocument/2006/relationships" r:embed="R26f07cc5e30648bc">
              <a:alphaModFix amt="0"/>
            </a:blip>
            <a:stretch>
              <a:fillRect l="0" t="-14950" r="0" b="-14950"/>
            </a:stretch>
          </a:blipFill>
        </p:spPr>
        <p:txBody>
          <a:bodyPr xmlns:a="http://schemas.openxmlformats.org/drawingml/2006/main"/>
          <a:lstStyle xmlns:a="http://schemas.openxmlformats.org/drawingml/2006/main"/>
          <a:p xmlns:a="http://schemas.openxmlformats.org/drawingml/2006/main"/>
        </p:txBody>
      </p:sp>
      <p:sp>
        <p:nvSpPr>
          <p:cNvPr id="103" name="TextBox 103">
            <a:extLst xmlns:a="http://schemas.openxmlformats.org/drawingml/2006/main">
              <a:ext uri="{FF2B5EF4-FFF2-40B4-BE49-F238E27FC236}">
                <a16:creationId xmlns:a16="http://schemas.microsoft.com/office/drawing/2014/main" id="{FB58527C-2AC3-4E0C-BE87-BC1144D6A484}"/>
              </a:ext>
            </a:extLst>
          </p:cNvPr>
          <p:cNvSpPr>
            <a:spLocks xmlns:a="http://schemas.openxmlformats.org/drawingml/2006/main" noGrp="1"/>
          </p:cNvSpPr>
          <p:nvPr/>
        </p:nvSpPr>
        <p:spPr>
          <a:xfrm xmlns:a="http://schemas.openxmlformats.org/drawingml/2006/main">
            <a:off x="13787438" y="6986587"/>
            <a:ext cx="3143250" cy="971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160"/>
              </a:lnSpc>
              <a:buNone/>
            </a:pPr>
            <a:r>
              <a:rPr sz="1800">
                <a:solidFill>
                  <a:srgbClr val="9299A3"/>
                </a:solidFill>
                <a:latin typeface="Calibri (MS)"/>
                <a:ea typeface="Calibri (MS)"/>
                <a:cs typeface="Calibri (MS)"/>
              </a:rPr>
              <a:t>운영 가능한 데모</a:t>
            </a:r>
          </a:p>
        </p:txBody>
      </p:sp>
      <p:sp>
        <p:nvSpPr>
          <p:cNvPr id="104" name="Freeform 104">
            <a:extLst xmlns:a="http://schemas.openxmlformats.org/drawingml/2006/main">
              <a:ext uri="{FF2B5EF4-FFF2-40B4-BE49-F238E27FC236}">
                <a16:creationId xmlns:a16="http://schemas.microsoft.com/office/drawing/2014/main" id="{60C83ECC-3D2C-4295-9B5B-20EF253153F0}"/>
              </a:ext>
            </a:extLst>
          </p:cNvPr>
          <p:cNvSpPr>
            <a:spLocks xmlns:a="http://schemas.openxmlformats.org/drawingml/2006/main" noGrp="1"/>
          </p:cNvSpPr>
          <p:nvPr/>
        </p:nvSpPr>
        <p:spPr>
          <a:xfrm xmlns:a="http://schemas.openxmlformats.org/drawingml/2006/main">
            <a:off x="557212" y="8915400"/>
            <a:ext cx="16602075" cy="528638"/>
          </a:xfrm>
          <a:custGeom xmlns:a="http://schemas.openxmlformats.org/drawingml/2006/main">
            <a:rect l="l" t="t" r="r" b="b"/>
            <a:pathLst>
              <a:path w="16602075" h="528638">
                <a:moveTo>
                  <a:pt x="0" y="0"/>
                </a:moveTo>
                <a:lnTo>
                  <a:pt x="16602076" y="0"/>
                </a:lnTo>
                <a:lnTo>
                  <a:pt x="16602076" y="528638"/>
                </a:lnTo>
                <a:lnTo>
                  <a:pt x="0" y="528638"/>
                </a:lnTo>
                <a:lnTo>
                  <a:pt x="0" y="0"/>
                </a:lnTo>
                <a:close/>
              </a:path>
            </a:pathLst>
          </a:custGeom>
          <a:blipFill xmlns:a="http://schemas.openxmlformats.org/drawingml/2006/main">
            <a:blip xmlns:r="http://schemas.openxmlformats.org/officeDocument/2006/relationships" r:embed="R3695dbc9ff2c42cf">
              <a:extLst>
                <a:ext uri="{96DAC541-7B7A-43D3-8B79-37D633B846F1}">
                  <asvg:svgBlip xmlns:asvg="http://schemas.microsoft.com/office/drawing/2016/SVG/main" r:embed="Rf0a124a852ec4c2b"/>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106" name="Freeform 106">
            <a:extLst xmlns:a="http://schemas.openxmlformats.org/drawingml/2006/main">
              <a:ext uri="{FF2B5EF4-FFF2-40B4-BE49-F238E27FC236}">
                <a16:creationId xmlns:a16="http://schemas.microsoft.com/office/drawing/2014/main" id="{A1A1681A-96E1-4994-A0A3-CD6BB9A5019A}"/>
              </a:ext>
            </a:extLst>
          </p:cNvPr>
          <p:cNvSpPr>
            <a:spLocks xmlns:a="http://schemas.openxmlformats.org/drawingml/2006/main" noGrp="1"/>
          </p:cNvSpPr>
          <p:nvPr/>
        </p:nvSpPr>
        <p:spPr>
          <a:xfrm xmlns:a="http://schemas.openxmlformats.org/drawingml/2006/main">
            <a:off x="828675" y="9015412"/>
            <a:ext cx="16059150" cy="328612"/>
          </a:xfrm>
          <a:custGeom xmlns:a="http://schemas.openxmlformats.org/drawingml/2006/main">
            <a:rect l="l" t="t" r="r" b="b"/>
            <a:pathLst>
              <a:path w="21412200" h="438150">
                <a:moveTo>
                  <a:pt x="0" y="0"/>
                </a:moveTo>
                <a:lnTo>
                  <a:pt x="21412200" y="0"/>
                </a:lnTo>
                <a:lnTo>
                  <a:pt x="21412200" y="438150"/>
                </a:lnTo>
                <a:lnTo>
                  <a:pt x="0" y="438150"/>
                </a:lnTo>
                <a:close/>
              </a:path>
            </a:pathLst>
          </a:custGeom>
          <a:blipFill xmlns:a="http://schemas.openxmlformats.org/drawingml/2006/main">
            <a:blip xmlns:r="http://schemas.openxmlformats.org/officeDocument/2006/relationships" r:embed="R0a04cb401b904d8e">
              <a:alphaModFix amt="0"/>
            </a:blip>
            <a:stretch>
              <a:fillRect l="0" t="-901562" r="0" b="-901565"/>
            </a:stretch>
          </a:blipFill>
        </p:spPr>
        <p:txBody>
          <a:bodyPr xmlns:a="http://schemas.openxmlformats.org/drawingml/2006/main"/>
          <a:lstStyle xmlns:a="http://schemas.openxmlformats.org/drawingml/2006/main"/>
          <a:p xmlns:a="http://schemas.openxmlformats.org/drawingml/2006/main"/>
        </p:txBody>
      </p:sp>
      <p:sp>
        <p:nvSpPr>
          <p:cNvPr id="108" name="Freeform 108">
            <a:extLst xmlns:a="http://schemas.openxmlformats.org/drawingml/2006/main">
              <a:ext uri="{FF2B5EF4-FFF2-40B4-BE49-F238E27FC236}">
                <a16:creationId xmlns:a16="http://schemas.microsoft.com/office/drawing/2014/main" id="{98CDC69B-AF7A-4857-B040-860A2C2FF46F}"/>
              </a:ext>
            </a:extLst>
          </p:cNvPr>
          <p:cNvSpPr>
            <a:spLocks xmlns:a="http://schemas.openxmlformats.org/drawingml/2006/main" noGrp="1"/>
          </p:cNvSpPr>
          <p:nvPr/>
        </p:nvSpPr>
        <p:spPr>
          <a:xfrm xmlns:a="http://schemas.openxmlformats.org/drawingml/2006/main">
            <a:off x="828675" y="8986838"/>
            <a:ext cx="16059150" cy="357186"/>
          </a:xfrm>
          <a:custGeom xmlns:a="http://schemas.openxmlformats.org/drawingml/2006/main">
            <a:rect l="l" t="t" r="r" b="b"/>
            <a:pathLst>
              <a:path w="21412200" h="476248">
                <a:moveTo>
                  <a:pt x="0" y="0"/>
                </a:moveTo>
                <a:lnTo>
                  <a:pt x="21412200" y="0"/>
                </a:lnTo>
                <a:lnTo>
                  <a:pt x="21412200" y="476248"/>
                </a:lnTo>
                <a:lnTo>
                  <a:pt x="0" y="476248"/>
                </a:lnTo>
                <a:close/>
              </a:path>
            </a:pathLst>
          </a:custGeom>
          <a:blipFill xmlns:a="http://schemas.openxmlformats.org/drawingml/2006/main">
            <a:blip xmlns:r="http://schemas.openxmlformats.org/officeDocument/2006/relationships" r:embed="R26f07cc5e30648bc">
              <a:alphaModFix amt="0"/>
            </a:blip>
            <a:stretch>
              <a:fillRect l="0" t="-826050" r="0" b="-826051"/>
            </a:stretch>
          </a:blipFill>
        </p:spPr>
        <p:txBody>
          <a:bodyPr xmlns:a="http://schemas.openxmlformats.org/drawingml/2006/main"/>
          <a:lstStyle xmlns:a="http://schemas.openxmlformats.org/drawingml/2006/main"/>
          <a:p xmlns:a="http://schemas.openxmlformats.org/drawingml/2006/main"/>
        </p:txBody>
      </p:sp>
      <p:sp>
        <p:nvSpPr>
          <p:cNvPr id="109" name="TextBox 109">
            <a:extLst xmlns:a="http://schemas.openxmlformats.org/drawingml/2006/main">
              <a:ext uri="{FF2B5EF4-FFF2-40B4-BE49-F238E27FC236}">
                <a16:creationId xmlns:a16="http://schemas.microsoft.com/office/drawing/2014/main" id="{6493E615-EA95-4DE4-8916-794878CCC113}"/>
              </a:ext>
            </a:extLst>
          </p:cNvPr>
          <p:cNvSpPr>
            <a:spLocks xmlns:a="http://schemas.openxmlformats.org/drawingml/2006/main" noGrp="1"/>
          </p:cNvSpPr>
          <p:nvPr/>
        </p:nvSpPr>
        <p:spPr>
          <a:xfrm xmlns:a="http://schemas.openxmlformats.org/drawingml/2006/main">
            <a:off x="828675" y="8958263"/>
            <a:ext cx="16059150" cy="38576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025"/>
              </a:lnSpc>
              <a:buNone/>
            </a:pPr>
            <a:r>
              <a:rPr sz="1686" b="1">
                <a:solidFill>
                  <a:srgbClr val="2E63B7"/>
                </a:solidFill>
                <a:latin typeface="Calibri (MS) Bold"/>
                <a:ea typeface="Calibri (MS) Bold"/>
                <a:cs typeface="Calibri (MS) Bold"/>
              </a:rPr>
              <a:t>우선순위  |  검색 비교 → 민원 E2E → 운영 보호장치</a:t>
            </a:r>
          </a:p>
        </p:txBody>
      </p:sp>
    </p:spTree>
    <p:extLst>
      <p:ext uri="{BB962C8B-B14F-4D97-AF65-F5344CB8AC3E}">
        <p14:creationId xmlns:p14="http://schemas.microsoft.com/office/powerpoint/2010/main" val="844138782"/>
      </p:ext>
    </p:extLst>
  </p:cSld>
</p:sld>
</file>

<file path=ppt/slides/slide29.xml><?xml version="1.0" encoding="utf-8"?>
<p:sld xmlns:p="http://schemas.openxmlformats.org/presentationml/2006/main">
  <p:cSld>
    <p:bg>
      <p:bgPr>
        <a:gradFill xmlns:a="http://schemas.openxmlformats.org/drawingml/2006/main" rotWithShape="1">
          <a:gsLst>
            <a:gs pos="0">
              <a:srgbClr val="3D70C6">
                <a:alpha val="100000"/>
              </a:srgbClr>
            </a:gs>
            <a:gs pos="100000">
              <a:srgbClr val="17448F">
                <a:alpha val="100000"/>
              </a:srgbClr>
            </a:gs>
          </a:gsLst>
          <a:lin ang="8100000"/>
        </a:gra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A43D9A9-67EC-4A70-9427-A318D1F22468}"/>
              </a:ext>
            </a:extLst>
          </p:cNvPr>
          <p:cNvSpPr>
            <a:spLocks xmlns:a="http://schemas.openxmlformats.org/drawingml/2006/main" noGrp="1"/>
          </p:cNvSpPr>
          <p:nvPr/>
        </p:nvSpPr>
        <p:spPr>
          <a:xfrm xmlns:a="http://schemas.openxmlformats.org/drawingml/2006/main">
            <a:off x="2714625" y="2143125"/>
            <a:ext cx="12858750" cy="857250"/>
          </a:xfrm>
          <a:custGeom xmlns:a="http://schemas.openxmlformats.org/drawingml/2006/main">
            <a:rect l="l" t="t" r="r" b="b"/>
            <a:pathLst>
              <a:path w="17145000" h="1143000">
                <a:moveTo>
                  <a:pt x="0" y="0"/>
                </a:moveTo>
                <a:lnTo>
                  <a:pt x="17145000" y="0"/>
                </a:lnTo>
                <a:lnTo>
                  <a:pt x="17145000" y="1143000"/>
                </a:lnTo>
                <a:lnTo>
                  <a:pt x="0" y="1143000"/>
                </a:lnTo>
                <a:close/>
              </a:path>
            </a:pathLst>
          </a:custGeom>
          <a:blipFill xmlns:a="http://schemas.openxmlformats.org/drawingml/2006/main">
            <a:blip xmlns:r="http://schemas.openxmlformats.org/officeDocument/2006/relationships" r:embed="R18780510107c4573">
              <a:alphaModFix amt="0"/>
            </a:blip>
            <a:stretch>
              <a:fillRect l="0" t="-242072" r="0" b="-242072"/>
            </a:stretch>
          </a:blipFill>
        </p:spPr>
        <p:txBody>
          <a:bodyPr xmlns:a="http://schemas.openxmlformats.org/drawingml/2006/main"/>
          <a:lstStyle xmlns:a="http://schemas.openxmlformats.org/drawingml/2006/main"/>
          <a:p xmlns:a="http://schemas.openxmlformats.org/drawingml/2006/main"/>
        </p:txBody>
      </p:sp>
      <p:sp>
        <p:nvSpPr>
          <p:cNvPr id="5" name="Freeform 5">
            <a:extLst xmlns:a="http://schemas.openxmlformats.org/drawingml/2006/main">
              <a:ext uri="{FF2B5EF4-FFF2-40B4-BE49-F238E27FC236}">
                <a16:creationId xmlns:a16="http://schemas.microsoft.com/office/drawing/2014/main" id="{C3CA7EF0-A09E-4DA6-8DBE-701C708561A3}"/>
              </a:ext>
            </a:extLst>
          </p:cNvPr>
          <p:cNvSpPr>
            <a:spLocks xmlns:a="http://schemas.openxmlformats.org/drawingml/2006/main" noGrp="1"/>
          </p:cNvSpPr>
          <p:nvPr/>
        </p:nvSpPr>
        <p:spPr>
          <a:xfrm xmlns:a="http://schemas.openxmlformats.org/drawingml/2006/main">
            <a:off x="2714625" y="2064544"/>
            <a:ext cx="12858750" cy="935831"/>
          </a:xfrm>
          <a:custGeom xmlns:a="http://schemas.openxmlformats.org/drawingml/2006/main">
            <a:rect l="l" t="t" r="r" b="b"/>
            <a:pathLst>
              <a:path w="17145000" h="1247775">
                <a:moveTo>
                  <a:pt x="0" y="0"/>
                </a:moveTo>
                <a:lnTo>
                  <a:pt x="17145000" y="0"/>
                </a:lnTo>
                <a:lnTo>
                  <a:pt x="17145000" y="1247775"/>
                </a:lnTo>
                <a:lnTo>
                  <a:pt x="0" y="1247775"/>
                </a:lnTo>
                <a:close/>
              </a:path>
            </a:pathLst>
          </a:custGeom>
          <a:blipFill xmlns:a="http://schemas.openxmlformats.org/drawingml/2006/main">
            <a:blip xmlns:r="http://schemas.openxmlformats.org/officeDocument/2006/relationships" r:embed="R8d90d00dbba143d2">
              <a:alphaModFix amt="0"/>
            </a:blip>
            <a:stretch>
              <a:fillRect l="0" t="-217733" r="0" b="-217733"/>
            </a:stretch>
          </a:blipFill>
        </p:spPr>
        <p:txBody>
          <a:bodyPr xmlns:a="http://schemas.openxmlformats.org/drawingml/2006/main"/>
          <a:lstStyle xmlns:a="http://schemas.openxmlformats.org/drawingml/2006/main"/>
          <a:p xmlns:a="http://schemas.openxmlformats.org/drawingml/2006/main"/>
        </p:txBody>
      </p:sp>
      <p:sp>
        <p:nvSpPr>
          <p:cNvPr id="6" name="TextBox 6">
            <a:extLst xmlns:a="http://schemas.openxmlformats.org/drawingml/2006/main">
              <a:ext uri="{FF2B5EF4-FFF2-40B4-BE49-F238E27FC236}">
                <a16:creationId xmlns:a16="http://schemas.microsoft.com/office/drawing/2014/main" id="{5C039509-940E-48F3-A37D-3D223E2AD22E}"/>
              </a:ext>
            </a:extLst>
          </p:cNvPr>
          <p:cNvSpPr>
            <a:spLocks xmlns:a="http://schemas.openxmlformats.org/drawingml/2006/main" noGrp="1"/>
          </p:cNvSpPr>
          <p:nvPr/>
        </p:nvSpPr>
        <p:spPr>
          <a:xfrm xmlns:a="http://schemas.openxmlformats.org/drawingml/2006/main">
            <a:off x="2714625" y="1993107"/>
            <a:ext cx="12858750" cy="1007268"/>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805"/>
              </a:lnSpc>
              <a:buNone/>
            </a:pPr>
            <a:r>
              <a:rPr sz="4837">
                <a:solidFill>
                  <a:srgbClr val="FFFFFF"/>
                </a:solidFill>
                <a:latin typeface="Calibri (MS)"/>
                <a:ea typeface="Calibri (MS)"/>
                <a:cs typeface="Calibri (MS)"/>
              </a:rPr>
              <a:t>KDIC AI 챗봇 Prototype V1</a:t>
            </a:r>
          </a:p>
        </p:txBody>
      </p:sp>
      <p:sp>
        <p:nvSpPr>
          <p:cNvPr id="8" name="Freeform 8">
            <a:extLst xmlns:a="http://schemas.openxmlformats.org/drawingml/2006/main">
              <a:ext uri="{FF2B5EF4-FFF2-40B4-BE49-F238E27FC236}">
                <a16:creationId xmlns:a16="http://schemas.microsoft.com/office/drawing/2014/main" id="{77993534-A3BF-4818-8928-A73A81DB91F4}"/>
              </a:ext>
            </a:extLst>
          </p:cNvPr>
          <p:cNvSpPr>
            <a:spLocks xmlns:a="http://schemas.openxmlformats.org/drawingml/2006/main" noGrp="1"/>
          </p:cNvSpPr>
          <p:nvPr/>
        </p:nvSpPr>
        <p:spPr>
          <a:xfrm xmlns:a="http://schemas.openxmlformats.org/drawingml/2006/main">
            <a:off x="3643312" y="3500438"/>
            <a:ext cx="11001375" cy="1685925"/>
          </a:xfrm>
          <a:custGeom xmlns:a="http://schemas.openxmlformats.org/drawingml/2006/main">
            <a:rect l="l" t="t" r="r" b="b"/>
            <a:pathLst>
              <a:path w="14668500" h="2247900">
                <a:moveTo>
                  <a:pt x="0" y="228600"/>
                </a:moveTo>
                <a:cubicBezTo>
                  <a:pt x="0" y="102362"/>
                  <a:pt x="102362" y="0"/>
                  <a:pt x="228600" y="0"/>
                </a:cubicBezTo>
                <a:lnTo>
                  <a:pt x="14439900" y="0"/>
                </a:lnTo>
                <a:cubicBezTo>
                  <a:pt x="14566137" y="0"/>
                  <a:pt x="14668500" y="102362"/>
                  <a:pt x="14668500" y="228600"/>
                </a:cubicBezTo>
                <a:lnTo>
                  <a:pt x="14668500" y="2019300"/>
                </a:lnTo>
                <a:cubicBezTo>
                  <a:pt x="14668500" y="2145538"/>
                  <a:pt x="14566137" y="2247900"/>
                  <a:pt x="14439900" y="2247900"/>
                </a:cubicBezTo>
                <a:lnTo>
                  <a:pt x="228600" y="2247900"/>
                </a:lnTo>
                <a:cubicBezTo>
                  <a:pt x="102362" y="2247900"/>
                  <a:pt x="0" y="2145538"/>
                  <a:pt x="0" y="2019300"/>
                </a:cubicBezTo>
                <a:close/>
              </a:path>
            </a:pathLst>
          </a:cu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10" name="Freeform 10">
            <a:extLst xmlns:a="http://schemas.openxmlformats.org/drawingml/2006/main">
              <a:ext uri="{FF2B5EF4-FFF2-40B4-BE49-F238E27FC236}">
                <a16:creationId xmlns:a16="http://schemas.microsoft.com/office/drawing/2014/main" id="{2BE321C1-A1C1-455F-8B4A-2B8399D0EF37}"/>
              </a:ext>
            </a:extLst>
          </p:cNvPr>
          <p:cNvSpPr>
            <a:spLocks xmlns:a="http://schemas.openxmlformats.org/drawingml/2006/main" noGrp="1"/>
          </p:cNvSpPr>
          <p:nvPr/>
        </p:nvSpPr>
        <p:spPr>
          <a:xfrm xmlns:a="http://schemas.openxmlformats.org/drawingml/2006/main">
            <a:off x="4071938" y="3714750"/>
            <a:ext cx="10144125" cy="1257300"/>
          </a:xfrm>
          <a:custGeom xmlns:a="http://schemas.openxmlformats.org/drawingml/2006/main">
            <a:rect l="l" t="t" r="r" b="b"/>
            <a:pathLst>
              <a:path w="13525500" h="1676400">
                <a:moveTo>
                  <a:pt x="0" y="0"/>
                </a:moveTo>
                <a:lnTo>
                  <a:pt x="13525500" y="0"/>
                </a:lnTo>
                <a:lnTo>
                  <a:pt x="13525500" y="1676400"/>
                </a:lnTo>
                <a:lnTo>
                  <a:pt x="0" y="1676400"/>
                </a:lnTo>
                <a:close/>
              </a:path>
            </a:pathLst>
          </a:custGeom>
          <a:blipFill xmlns:a="http://schemas.openxmlformats.org/drawingml/2006/main">
            <a:blip xmlns:r="http://schemas.openxmlformats.org/officeDocument/2006/relationships" r:embed="R18780510107c4573">
              <a:alphaModFix amt="0"/>
            </a:blip>
            <a:stretch>
              <a:fillRect l="0" t="-107099" r="0" b="-107100"/>
            </a:stretch>
          </a:blipFill>
        </p:spPr>
        <p:txBody>
          <a:bodyPr xmlns:a="http://schemas.openxmlformats.org/drawingml/2006/main"/>
          <a:lstStyle xmlns:a="http://schemas.openxmlformats.org/drawingml/2006/main"/>
          <a:p xmlns:a="http://schemas.openxmlformats.org/drawingml/2006/main"/>
        </p:txBody>
      </p:sp>
      <p:sp>
        <p:nvSpPr>
          <p:cNvPr id="12" name="Freeform 12">
            <a:extLst xmlns:a="http://schemas.openxmlformats.org/drawingml/2006/main">
              <a:ext uri="{FF2B5EF4-FFF2-40B4-BE49-F238E27FC236}">
                <a16:creationId xmlns:a16="http://schemas.microsoft.com/office/drawing/2014/main" id="{0C65EB0D-1DB0-44FD-9582-95213A703B0E}"/>
              </a:ext>
            </a:extLst>
          </p:cNvPr>
          <p:cNvSpPr>
            <a:spLocks xmlns:a="http://schemas.openxmlformats.org/drawingml/2006/main" noGrp="1"/>
          </p:cNvSpPr>
          <p:nvPr/>
        </p:nvSpPr>
        <p:spPr>
          <a:xfrm xmlns:a="http://schemas.openxmlformats.org/drawingml/2006/main">
            <a:off x="4071938" y="3643312"/>
            <a:ext cx="10144125" cy="1328737"/>
          </a:xfrm>
          <a:custGeom xmlns:a="http://schemas.openxmlformats.org/drawingml/2006/main">
            <a:rect l="l" t="t" r="r" b="b"/>
            <a:pathLst>
              <a:path w="13525500" h="1771649">
                <a:moveTo>
                  <a:pt x="0" y="0"/>
                </a:moveTo>
                <a:lnTo>
                  <a:pt x="13525500" y="0"/>
                </a:lnTo>
                <a:lnTo>
                  <a:pt x="13525500" y="1771649"/>
                </a:lnTo>
                <a:lnTo>
                  <a:pt x="0" y="1771649"/>
                </a:lnTo>
                <a:close/>
              </a:path>
            </a:pathLst>
          </a:custGeom>
          <a:blipFill xmlns:a="http://schemas.openxmlformats.org/drawingml/2006/main">
            <a:blip xmlns:r="http://schemas.openxmlformats.org/officeDocument/2006/relationships" r:embed="R8d90d00dbba143d2">
              <a:alphaModFix amt="0"/>
            </a:blip>
            <a:stretch>
              <a:fillRect l="0" t="-98756" r="0" b="-98756"/>
            </a:stretch>
          </a:blipFill>
        </p:spPr>
        <p:txBody>
          <a:bodyPr xmlns:a="http://schemas.openxmlformats.org/drawingml/2006/main"/>
          <a:lstStyle xmlns:a="http://schemas.openxmlformats.org/drawingml/2006/main"/>
          <a:p xmlns:a="http://schemas.openxmlformats.org/drawingml/2006/main"/>
        </p:txBody>
      </p:sp>
      <p:sp>
        <p:nvSpPr>
          <p:cNvPr id="13" name="TextBox 13">
            <a:extLst xmlns:a="http://schemas.openxmlformats.org/drawingml/2006/main">
              <a:ext uri="{FF2B5EF4-FFF2-40B4-BE49-F238E27FC236}">
                <a16:creationId xmlns:a16="http://schemas.microsoft.com/office/drawing/2014/main" id="{CE5D8D9F-B4F1-41C8-8BF6-E3674A0B5579}"/>
              </a:ext>
            </a:extLst>
          </p:cNvPr>
          <p:cNvSpPr>
            <a:spLocks xmlns:a="http://schemas.openxmlformats.org/drawingml/2006/main" noGrp="1"/>
          </p:cNvSpPr>
          <p:nvPr/>
        </p:nvSpPr>
        <p:spPr>
          <a:xfrm xmlns:a="http://schemas.openxmlformats.org/drawingml/2006/main">
            <a:off x="4071938" y="3571875"/>
            <a:ext cx="10144125" cy="14001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5670"/>
              </a:lnSpc>
              <a:buNone/>
            </a:pPr>
            <a:r>
              <a:rPr sz="4725">
                <a:solidFill>
                  <a:srgbClr val="2E63B7"/>
                </a:solidFill>
                <a:latin typeface="Calibri (MS)"/>
                <a:ea typeface="Calibri (MS)"/>
                <a:cs typeface="Calibri (MS)"/>
              </a:rPr>
              <a:t>공식 데이터를 근거 기반 답변 서비스로 전환했습니다.</a:t>
            </a:r>
          </a:p>
        </p:txBody>
      </p:sp>
      <p:sp>
        <p:nvSpPr>
          <p:cNvPr id="15" name="Freeform 15">
            <a:extLst xmlns:a="http://schemas.openxmlformats.org/drawingml/2006/main">
              <a:ext uri="{FF2B5EF4-FFF2-40B4-BE49-F238E27FC236}">
                <a16:creationId xmlns:a16="http://schemas.microsoft.com/office/drawing/2014/main" id="{64F16E85-EFF8-45C2-8176-AEC7A961DDD7}"/>
              </a:ext>
            </a:extLst>
          </p:cNvPr>
          <p:cNvSpPr>
            <a:spLocks xmlns:a="http://schemas.openxmlformats.org/drawingml/2006/main" noGrp="1"/>
          </p:cNvSpPr>
          <p:nvPr/>
        </p:nvSpPr>
        <p:spPr>
          <a:xfrm xmlns:a="http://schemas.openxmlformats.org/drawingml/2006/main">
            <a:off x="3857625" y="5786438"/>
            <a:ext cx="10572750" cy="571500"/>
          </a:xfrm>
          <a:custGeom xmlns:a="http://schemas.openxmlformats.org/drawingml/2006/main">
            <a:rect l="l" t="t" r="r" b="b"/>
            <a:pathLst>
              <a:path w="14097000" h="762000">
                <a:moveTo>
                  <a:pt x="0" y="0"/>
                </a:moveTo>
                <a:lnTo>
                  <a:pt x="14097000" y="0"/>
                </a:lnTo>
                <a:lnTo>
                  <a:pt x="14097000" y="762000"/>
                </a:lnTo>
                <a:lnTo>
                  <a:pt x="0" y="762000"/>
                </a:lnTo>
                <a:close/>
              </a:path>
            </a:pathLst>
          </a:custGeom>
          <a:blipFill xmlns:a="http://schemas.openxmlformats.org/drawingml/2006/main">
            <a:blip xmlns:r="http://schemas.openxmlformats.org/officeDocument/2006/relationships" r:embed="R18780510107c4573">
              <a:alphaModFix amt="0"/>
            </a:blip>
            <a:stretch>
              <a:fillRect l="0" t="-310223" r="0" b="-310221"/>
            </a:stretch>
          </a:blipFill>
        </p:spPr>
        <p:txBody>
          <a:bodyPr xmlns:a="http://schemas.openxmlformats.org/drawingml/2006/main"/>
          <a:lstStyle xmlns:a="http://schemas.openxmlformats.org/drawingml/2006/main"/>
          <a:p xmlns:a="http://schemas.openxmlformats.org/drawingml/2006/main"/>
        </p:txBody>
      </p:sp>
      <p:sp>
        <p:nvSpPr>
          <p:cNvPr id="17" name="Freeform 17">
            <a:extLst xmlns:a="http://schemas.openxmlformats.org/drawingml/2006/main">
              <a:ext uri="{FF2B5EF4-FFF2-40B4-BE49-F238E27FC236}">
                <a16:creationId xmlns:a16="http://schemas.microsoft.com/office/drawing/2014/main" id="{77207B4E-569A-4558-88CA-E012F38F93A1}"/>
              </a:ext>
            </a:extLst>
          </p:cNvPr>
          <p:cNvSpPr>
            <a:spLocks xmlns:a="http://schemas.openxmlformats.org/drawingml/2006/main" noGrp="1"/>
          </p:cNvSpPr>
          <p:nvPr/>
        </p:nvSpPr>
        <p:spPr>
          <a:xfrm xmlns:a="http://schemas.openxmlformats.org/drawingml/2006/main">
            <a:off x="3857625" y="5757862"/>
            <a:ext cx="10572750" cy="600075"/>
          </a:xfrm>
          <a:custGeom xmlns:a="http://schemas.openxmlformats.org/drawingml/2006/main">
            <a:rect l="l" t="t" r="r" b="b"/>
            <a:pathLst>
              <a:path w="14097000" h="800100">
                <a:moveTo>
                  <a:pt x="0" y="0"/>
                </a:moveTo>
                <a:lnTo>
                  <a:pt x="14097000" y="0"/>
                </a:lnTo>
                <a:lnTo>
                  <a:pt x="14097000" y="800100"/>
                </a:lnTo>
                <a:lnTo>
                  <a:pt x="0" y="800100"/>
                </a:lnTo>
                <a:close/>
              </a:path>
            </a:pathLst>
          </a:custGeom>
          <a:blipFill xmlns:a="http://schemas.openxmlformats.org/drawingml/2006/main">
            <a:blip xmlns:r="http://schemas.openxmlformats.org/officeDocument/2006/relationships" r:embed="R8d90d00dbba143d2">
              <a:alphaModFix amt="0"/>
            </a:blip>
            <a:stretch>
              <a:fillRect l="0" t="-293307" r="0" b="-293307"/>
            </a:stretch>
          </a:blipFill>
        </p:spPr>
        <p:txBody>
          <a:bodyPr xmlns:a="http://schemas.openxmlformats.org/drawingml/2006/main"/>
          <a:lstStyle xmlns:a="http://schemas.openxmlformats.org/drawingml/2006/main"/>
          <a:p xmlns:a="http://schemas.openxmlformats.org/drawingml/2006/main"/>
        </p:txBody>
      </p:sp>
      <p:sp>
        <p:nvSpPr>
          <p:cNvPr id="18" name="TextBox 18">
            <a:extLst xmlns:a="http://schemas.openxmlformats.org/drawingml/2006/main">
              <a:ext uri="{FF2B5EF4-FFF2-40B4-BE49-F238E27FC236}">
                <a16:creationId xmlns:a16="http://schemas.microsoft.com/office/drawing/2014/main" id="{44C2C9D6-179F-487E-B065-8693D4C1543C}"/>
              </a:ext>
            </a:extLst>
          </p:cNvPr>
          <p:cNvSpPr>
            <a:spLocks xmlns:a="http://schemas.openxmlformats.org/drawingml/2006/main" noGrp="1"/>
          </p:cNvSpPr>
          <p:nvPr/>
        </p:nvSpPr>
        <p:spPr>
          <a:xfrm xmlns:a="http://schemas.openxmlformats.org/drawingml/2006/main">
            <a:off x="3857625" y="5729287"/>
            <a:ext cx="1057275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294"/>
              </a:lnSpc>
              <a:buNone/>
            </a:pPr>
            <a:r>
              <a:rPr sz="1911">
                <a:solidFill>
                  <a:srgbClr val="FFFFFF"/>
                </a:solidFill>
                <a:latin typeface="Calibri (MS)"/>
                <a:ea typeface="Calibri (MS)"/>
                <a:cs typeface="Calibri (MS)"/>
              </a:rPr>
              <a:t>Q&amp;A  |  다음 실험: Hybrid 검색 · Reranking · 민원 E2E 평가</a:t>
            </a:r>
          </a:p>
        </p:txBody>
      </p:sp>
      <p:sp>
        <p:nvSpPr>
          <p:cNvPr id="20" name="Freeform 20">
            <a:extLst xmlns:a="http://schemas.openxmlformats.org/drawingml/2006/main">
              <a:ext uri="{FF2B5EF4-FFF2-40B4-BE49-F238E27FC236}">
                <a16:creationId xmlns:a16="http://schemas.microsoft.com/office/drawing/2014/main" id="{FF1E0B01-407C-40EB-BD0B-ED80B37FC2E5}"/>
              </a:ext>
            </a:extLst>
          </p:cNvPr>
          <p:cNvSpPr>
            <a:spLocks xmlns:a="http://schemas.openxmlformats.org/drawingml/2006/main" noGrp="1"/>
          </p:cNvSpPr>
          <p:nvPr/>
        </p:nvSpPr>
        <p:spPr>
          <a:xfrm xmlns:a="http://schemas.openxmlformats.org/drawingml/2006/main">
            <a:off x="500062" y="9144000"/>
            <a:ext cx="17287875" cy="14288"/>
          </a:xfrm>
          <a:custGeom xmlns:a="http://schemas.openxmlformats.org/drawingml/2006/main">
            <a:rect l="l" t="t" r="r" b="b"/>
            <a:pathLst>
              <a:path w="23050500" h="19050">
                <a:moveTo>
                  <a:pt x="0" y="0"/>
                </a:moveTo>
                <a:lnTo>
                  <a:pt x="23050500" y="0"/>
                </a:lnTo>
                <a:lnTo>
                  <a:pt x="23050500" y="19050"/>
                </a:lnTo>
                <a:lnTo>
                  <a:pt x="0" y="19050"/>
                </a:lnTo>
                <a:close/>
              </a:path>
            </a:pathLst>
          </a:custGeom>
          <a:solidFill xmlns:a="http://schemas.openxmlformats.org/drawingml/2006/main">
            <a:srgbClr val="8AA8D8"/>
          </a:solidFill>
        </p:spPr>
        <p:txBody>
          <a:bodyPr xmlns:a="http://schemas.openxmlformats.org/drawingml/2006/main"/>
          <a:lstStyle xmlns:a="http://schemas.openxmlformats.org/drawingml/2006/main"/>
          <a:p xmlns:a="http://schemas.openxmlformats.org/drawingml/2006/main"/>
        </p:txBody>
      </p:sp>
      <p:sp>
        <p:nvSpPr>
          <p:cNvPr id="22" name="Freeform 22">
            <a:extLst xmlns:a="http://schemas.openxmlformats.org/drawingml/2006/main">
              <a:ext uri="{FF2B5EF4-FFF2-40B4-BE49-F238E27FC236}">
                <a16:creationId xmlns:a16="http://schemas.microsoft.com/office/drawing/2014/main" id="{8097F101-F355-4C22-810A-0142F14297D2}"/>
              </a:ext>
            </a:extLst>
          </p:cNvPr>
          <p:cNvSpPr>
            <a:spLocks xmlns:a="http://schemas.openxmlformats.org/drawingml/2006/main" noGrp="1"/>
          </p:cNvSpPr>
          <p:nvPr/>
        </p:nvSpPr>
        <p:spPr>
          <a:xfrm xmlns:a="http://schemas.openxmlformats.org/drawingml/2006/main">
            <a:off x="500062" y="9315450"/>
            <a:ext cx="4000500" cy="285750"/>
          </a:xfrm>
          <a:custGeom xmlns:a="http://schemas.openxmlformats.org/drawingml/2006/main">
            <a:rect l="l" t="t" r="r" b="b"/>
            <a:pathLst>
              <a:path w="5334000" h="381000">
                <a:moveTo>
                  <a:pt x="0" y="0"/>
                </a:moveTo>
                <a:lnTo>
                  <a:pt x="5334000" y="0"/>
                </a:lnTo>
                <a:lnTo>
                  <a:pt x="5334000" y="381000"/>
                </a:lnTo>
                <a:lnTo>
                  <a:pt x="0" y="381000"/>
                </a:lnTo>
                <a:close/>
              </a:path>
            </a:pathLst>
          </a:custGeom>
          <a:blipFill xmlns:a="http://schemas.openxmlformats.org/drawingml/2006/main">
            <a:blip xmlns:r="http://schemas.openxmlformats.org/officeDocument/2006/relationships" r:embed="R18780510107c4573">
              <a:alphaModFix amt="0"/>
            </a:blip>
            <a:stretch>
              <a:fillRect l="0" t="-222600" r="0" b="-222603"/>
            </a:stretch>
          </a:blipFill>
        </p:spPr>
        <p:txBody>
          <a:bodyPr xmlns:a="http://schemas.openxmlformats.org/drawingml/2006/main"/>
          <a:lstStyle xmlns:a="http://schemas.openxmlformats.org/drawingml/2006/main"/>
          <a:p xmlns:a="http://schemas.openxmlformats.org/drawingml/2006/main"/>
        </p:txBody>
      </p:sp>
      <p:sp>
        <p:nvSpPr>
          <p:cNvPr id="24" name="Freeform 24">
            <a:extLst xmlns:a="http://schemas.openxmlformats.org/drawingml/2006/main">
              <a:ext uri="{FF2B5EF4-FFF2-40B4-BE49-F238E27FC236}">
                <a16:creationId xmlns:a16="http://schemas.microsoft.com/office/drawing/2014/main" id="{05A79EE4-AE16-407A-8A38-07A5B1928F0F}"/>
              </a:ext>
            </a:extLst>
          </p:cNvPr>
          <p:cNvSpPr>
            <a:spLocks xmlns:a="http://schemas.openxmlformats.org/drawingml/2006/main" noGrp="1"/>
          </p:cNvSpPr>
          <p:nvPr/>
        </p:nvSpPr>
        <p:spPr>
          <a:xfrm xmlns:a="http://schemas.openxmlformats.org/drawingml/2006/main">
            <a:off x="500062" y="9294019"/>
            <a:ext cx="4000500" cy="307181"/>
          </a:xfrm>
          <a:custGeom xmlns:a="http://schemas.openxmlformats.org/drawingml/2006/main">
            <a:rect l="l" t="t" r="r" b="b"/>
            <a:pathLst>
              <a:path w="5334000" h="409575">
                <a:moveTo>
                  <a:pt x="0" y="0"/>
                </a:moveTo>
                <a:lnTo>
                  <a:pt x="5334000" y="0"/>
                </a:lnTo>
                <a:lnTo>
                  <a:pt x="5334000" y="409575"/>
                </a:lnTo>
                <a:lnTo>
                  <a:pt x="0" y="409575"/>
                </a:lnTo>
                <a:close/>
              </a:path>
            </a:pathLst>
          </a:custGeom>
          <a:blipFill xmlns:a="http://schemas.openxmlformats.org/drawingml/2006/main">
            <a:blip xmlns:r="http://schemas.openxmlformats.org/officeDocument/2006/relationships" r:embed="R8d90d00dbba143d2">
              <a:alphaModFix amt="0"/>
            </a:blip>
            <a:stretch>
              <a:fillRect l="0" t="-203758" r="0" b="-203758"/>
            </a:stretch>
          </a:blipFill>
        </p:spPr>
        <p:txBody>
          <a:bodyPr xmlns:a="http://schemas.openxmlformats.org/drawingml/2006/main"/>
          <a:lstStyle xmlns:a="http://schemas.openxmlformats.org/drawingml/2006/main"/>
          <a:p xmlns:a="http://schemas.openxmlformats.org/drawingml/2006/main"/>
        </p:txBody>
      </p:sp>
      <p:sp>
        <p:nvSpPr>
          <p:cNvPr id="25" name="TextBox 25">
            <a:extLst xmlns:a="http://schemas.openxmlformats.org/drawingml/2006/main">
              <a:ext uri="{FF2B5EF4-FFF2-40B4-BE49-F238E27FC236}">
                <a16:creationId xmlns:a16="http://schemas.microsoft.com/office/drawing/2014/main" id="{344DFEF5-B4EA-4628-9F32-95E09F25DCB0}"/>
              </a:ext>
            </a:extLst>
          </p:cNvPr>
          <p:cNvSpPr>
            <a:spLocks xmlns:a="http://schemas.openxmlformats.org/drawingml/2006/main" noGrp="1"/>
          </p:cNvSpPr>
          <p:nvPr/>
        </p:nvSpPr>
        <p:spPr>
          <a:xfrm xmlns:a="http://schemas.openxmlformats.org/drawingml/2006/main">
            <a:off x="500062" y="9272588"/>
            <a:ext cx="4000500" cy="32861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350"/>
              </a:lnSpc>
              <a:buNone/>
            </a:pPr>
            <a:r>
              <a:rPr sz="1125">
                <a:solidFill>
                  <a:srgbClr val="FFFFFF"/>
                </a:solidFill>
                <a:latin typeface="Calibri (MS)"/>
                <a:ea typeface="Calibri (MS)"/>
                <a:cs typeface="Calibri (MS)"/>
              </a:rPr>
              <a:t>멋쟁이사자처럼 · 와쿠와쿠 6조</a:t>
            </a:r>
          </a:p>
        </p:txBody>
      </p:sp>
      <p:sp>
        <p:nvSpPr>
          <p:cNvPr id="27" name="Freeform 27">
            <a:extLst xmlns:a="http://schemas.openxmlformats.org/drawingml/2006/main">
              <a:ext uri="{FF2B5EF4-FFF2-40B4-BE49-F238E27FC236}">
                <a16:creationId xmlns:a16="http://schemas.microsoft.com/office/drawing/2014/main" id="{F034017A-2150-4475-A830-8B1E4BEBB5B9}"/>
              </a:ext>
            </a:extLst>
          </p:cNvPr>
          <p:cNvSpPr>
            <a:spLocks xmlns:a="http://schemas.openxmlformats.org/drawingml/2006/main" noGrp="1"/>
          </p:cNvSpPr>
          <p:nvPr/>
        </p:nvSpPr>
        <p:spPr>
          <a:xfrm xmlns:a="http://schemas.openxmlformats.org/drawingml/2006/main">
            <a:off x="14144625" y="9315450"/>
            <a:ext cx="3429000" cy="285750"/>
          </a:xfrm>
          <a:custGeom xmlns:a="http://schemas.openxmlformats.org/drawingml/2006/main">
            <a:rect l="l" t="t" r="r" b="b"/>
            <a:pathLst>
              <a:path w="4572000" h="381000">
                <a:moveTo>
                  <a:pt x="0" y="0"/>
                </a:moveTo>
                <a:lnTo>
                  <a:pt x="4572000" y="0"/>
                </a:lnTo>
                <a:lnTo>
                  <a:pt x="4572000" y="381000"/>
                </a:lnTo>
                <a:lnTo>
                  <a:pt x="0" y="381000"/>
                </a:lnTo>
                <a:close/>
              </a:path>
            </a:pathLst>
          </a:custGeom>
          <a:blipFill xmlns:a="http://schemas.openxmlformats.org/drawingml/2006/main">
            <a:blip xmlns:r="http://schemas.openxmlformats.org/officeDocument/2006/relationships" r:embed="R18780510107c4573">
              <a:alphaModFix amt="0"/>
            </a:blip>
            <a:stretch>
              <a:fillRect l="0" t="-183656" r="0" b="-183659"/>
            </a:stretch>
          </a:blipFill>
        </p:spPr>
        <p:txBody>
          <a:bodyPr xmlns:a="http://schemas.openxmlformats.org/drawingml/2006/main"/>
          <a:lstStyle xmlns:a="http://schemas.openxmlformats.org/drawingml/2006/main"/>
          <a:p xmlns:a="http://schemas.openxmlformats.org/drawingml/2006/main"/>
        </p:txBody>
      </p:sp>
      <p:sp>
        <p:nvSpPr>
          <p:cNvPr id="29" name="Freeform 29">
            <a:extLst xmlns:a="http://schemas.openxmlformats.org/drawingml/2006/main">
              <a:ext uri="{FF2B5EF4-FFF2-40B4-BE49-F238E27FC236}">
                <a16:creationId xmlns:a16="http://schemas.microsoft.com/office/drawing/2014/main" id="{EC022CC8-28F9-4480-8C44-CE0CCC8359E0}"/>
              </a:ext>
            </a:extLst>
          </p:cNvPr>
          <p:cNvSpPr>
            <a:spLocks xmlns:a="http://schemas.openxmlformats.org/drawingml/2006/main" noGrp="1"/>
          </p:cNvSpPr>
          <p:nvPr/>
        </p:nvSpPr>
        <p:spPr>
          <a:xfrm xmlns:a="http://schemas.openxmlformats.org/drawingml/2006/main">
            <a:off x="14144625" y="9294019"/>
            <a:ext cx="3429000" cy="307181"/>
          </a:xfrm>
          <a:custGeom xmlns:a="http://schemas.openxmlformats.org/drawingml/2006/main">
            <a:rect l="l" t="t" r="r" b="b"/>
            <a:pathLst>
              <a:path w="4572000" h="409575">
                <a:moveTo>
                  <a:pt x="0" y="0"/>
                </a:moveTo>
                <a:lnTo>
                  <a:pt x="4572000" y="0"/>
                </a:lnTo>
                <a:lnTo>
                  <a:pt x="4572000" y="409575"/>
                </a:lnTo>
                <a:lnTo>
                  <a:pt x="0" y="409575"/>
                </a:lnTo>
                <a:close/>
              </a:path>
            </a:pathLst>
          </a:custGeom>
          <a:blipFill xmlns:a="http://schemas.openxmlformats.org/drawingml/2006/main">
            <a:blip xmlns:r="http://schemas.openxmlformats.org/officeDocument/2006/relationships" r:embed="R8d90d00dbba143d2">
              <a:alphaModFix amt="0"/>
            </a:blip>
            <a:stretch>
              <a:fillRect l="0" t="-167507" r="0" b="-167507"/>
            </a:stretch>
          </a:blipFill>
        </p:spPr>
        <p:txBody>
          <a:bodyPr xmlns:a="http://schemas.openxmlformats.org/drawingml/2006/main"/>
          <a:lstStyle xmlns:a="http://schemas.openxmlformats.org/drawingml/2006/main"/>
          <a:p xmlns:a="http://schemas.openxmlformats.org/drawingml/2006/main"/>
        </p:txBody>
      </p:sp>
      <p:sp>
        <p:nvSpPr>
          <p:cNvPr id="30" name="TextBox 30">
            <a:extLst xmlns:a="http://schemas.openxmlformats.org/drawingml/2006/main">
              <a:ext uri="{FF2B5EF4-FFF2-40B4-BE49-F238E27FC236}">
                <a16:creationId xmlns:a16="http://schemas.microsoft.com/office/drawing/2014/main" id="{5FFEE8CB-247E-496D-B0C1-88FF29DF1DAE}"/>
              </a:ext>
            </a:extLst>
          </p:cNvPr>
          <p:cNvSpPr>
            <a:spLocks xmlns:a="http://schemas.openxmlformats.org/drawingml/2006/main" noGrp="1"/>
          </p:cNvSpPr>
          <p:nvPr/>
        </p:nvSpPr>
        <p:spPr>
          <a:xfrm xmlns:a="http://schemas.openxmlformats.org/drawingml/2006/main">
            <a:off x="14144625" y="9272588"/>
            <a:ext cx="3429000" cy="328612"/>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350"/>
              </a:lnSpc>
              <a:buNone/>
            </a:pPr>
            <a:r>
              <a:rPr sz="1125">
                <a:solidFill>
                  <a:srgbClr val="FFFFFF"/>
                </a:solidFill>
                <a:latin typeface="Calibri (MS)"/>
                <a:ea typeface="Calibri (MS)"/>
                <a:cs typeface="Calibri (MS)"/>
              </a:rPr>
              <a:t>THANK YOU</a:t>
            </a:r>
          </a:p>
        </p:txBody>
      </p:sp>
    </p:spTree>
    <p:extLst>
      <p:ext uri="{BB962C8B-B14F-4D97-AF65-F5344CB8AC3E}">
        <p14:creationId xmlns:p14="http://schemas.microsoft.com/office/powerpoint/2010/main" val="36185902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2026-07-26T15:45:58.0820000Z</dcterms:created>
  <dcterms:modified xsi:type="dcterms:W3CDTF">2026-07-26T15:45:58.0820000Z</dcterms:modified>
</coreProperties>
</file>